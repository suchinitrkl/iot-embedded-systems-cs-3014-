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ink/ink3.xml" ContentType="application/inkml+xml"/>
  <Override PartName="/ppt/notesSlides/notesSlide4.xml" ContentType="application/vnd.openxmlformats-officedocument.presentationml.notesSlide+xml"/>
  <Override PartName="/ppt/ink/ink4.xml" ContentType="application/inkml+xml"/>
  <Override PartName="/ppt/notesSlides/notesSlide5.xml" ContentType="application/vnd.openxmlformats-officedocument.presentationml.notesSlide+xml"/>
  <Override PartName="/ppt/ink/ink5.xml" ContentType="application/inkml+xml"/>
  <Override PartName="/ppt/notesSlides/notesSlide6.xml" ContentType="application/vnd.openxmlformats-officedocument.presentationml.notesSlide+xml"/>
  <Override PartName="/ppt/ink/ink6.xml" ContentType="application/inkml+xml"/>
  <Override PartName="/ppt/notesSlides/notesSlide7.xml" ContentType="application/vnd.openxmlformats-officedocument.presentationml.notesSlide+xml"/>
  <Override PartName="/ppt/ink/ink7.xml" ContentType="application/inkml+xml"/>
  <Override PartName="/ppt/notesSlides/notesSlide8.xml" ContentType="application/vnd.openxmlformats-officedocument.presentationml.notesSlide+xml"/>
  <Override PartName="/ppt/ink/ink8.xml" ContentType="application/inkml+xml"/>
  <Override PartName="/ppt/notesSlides/notesSlide9.xml" ContentType="application/vnd.openxmlformats-officedocument.presentationml.notesSlide+xml"/>
  <Override PartName="/ppt/ink/ink9.xml" ContentType="application/inkml+xml"/>
  <Override PartName="/ppt/notesSlides/notesSlide10.xml" ContentType="application/vnd.openxmlformats-officedocument.presentationml.notesSlide+xml"/>
  <Override PartName="/ppt/ink/ink10.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1.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2.xml" ContentType="application/inkml+xml"/>
  <Override PartName="/ppt/notesSlides/notesSlide15.xml" ContentType="application/vnd.openxmlformats-officedocument.presentationml.notesSlide+xml"/>
  <Override PartName="/ppt/ink/ink13.xml" ContentType="application/inkml+xml"/>
  <Override PartName="/ppt/notesSlides/notesSlide16.xml" ContentType="application/vnd.openxmlformats-officedocument.presentationml.notesSlide+xml"/>
  <Override PartName="/ppt/ink/ink14.xml" ContentType="application/inkml+xml"/>
  <Override PartName="/ppt/notesSlides/notesSlide17.xml" ContentType="application/vnd.openxmlformats-officedocument.presentationml.notesSlide+xml"/>
  <Override PartName="/ppt/ink/ink15.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349" r:id="rId3"/>
    <p:sldId id="350" r:id="rId4"/>
    <p:sldId id="351" r:id="rId5"/>
    <p:sldId id="352" r:id="rId6"/>
    <p:sldId id="353" r:id="rId7"/>
    <p:sldId id="354" r:id="rId8"/>
    <p:sldId id="355" r:id="rId9"/>
    <p:sldId id="356" r:id="rId10"/>
    <p:sldId id="357" r:id="rId11"/>
    <p:sldId id="358" r:id="rId12"/>
    <p:sldId id="359" r:id="rId13"/>
    <p:sldId id="361" r:id="rId14"/>
    <p:sldId id="362" r:id="rId15"/>
    <p:sldId id="363" r:id="rId16"/>
    <p:sldId id="364" r:id="rId17"/>
    <p:sldId id="365" r:id="rId18"/>
    <p:sldId id="366" r:id="rId19"/>
    <p:sldId id="368" r:id="rId20"/>
    <p:sldId id="369" r:id="rId21"/>
    <p:sldId id="370" r:id="rId22"/>
    <p:sldId id="371" r:id="rId23"/>
    <p:sldId id="386" r:id="rId24"/>
    <p:sldId id="388" r:id="rId25"/>
    <p:sldId id="387" r:id="rId26"/>
    <p:sldId id="372" r:id="rId27"/>
    <p:sldId id="373" r:id="rId28"/>
    <p:sldId id="374" r:id="rId29"/>
    <p:sldId id="389" r:id="rId30"/>
    <p:sldId id="390" r:id="rId31"/>
    <p:sldId id="391" r:id="rId32"/>
    <p:sldId id="392" r:id="rId33"/>
    <p:sldId id="393" r:id="rId34"/>
    <p:sldId id="394" r:id="rId35"/>
    <p:sldId id="395" r:id="rId36"/>
    <p:sldId id="396" r:id="rId37"/>
    <p:sldId id="397" r:id="rId38"/>
    <p:sldId id="398" r:id="rId39"/>
    <p:sldId id="399" r:id="rId40"/>
    <p:sldId id="400" r:id="rId41"/>
    <p:sldId id="401" r:id="rId42"/>
    <p:sldId id="405" r:id="rId43"/>
    <p:sldId id="409" r:id="rId44"/>
    <p:sldId id="410" r:id="rId45"/>
    <p:sldId id="406" r:id="rId46"/>
    <p:sldId id="407" r:id="rId47"/>
    <p:sldId id="408"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72" y="114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16:28.033"/>
    </inkml:context>
    <inkml:brush xml:id="br0">
      <inkml:brushProperty name="width" value="0.05292" units="cm"/>
      <inkml:brushProperty name="height" value="0.05292" units="cm"/>
      <inkml:brushProperty name="color" value="#FF0000"/>
    </inkml:brush>
  </inkml:definitions>
  <inkml:trace contextRef="#ctx0" brushRef="#br0">13045 5578 0,'0'0'0,"0"0"0,0 0 16,0 0-16,0 0 15,0 0 1,0 0-16,0 0 0,0 0 16,0 0-16,0 0 0,0 0 0,0 0 0,0 0 15,0 0-15,0 0 0,0 0 0,0 0 0,7-12 16,-2-2-16,0 1 0,-5 13 0,4-9 0,-1 2 16,0-2-16,-3 9 0,13-6 0,-3 1 0,1-1 15,-11 6-15,0 0 0,7-5 0,-1 3 0,0-2 0,-6 4 16,4-1-16,-2 1 0,0-1 0,-2 1 0,16-1 15,-2 0-15,1 0 0,-6 1 0,0-1 0,1 0 16,-10 1-16,0 0 0,22 0 0,-3-2 0,1 1 16,-20 1-16,0 0 0,0 0 0,12-1 0,0 0 0,-1 1 15,12 0-15,-1-1 0,1 0 0,-23 1 0,25 2 16,0-2-16,0 1 0,-25-1 0,30 3 0,-3-2 16,1 1-16,1 2 0,-2-3 0,0 2 0,-27-3 15,27 3-15,-1 0 0,0 1 0,-26-4 0,29 4 16,-1-1-16,1 1 0,-14-3 0,-1 1 0,1 0 0,-15-2 15,0 0-15,24 3 0,-1 0 0,1 0 0,-24-3 16,0 0-16,31 4 0,-1-1 0,0 1 0,-30-4 16,34 4-16,-1 0 0,0 1 0,6 0 0,-2 1 15,0-1-15,-37-5 0,44 7 0,0-1 0,-1 1 16,-2 0-16,-2-2 0,0 1 0,-39-6 0,41 5 0,0-1 16,-1 1-16,-40-5 0,35 5 0,0-1 0,0-1 15,5 2-15,-3 0 0,0-2 0,-37-3 0,62 8 16,-1-1-16,0 0 0,-61-7 0,56 5 0,-1 1 15,0-1-15,-9-3 0,1-1 0,-1 1 0,-46-2 16,43 3-16,1-1 0,-1 0 0,-3 0 0,-3-1 0,0 0 16,-37-1-16,38 1 0,-2 0 0,1-1 0,-37 0 15,0 0-15,46-5 0,0-1 0,-1 1 0,-45 5 16,0 0-16,0 0 0,46-9 0,-3 0 0,0 0 16,-43 9-16,0 0 0,49-5 0,-1-1 0,1 1 15,-49 5-15,0 0 0,61-7 0,0 1 0,0 1 0,-61 5 16,0 0-16,52-6 0,-3 1 0,1-1 0,-50 6 15,0 0-15,0 0 0,21-1 0,-1-1 0,1 0 16,-21 2-16,28-2 0,0 0 0,0 0 0,-28 2 16,0 0-16,35-1 0,0-1 0,0 1 0,-35 1 0,0 0 15,0 0-15,40-2 0,-1 0 0,-1 0 0,-38 2 16,0 0-16,41-1 0,-1-1 0,1 0 0,-41 2 16,0 0-16,0 0 0,46-2 0,-1 0 0,-1 0 15,-44 2-15,48-1 0,-2 0 0,1-1 0,-47 2 16,0 0-16,49-1 0,0 1 0,0-2 0,-49 2 0,46-1 15,1 0-15,-1-1 0,-46 2 0,0 0 0,46-1 16,-3 1-16,0-2 0,-43 2 0,0 0 0,43-2 16,-3 1-16,0 0 0,-40 1 0,41-2 0,-2 1 15,0 0-15,-39 1 0,0 0 0,37-1 0,0-1 16,-1 2-16,-36 0 0,0 0 0,35-1 0,0 0 16,0-1-16,-35 2 0,0 0 0,0 0 0,32-1 15,0-1-15,0 2 0,-32 0 0,0 0 0,20-2 0,-2 1 16,-1 1-16,-17 0 0,0 0 0,0 0 0,21-1 15,-1 1-15,1 0 0,-21 0 0,0 0 0,18-2 16,-2 1-16,1 0 0,-17 1 0,0 0 0,22-3 16,-1 3-16,0-2 0,-21 2 0,0 0 0,16-2 0,1 2 15,-1-1-15,-16 1 0,0 0 0,18-2 0,-1 2 16,-1-2-16,-16 2 0,0 0 0,0 0 0,14-1 16,-1 1-16,0-1 0,-13 1 0,0 0 0,19-1 15,-2-1-15,-1 0 0,-16 2 0,0 0 0,0 0 16,15-2-16,-2 1 0,0 0 0,-13 1 0,0 0 0,14-3 15,-1 1-15,1 1 0,-14 1 0,12-3 0,-2 1 16,1 0-16,-5 1 0,-2 0 0,0 1 0,2-1 16,1 0-16,-1 0 0,-6 1 0,0 0 0,2 1 15,0 0-15,0 0 0,-2-1 0,0 0 0,2 1 16,-2 0-16,0 1 0,0-1 0,0-1 0,0 0 0,0 0 16,0 0-16,0 0 0,0 0 0</inkml:trace>
  <inkml:trace contextRef="#ctx0" brushRef="#br0" timeOffset="1073.0237">16217 3487 0,'0'0'0,"14"-42"0,-5 16 0,-6 15 15,3-20 1,-4 14-16,5-13 15,-3 14-15,-4 16 0,0 0 0,0 0 16,2-3-16,-2 1 0,0 0 0,0 2 0,0 0 16,0-1-16,0 0 0,0 1 0,0 0 0,0 0 15,-8 0-15,2 0 0,-1 0 0,3-2 0,0 2 16,0 0-16,-8 6 0,1-3 0,1 1 0,4 0 0,0-2 16,-1 1-16,-7 4 0,-1 0 0,1 0 0,14-7 15,-9 4-15,1 1 0,1-1 0,4-2 0,0 0 16,0-1-16,-11 6 0,2 1 0,0-1 0,12-7 15,-9 4-15,3 1 0,0-1 0,-9 6 0,1 0 16,0 1-16,5-4 0,1-2 0,0 1 0,8-6 0,-6 11 16,1-2-16,1 1 0,2-4 0,0-1 0,0 0 15,9 3-15,0-1 0,-1 0 0,-6-7 0,5 4 16,-1-1-16,0 1 0,10 1 0,-1 0 0,0 0 16,-13-5-16,9 3 0,-2 0 0,0-1 0,-7-2 0,17 7 15,-2-2-15,1 1 0,-7-3 0,-1 1 16,1-2-16,-9-2 0,14 12 0,-2 1 0,1-1 0,-5-5 15,-2-1-15,1 1 0,1 5 0,0 0 0,0 0 16,-8-12-16,5 8 0,0-2 0,-1 0 0,-1 5 16,-1 0-16,0-2 0,-2-9 0,1 5 0,0 0 15,0 1-15,1 3 0,-1 0 0,0 0 0,0-3 16,0-1-16,0-1 0,-1-4 0,0 0 0,1 3 16,-1-1-16,0-1 0,-9 3 0,2 2 0,0-2 0,1-1 15,2 0-15,0-1 0,4-2 0,-13 3 0,0-1 16,1-1-16,5 0 0,-1 1 0,1-1 0,7-1 15,-13 3-15,1-3 0,1 1 0,3 1 0,2-1 0,-1 0 16,4-1-16,1 0 0,0 0 0,2 0 0,0 0 16,0 0-16</inkml:trace>
  <inkml:trace contextRef="#ctx0" brushRef="#br0" timeOffset="2333.6825">16547 3670 0,'0'0'0,"0"0"0,0 0 0,0 0 15,0 0 1,35-43-16,-3 0 15,-7 9-15,-25 34 0,0 0 16,0 0-16,6-9 0,1 0 0,-1 0 0,-2-4 16,0 3-16,0 0 0,-2 1 0,0 1 0,0-2 15,1 3-15,-1 2 0,0-1 0,-2 6 0,-3-5 16,1 0-16,-1 1 0,0-1 0,0 2 0,0-1 0,-2 2 16,1 2-16,0 0 0,-6 2 0,1-2 0,0 0 15,0 3-15,1 0 0,1 0 0,-2 1 0,0 1 16,1-2-16,-2 5 0,2-1 0,-1-2 0,9-5 15,-8 9-15,1-1 0,0 0 0,-2 1 0,3 2 16,0-2-16,2 1 0,1 0 0,0 0 0,3-10 0,-1 9 16,0-1-16,-1 1 0,2-9 0,2 14 0,-1-2 15,0 1-15,7 2 0,-1-1 0,0 0 0,-7-14 16,11 12-16,-3-1 0,0 1 0,-8-12 0,13 8 16,-3-1-16,0 0 0,3-1 0,-2-2 0,0 1 15,4-4-15,-1 0 0,1 1 0,0-6 0,1 3 0,-1-1 16,-15 2-16,13-6 0,-1 1 0,1 0 0,-3-4 15,0 1-15,1 1 0,-1-3 0,-2 1 0,0-2 16,1 0-16,-2 0 0,0 0 0,0-1 0,1 1 16,-1 0-16,-1 1 0,-1 2 0,0-1 0,0-3 0,-3 1 15,0 1-15,0 0 0,0 2 0,0 0 0,-2 8 16,2-7-16,-1 0 0,0 1 0,0 0 0,-1 1 16,0 0-16,0 3 0,0 0 0,0 0 0,0 2 15,0 1-15,0 0 0,2 3 0,-2-3 0,0 2 16,2 1-16,-2-1 0,0 0 0,2 2 0,-2 1 0,0 0 15,0-6-15,2 8 0,-2 0 0,0-1 0,1 0 16,0 0-16,0 0 0,4 2 0,-2 0 0,0 0 16,0-1-16,-2 1 0,0-1 0,-1-8 0,1 8 15,0-1-15,0-1 0,3 0 0,-2 0 0,0-1 16,-2-5-16,6 5 0,-1 0 0,-1-1 0,-8-16 16,1-1-16,-1 1 0,8 15 0,-3-1 0,0 0 15,2 0-15,-1 0 0,0 0 0,2-4 0,-2 1 0,0 0 16,-2 1-16,3-3 0,-1 0 0,0 2 0,1-3 15,-1-1-15,1 1 0,0-3 0,-1 1 0,0 1 16,-2 5-16,4-9 0,-2 2 0,0 0 0,2-1 16,-2 0-16,0 0 0,1 1 0,1-2 0,-1 2 0,-1 0 15,0 0-15,0-1 0,-2 8 0,3-5 0,-2 1 16,0 1-16,0 0 0,0 1 0,0-1 0,0 0 16,0 1-16,0 0 0,2 1 0,0-1 0,1 1 15,1-1-15,0 1 0,0-1 0,-1 2 0,0 0 16,0 0-16,1 3 0,-1 0 0,0 1 0,0 2 0,-1-1 15,0 1-15,-3-6 0,2 6 0,0-2 0,0 1 16,1 1-16,-2-1 0,1 0 0,-2-5 0,2 7 16,-1-1-16,0 0 0,-1-6 0,4 8 0,-2-1 15,0 0-15,2 0 0,0 0 0,0 1 0,-4-8 16,8 6-16,-2-1 0,0 0 0,3-1 0,-2-2 16,1 1-16,3-1 0,-2 0 0,1 0 0,-10-2 0,11-1 15,0 1-15,1-1 0,-1-3 0,0 0 0,-1 1 16,0-6-16,-2 2 0,1 1 0,-9 6 0,8-11 15,-2 3-15,0-1 0,0 0 0,-1-2 0,0 1 16,2 0-16,-2 1 0,0 0 0,2-3 0,-3 1 0,0-1 16,-4 12-16,2-9 0,0-1 0,0 1 0,-3 0 15,0 2-15,0-1 0,-4 4 0,2-1 0,0 2 16,3 3-16,-7-4 0,1 2 0,0-1 0,-3 3 16,-1 0-16,1 0 0,-1 2 0,-1 0 0,1-1 15,0 4-15,1-3 0,-1 2 0,10-4 0,-8 3 0,2 1 16,0-1-16,6-3 0,-4 4 0,1 0 0,0-1 15,3-3-15,1 6 0,0-2 0,0-1 0,-1-3 16,7 4-16,-1 1 0,0-1 0,5-2 0,-1 1 0,-1-1 16,5 1-16,0 0 0,-1 0 0,4 0 0,-2 0 15,1 0-15,-2 1 0,1 0 0,-1 0 0,-1 0 16,-2 0-16,0-1 0,0 3 0,-3-2 0,0-1 16,-1 2-16,1-1 0,-1 2 0,-3-2 0,0 0 15,0 2-15,-5-1 0,1-1 0,0 1 0,-4-1 16,1 1-16,0-1 0,-2 1 0,1-1 0,0-1 0,-3 1 15,3-2-15,0 0 0,-1 1 0,0-1 0,0 0 16,-1-2-16,3 0 0,0 0 0,3 0 0,-3-2 16,2 1-16,0 0 0,1 1 0,0 0 0,0 0 15</inkml:trace>
  <inkml:trace contextRef="#ctx0" brushRef="#br0" timeOffset="2718.8102">17702 3350 0,'0'0'0,"0"0"0,0 0 15,0 0-15,-13-9 16,6 4-16,-22 25 16,13-7-16,16-13 0,0 0 15,0 0-15,0 0 0,-11 8 0,3-1 0,0 0 16,2-3-16,1 0 0,1 1 0,1-3 0,2-2 0,0 1 15,1-1-15,-13 18 0,0 0 0,1 1 0,3-9 16,1-1-16,1 1 0,4-5 0,0-1 0,0 1 16,3-5-16,2 6 0,-1 1 0,0 0 0,0-3 15,0-1-15,0 1 0,1-3 0,-2 1 0,0-2 16,0 0-16,12 0 0,-3 0 0,0-1 0,-2 0 16,-1 1-16,-1-1 0,4-5 0,0 0 0,1 1 15,-10 5-15,5-3 0,0 0 0,0 0 0,1-4 0,1 0 16,-1 1-16,-3 1 0,0 2 0,0-1 0,-1 2 15,-1 1-15,0 0 0,-1 1 0,1-1 0,-1 1 16,0 0-16,1 0 0,-1 0 0,0 0 0,3-11 16,-2 0-16,0 1 0,0 4 0,0 0 0,0 1 0</inkml:trace>
  <inkml:trace contextRef="#ctx0" brushRef="#br0" timeOffset="3035.8077">17818 3271 0,'4'-1'0,"-2"5"0,3 9 0,0 9 15,14 7-15,-4 1 16,-3 2-16,0 2 16,-12-34-16,0 0 0,0 0 0,3 11 15,-1 0-15,0 0 0,1 0 0,-2-2 0,0 0 0,-2 0 16,1-2-16,0 0 0,2-2 0,-2-1 0,0 0 15,2-2-15,-2-1 0,0 1 0,0-2 0,1-2 16,-1 1-16,0 1 0,-2-5 0,1 2 0,0 0 16,-1-6-16,2 2 0,0 0 0,-1-2 0,0 1 15,0-1-15,-2-3 0,2 1 0,0-1 0,0 0 0,0 1 16,0-1-16,0 2 0,1-1 0,0 1 0,4-2 16,-2 1-16,0 0 0,0-1 0,0-1 0,0 2 15,5-1-15,-1-1 0,0 1 0,7 2 0,1 0 16,-1 1-16,7-2 0,0 2 0,-1 0 0</inkml:trace>
  <inkml:trace contextRef="#ctx0" brushRef="#br0" timeOffset="6352.2774">19815 5529 0,'0'0'0,"0"0"0,0 0 0,0 0 15,0 0-15,40-25 16,-14 12 0,-26 13-16,0 0 0,0 0 0,0 0 0,15-5 0,1 2 15,-1-1-15,-5 2 0,-1 0 0,-1 0 0,-8 2 16,0 0-16,17-3 0,1 0 0,0 0 0,-18 3 15,10-3-15,0 2 0,1-1 0,-11 2 0,0 0 16,5-1-16,-2 0 0,0 1 0,-3 0 0,0 0 16,24-2-16,-3 2 0,1-1 0,-22 1 0,14-1 0,-2 1 15,0 0-15,-12 0 0,34 2 0,-2-2 0,0 2 16,-32-2-16,0 0 0,33 3 0,-2-1 0,0 1 16,5 0-16,-1 0 0,0-1 0,-35-2 0,0 0 15,34 3-15,0-1 0,0 0 0,-34-2 0,0 0 16,57 6-16,-1-2 0,0 0 0,-56-4 0,56 6 0,-3-2 15,1 1-15,-54-5 0,27 2 0,-1 1 0,0-1 16,-26-2-16,36 6 0,0-1 0,0 0 0,-36-5 16,46 6-16,-1-1 0,1 1 0,-46-6 0,47 5 15,-1-1-15,-1 1 0,-45-5 0,103 4 0,-2 1 16,0-1-16,-20 1 0,-3-1 0,1-1 0,-79-3 0,59-2 16,-1 1-16,0 1 0,-58 0 0,0 0 0,39-6 15,-2 1-15,0 1 0,-37 4 0,37-3 0,-1-1 16,-1 1-16,-35 3 0,0 0 0,37-2 0,0 2 15,0 0-15,-37 0 0,0 0 0,33 0 0,0 0 16,1 0-16,-34 0 0,16 0 0,-1 0 0,-1 0 0,-14 0 16,0 0-16,29-2 0,0 1 0,0 1 0,-29 0 15,30 0-15,0 0 0,0 0 0,-30 0 0,53 3 16,0 0-16,0 0 0,-53-3 0,49 3 0,-3-2 16,1 2-16,-10-5 0,-2 1 0,0 1 0,-18-1 15,-2-1-15,1 2 0,10-2 0,0 0 0,0 1 0,-10-2 16,-3 3-16,0-1 0,-7 0 0,-1 0 0,0 1 15,-5 0-15,3 0 0,-2 0 0,0 0 0,1 0 16,-2 0-16,0 0 0,0 0 0,0 0 0,0 0 16,0 0-16,0 0 0,0 0 0,-6-2 0,1 0 0,0 1 15,5 1-15,-4-2 0,0 1 0,1 0 0</inkml:trace>
  <inkml:trace contextRef="#ctx0" brushRef="#br0" timeOffset="6984.994">20598 6092 0,'0'0'0,"0"0"15,0 0-15,0 0 16,0 0-16,0 0 15,0 0 1,0 0-16,0 0 0,0 0 0,0 0 0,0 0 0,0 0 16,0 0-16,0 0 0,17 14 0,0 1 0,-1 0 15,-16-15-15,11 9 0,-1 0 0,0-1 0,-10-8 16,5 4-16,-1-1 0,0 0 0,-4-3 0,8 22 16,0 0-16,1-1 0,-9-21 0,0 0 0,4 14 0,0-1 15,0 0-15,-1-8 0,-2 0 0,0-1 0,-1-4 16,10 20-16,-3-2 0,0 2 0,-7-20 0,5 12 15,-1-1-15,0-1 0,4 3 0,-3-1 0,0 0 16,-5-12-16,0 0 0,4 7 0,-1 0 0,0-1 16,-3-6-16,0 0 0,1 2 0,0 1 0,0-1 0,-1-2 15,2 0-15,-2 1 0,0-1 0</inkml:trace>
  <inkml:trace contextRef="#ctx0" brushRef="#br0" timeOffset="7419.0004">20725 6230 0,'0'0'0,"0"0"16,-26-44-1,9 15-15,16 21 16,1-1 0,2 2-16,-2 7 0,0 0 0,0 0 15,0 0-15,1 0 0,0 0 0,0 0 0,1 1 16,-2-1-16,0 0 0,0 0 0,8 2 0,-2 0 16,0 0-16,-6-2 0,9 3 0,-3 0 0,0 0 15,-2-2-15,-1-1 0,0 1 0,-2 0 0,0 0 0,1 0 16,-1-1-16,-1 0 0,0 0 0,1 0 0,-1 0 15,0 0-15,0 0 0,24 9 0,-1 0 0,0 0 16,-6-5-16,1-1 0,0 0 0,-18-3 0,0 0 16,9-3-16,-1 0 0,0 1 0,2-7 0,-2-2 15,0 2-15,-8 9 0,4-12 0,-1 1 0,1 1 0,-2 0 16,-2-1-16,0 0 0,0 11 0,-1-9 0,1-1 16,0 1-16,-1 2 0,0 0 0,0 1 0,1 6 15,-7-7-15,3 1 0,0 1 0,4 5 0,0 0 16,-2-2-16,0-1 0,0 1 0,7 5 0,-2 0 0,0 1 15,-3-4-15,0 0 0,5 5 0,0-1 0,-1 2 16,-4-6-16,8 8 0,-2 0 0,0 1 0,-6-9 16,13 16-16,-3 0 0,0-1 0,4 5 0,-2 1 15,1-1-15,-3-1 0,-2 0 0,1 0 0,-2-2 16,0-1-16,0 0 0,-7-16 0,6 15 0,1-1 0,-1 1 16,1-3-16,0-2 0,1 1 0,0 1 0,-2 0 15,0-1-15,-2-3 0,0-1 0,1 0 0,-3-7 16,-2 0-16,0 0 0,0 0 0,0 0 0,0-1 15,0 1-15,0-1 0</inkml:trace>
  <inkml:trace contextRef="#ctx0" brushRef="#br0" timeOffset="7819.0231">21193 5897 0,'1'-1'0,"-1"1"0,2 3 0,9 4 15,1 1-15,5 10 16,2 10 0,-3 5-16,-16-33 0,0 0 15,0 0-15,0 0 0,8 13 0,-2 0 0,0 0 16,-6-13-16,8 14 0,-3 0 0,0 0 0,1 5 15,-1-1-15,0 0 0,2-1 0,-3 0 0,0 1 0,-4-18 16,5 15-16,0 0 0,0 0 0,1-2 0,-1-2 16,0 1-16,5-8 0,0 0 0,-1 1 0,-9-5 15,12-2-15,1 0 0,-1 0 0,-12 2 0,8-5 16,1 2-16,-1-1 0,8-4 0,0 0 0,-1-1 0,-15 9 16,18-11-16,-3 1 0,1 0 0,-16 10 0,12-12 15,1 1-15,-1 1 0,-12 10 0,14-7 0,-1 2 16,1 0-16,-14 5 0,11-8 0,0 1 0,1 0 15,-1 2-15,0 2 0,1 0 0,-12 3 0,0 0 16,8-11-16,0 0 0,1 1 0</inkml:trace>
  <inkml:trace contextRef="#ctx0" brushRef="#br0" timeOffset="8120.1396">22064 5654 0,'-1'-8'0,"-2"0"0,4 11 16,2 8-16,2 7 16,-10 13-1,-3-1-15,8-30 0,0 0 16,0 0-16,0 0 0,-3 22 0,1-2 0,0 1 15,-5 13-15,-1-1 0,1 0 0,1-2 0,0 1 16,0-1-16,6-31 0,0 0 0,-10 34 0,2-1 0,0 0 16,8-33-16,-7 30 0,1-1 0,1-1 0,3-13 15,0-2-15,0 1 0,0 26 0,0-2 0,0 0 16,0-7-16,1 0 0,0-1 0,-1-16 0,2 0 16,0-1-16</inkml:trace>
  <inkml:trace contextRef="#ctx0" brushRef="#br0" timeOffset="8519.1473">22346 5888 0,'-2'-6'0,"2"2"0,-2 2 16,2 2-16,2 5 15,-1 0-15,2 11 16,-1 4-16,-2-20 15,0 0-15,0 0 0,1 13 0,-1-3 0,0 1 16,-2 1-16,1-2 0,0 1 0,0 3 0,1-1 16,0 1-16,0-14 0,-2 15 0,2 0 0,0 0 15,0 1-15,0-1 0,0 1 0,1-2 0,-1 0 16,0 1-16,0-3 0,0 0 0,0 0 0,2-3 0,-2-1 16,0 0-16,3-2 0,-2-1 0,0-1 0,-1-4 15</inkml:trace>
  <inkml:trace contextRef="#ctx0" brushRef="#br0" timeOffset="8902.1431">22224 5913 0,'0'0'0,"0"0"15,0 0-15,48-42 16,15 10 0,-6 18-16,-10 12 15,-47 2-15,0 0 0,0 0 0,0 0 0,15 2 16,-1 0-16,-1-1 0,-13-1 0,20 11 0,-2 0 16,1-2-16,-2 5 0,-1 1 0,-1-2 0,-2 6 15,-2-1-15,1 0 0,-5 1 0,-1-2 0,0 1 16,-6-18-16,2 20 0,-1 0 0,0 0 0,-4-2 0,0-2 15,0 1-15,-2 4 0,0-2 0,-1 1 0,-3-3 16,1 1-16,0-1 0,8-17 0,-14 19 0,1-1 16,-1 0-16,1-2 0,1 0 0,-1-2 0,0-2 15,0-1-15,1 0 0,-2 0 0,3 0 0,0-1 16,11-10-16,-11 8 0,2-3 0,0 1 0,0-3 16,3 0-16,0 0 0,0-4 0,1 1 0,0 0 0,1-6 15,2 2-15,0-2 0,2 6 0,0 0 0,0 0 16</inkml:trace>
  <inkml:trace contextRef="#ctx0" brushRef="#br0" timeOffset="9285.1793">22896 5780 0,'-1'-2'0,"6"2"16,-4 9-16,1 3 15,1 7-15,3 6 16,2 10 0,-5-7-16,-3-28 0,0 0 15,0 0-15,-1 16 0,1 2 0,0-2 0,0-16 16,0 0-16,-2 22 0,1-3 0,0 2 0,-1 0 15,0-1-15,0 1 0,-4 2 0,1-1 0,-1 0 16,6-22-16,0 0 0,-4 17 0,1-1 0,0 0 0,5 0 16,-1-1-16,0-1 0,2-5 0,0 0 0,1 0 15,2-4-15,0-1 0,0 1 0,-6-5 0,12-2 16,-1 1-16,0 0 0,8-6 0,-1 2 0,1 0 16,7-2-16,0 0 0,0 1 0,-26 6 0,21-6 15,0 0-15,0 0 0,-21 6 0,0 0 0,34-6 0,0 2 16,0-1-16,4 0 0,-2 1 0,1 0 0</inkml:trace>
  <inkml:trace contextRef="#ctx0" brushRef="#br0" timeOffset="11601.9707">24450 5506 0,'0'0'0,"0"0"0,0 0 15,0 0-15,0 0 16,0 0 0,0 0-16,46-3 15,-46 3-15,0 0 0,0 0 0,11-2 0,-2 1 16,0 0-16,9 1 0,-2 0 0,1-1 0,-17 1 15,10-1-15,0 1 0,-1 0 0,-9 0 0,0 0 16,4-2-16,-1 2 0,0 0 0,-3 0 0,23 2 16,-1-1-16,-1 0 0,-8-1 0,-1 1 0,1 0 0,-13-1 15,36-2-15,0 0 0,0 0 0,-36 2 0,64-8 16,-1 0-16,0 0 0,-3 0 0,-2 1 0,0 0 16,-58 7-16,29-5 0,-1 1 0,0 0 0,-28 4 15,27-2-15,-3 1 0,1 0 0,10 0 0,0-1 16,-1 1-16,-34 1 0,37-4 0,-1 1 0,0 0 0,-36 3 15,71-8-15,-1 0 0,-1 1 0,-69 7 0,67-5 16,0 0-16,1 1 0,-68 4 0,0 0 0,67-1 16,0 0-16,0 0 0,-4 3 0,-1-2 0,0 1 15,22 0-15,-2 1 0,-1 0 0,-81-2 0,74 2 16,-2-1-16,0 1 0,-72-2 0,35 1 0,0 0 0,-1-1 16,-34 0-16,0 0 0,40-3 0,-1 1 0,0 0 15,9 0-15,-1 0 0,-1 1 0,-46 1 0,58-3 16,-2 2-16,0-1 0,-56 2 0,58 0 0,1 0 15,0 0-15,-3-2 0,-1 2 0,0-1 0,-55 1 0,49-1 16,1 0-16,-1 1 0,-49 0 0,41-2 0,-2 1 16,0 1-16,0-1 0,-2-1 0,0 2 0,0-1 15,-2 1-15,0 0 0,1-1 0,-3 1 0,0-1 16,-33 1-16,16 0 0,1 0 0,-1 0 0,6 0 16,-1 0-16,-1 0 0,-7 0 0,-3 0 0,1 0 15,-7 0-15,0 0 0,0 0 0,-4 0 0,12-1 0,1 1 16,-1 0-16,-5-1 0,0 1 0,-1 0 0,-2 0 15,-2 0-15,0 0 0,-1 0 0,0 0 0,0 0 16,0 0-16,-1 0 0,0 0 0,-11 1 0,-1 1 16,1-1-16,4 0 0,1-1 0,-1 2 0,-9-2 0,0 0 15,1 1-15,6 0 0,0-1 0,1 2 0</inkml:trace>
  <inkml:trace contextRef="#ctx0" brushRef="#br0" timeOffset="12704.9237">25439 6875 0,'0'0'0,"0"0"0,16-50 0,-7 21 16,-6 18-16,11-35 15,-5 20 1,-9 26-16,0 0 0,0 0 0,8-28 0,-2 3 16,0-2-16,-2 11 0,1 1 0,-1 1 0,-4 14 15,6-27-15,-2 0 0,0 0 0,-1 12 0,-1 0 0,0 1 16,4-12-16,-2 1 0,0 0 0,-4 25 0,4-15 16,-2 2-16,0 0 0,0-10 0,0 0 0,0 1 15,0 10-15,-2 1 0,0-1 0,0 12 0,0 0 16,1-18-16,-1 1 0,0 1 0,-1 7 0,1 0 0,0 0 15,-1-2-15,1 1 0,0 0 0,0 10 0,-1-5 16,1 0-16,0-1 0,-1 5 0,1-1 0,0 0 16,0 2-16,0 0 0,0-2 0,0 2 0,0 0 15,0 0-15,0 0 0,1 9 0,0 0 0,0 1 16,-1-10-16,2 6 0,-2-1 0,0 1 0,0-6 0,5 11 16,-3-2-16,0 1 0,-2-10 0,3 6 0,-2-1 15,0 1-15,-1-6 0,2 3 0,-2-1 0,0 0 16,0-2-16,9 16 0,1 0 0,-1-1 0,-4-5 15,0 0-15,0-1 0,-5-9 0,15 12 0,-3-2 0,1 0 16,-5-4-16,-2-1 0,0 0 0,10-1 0,-1-3 16,1 1-16,-16-2 0,9 1 0,0 0 0,1-1 15,1-9-15,-1 0 0,1 0 0,-11 9 0,7-5 16,-2 0-16,0-1 0,6-6 0,-3 1 0,0 0 16,-2 2-16,-1 3 0,-1 0 0,-4 6 0,5-16 15,-2 3-15,0-2 0,-1 6 0,0 2 0,0-1 0,-3-4 16,1 1-16,0 1 0,0 10 0,-1-6 0,1 0 15,0 1-15,1-4 0,-1 0 0,0 0 0,1 5 16,-1 0-16,0 0 0,0 2 0,0 0 0,0 1 16,1 0-16,-1 0 0,0 1 0,2 10 0,0-1 0,1 2 15,-3-11-15,0 0 0,3 6 0,-2-1 0,0 2 16,1 10-16,-1 0 0,0 1 0,-1-18 0,2 10 16,-2-1-16,0 1 0,0-10 0,0 3 0,0 1 15,0 0-15,0-4 0,7 31 0,-2 1 0,0 0 16,0-12-16,-2-2 0,0 0 0,-3-18 0,6 22 15,0-1-15,0-1 0,3 4 0,-1-1 0,0-1 16,-4-11-16,0 1 0,1-3 0,-2-4 0,-2-1 0,0 0 16,-1-4-16,0 0 0,0 0 0</inkml:trace>
  <inkml:trace contextRef="#ctx0" brushRef="#br0" timeOffset="13072.6153">26361 5888 0,'0'0'0,"0"0"0,0 0 0,-32 44 15,12-16-15,13-18 16,-7 41 0,14-51-16,0 0 0,0 0 0,-2 10 0,-1 0 0,1-1 15,2-9-15,-1 4 0,0-1 0,0 1 0,1-4 16,1 22-16,-1 1 0,0-2 0,0-21 0,2 14 16,-2-1-16,0 0 0,0-13 0,7 23 0,-3 0 15,0 1-15,-1-11 0,0-1 0,0 1 0,10 7 0,-3-2 16,0 0-16,-3-7 0,0-1 0,-1-1 0,-6-9 15,15 7-15,-1-1 0,-1-1 0,-13-5 0,10 2 16,-3 0-16,0 0 0,-7-2 0,4 1 0,-2-1 16,0 1-16</inkml:trace>
  <inkml:trace contextRef="#ctx0" brushRef="#br0" timeOffset="13835.3572">26793 6026 0,'-2'-7'0,"-4"-3"0,2 0 16,-3 2-1,7 8-15,-17 19 16,-6 12-16,-7 2 16,30-33-16,0 0 0,0 0 0,-12 14 0,1 0 15,1 0-15,1 1 0,1-1 0,1 0 0,0-3 16,2 1-16,0-1 0,0 6 0,0 0 0,1-1 16,0-2-16,0-1 0,0 1 0,3-5 0,1 1 15,0 0-15,2-2 0,-1 0 0,0-1 0,2-2 0,-2 1 16,0 0-16,4-5 0,-2 1 0,0-1 0,2-4 15,-1 1-15,0 0 0,-4 2 0,7-7 0,-2 2 16,0-1-16,1-1 0,-1 2 0,0-2 0,2-4 16,0 0-16,1 1 0,-8 10 0,7-11 0,-1 0 0,0 1 15,-1 0-15,1-1 0,-1 2 0,1-3 0,-2 1 16,0 0-16,0 2 0,0 1 0,-1 1 0,-1 0 16,0 2-16,0-1 0,0 1 0,-2-1 0,0 1 15,1-1-15,-1 0 0,0 0 0,1 1 0,-1 2 16,0 0-16,-1 0 0,1 1 0,0 0 0,-1-1 0,1 0 15,0 0-15,0 1 0,0 0 0,0 1 0,1 1 16,-1-2-16,0 2 0,-2-3 0,2 1 0,0 0 16,3-2-16,-2 3 0,0-1 0,0 0 0,0 2 15,0 0-15,2 0 0,-2 0 0,0 0 0,3 3 16,0 0-16,-1 0 0,1 0 0,-1 0 0,0 0 16,0 1-16,0 1 0,0 0 0,2 2 0,-1-1 0,-1 1 15,-1-4-15,-1 1 0,0 0 0,-1-4 0,4 7 16,-2 0-16,0-1 0,1 2 0,-1 2 0,0-2 15,-2-8-15,3 8 0,-2 1 0,0-2 0,1 0 16,0-1-16,-1 0 0,1-3 0,-1-1 0,0 1 0,3-1 16,-2-1-16,0 0 0,0 0 0,-1-1 0,0 0 15,-3-3-15,1 1 0,0-1 0,0-3 0,1 0 16,0 1-16,-1-2 0,0 0 0,0-1 0,2-3 16,0 1-16,0 0 0,1-1 0,-1 0 0,0 0 15,0-3-15,0 1 0,0 1 0,1 11 0,-2 0 0,0 0 16,3-6-16,0 0 0,1 2 0,-1-5 0,-1 3 15,0-1-15,2 2 0,-2-1 0,0 0 0,-2 7 16,2-4-16,0 0 0,0 1 0,-2 3 0,3-3 16,-1 1-16,0-1 0,2 1 0,-2 1 0,0 1 0,5 1 15,-1 0-15,0 0 0,-6-1 0,8 4 0,-1 0 16,0-1-16,1 2 0,0 0 0,-1 0 0,-7-5 16,7 8-16,0 0 0,0 0 0,1 0 0,-2-1 15,0 0-15,0 4 0,-1-1 0,1 1 0,-6-11 16,4 12-16,-1 0 0,0-1 0,-1 1 0,-1 0 0,0 0 15,1-4-15,-2-1 0,0 1 0,-3 0 0,1-1 16,0 0-16,-2-3 0,2 0 0,0 1 0,0-1 16,2 0-16,0 0 0,0-4 0</inkml:trace>
  <inkml:trace contextRef="#ctx0" brushRef="#br0" timeOffset="14118.8564">27203 5722 0,'0'0'0,"0"0"0,0 0 0,19 2 16,-8 1-16,21 34 16,-14-14-1,7 24-15,-25-47 0,0 0 0,0 0 0,5 9 16,-2 0-16,0 0 0,-3-9 0,3 3 0,-2 1 15,0-2-15,3 14 0,-2-2 0,1 1 0,-1-6 16,-1-2-16,0 2 0,3 7 0,-2 0 0,0 0 16,-2-16-16,2 10 0,-1-1 0,0 0 0,1 7 15,-1 0-15,0-1 0,1-7 0,-2 1 0,0-1 0,0 8 16,0 0-16,0 0 0,0-7 0,0-1 0,0 0 16</inkml:trace>
  <inkml:trace contextRef="#ctx0" brushRef="#br0" timeOffset="14635.3805">27203 5989 0,'5'-21'0,"7"-2"0,7 0 0,12 8 15,8 1-15,-1-2 16,2 3-16,1-2 15,-41 15-15,0 0 0,12-3 0,-1 0 16,1 1-16,-1-1 0,-2-1 0,1 1 0,-2 0 16,-1 2-16,0-2 0,1 2 0,-3 1 0,0-1 15,-1 2-15,0-1 0,0 1 0,0 2 0,-1 0 16,0-1-16,0 3 0,-1 0 0,0-1 0,-2-4 0,3 6 16,-2-3-16,0 0 0,6 5 0,-1-1 0,-1 1 15,-1 3-15,0 0 0,0 0 0,-1-1 0,-1 1 16,0-1-16,2 1 0,-1 0 0,-1-1 0,-2-10 15,0 0-15,0 0 0,6 15 0,-2-1 0,0 1 16,-1-4-16,0 0 0,0 1 0,-1-6 0,-2 1 0,0-1 16,3-3-16,-3 0 0,0 0 0,0-3 0,1 2 15,-1-1-15,0-1 0,0 0 0,0 0 0,0 0 16,-3-4-16,3 2 0,0 0 0,-3-3 0,2 0 16,0-1-16,-2 0 0,1 0 0,0-1 0,-2-4 15,2 1-15,0 1 0,-1-3 0,0 2 0,-1-1 0,2 1 16,1 0-16,0 0 0,0-2 0,1 0 0,0 1 15,2-2-15,-2 2 0,0-1 0,3 1 0,-1 1 16,-1 0-16,6-2 0,-2 3 0,0-2 0,2 4 16,0-1-16,-1 1 0,2 2 0,0 0 0,1 0 0,2 2 15,0 0-15,1 1 0,3-1 0,0 1 0,-1 0 16,3 0-16,-3 0 0,1 0 0,-3-4 0,-1 0 16,1 0-16,-5 2 0,-2 1 0,0-1 0</inkml:trace>
  <inkml:trace contextRef="#ctx0" brushRef="#br0" timeOffset="15002.6289">28063 5795 0,'4'-13'0,"-1"-2"0,-5 8 0,1 1 16,0 5-16,-5 8 16,-9 0-16,-10 7 15,25-14-15,0 0 0,0 0 0,-11 6 0,2 0 16,0 0-16,-1 2 0,0 1 0,1-2 0,9-7 15,-8 8-15,-1-1 0,1 0 0,8-7 0,0 0 16,0 0-16,-5 4 0,2-1 0,0 0 0,-9 19 16,3-2-16,0 1 0,5-4 0,0-2 0,-1 0 0,3-5 15,2 0-15,0 0 0,3-3 0,-1 0 0,1 0 16,4-6-16,-1 1 0,0-1 0,3-4 0,-1 2 16,-1-1-16,3-3 0,-1 1 0,-1 0 0,0-3 15,0 0-15,1 1 0,-2 1 0,-2 1 0,0 0 16,5-4-16,-1 0 0,0 0 0,0-4 0,0 1 0,-1 0 15,0 0-15,0 0 0,1 0 0,-5 0 0,-1 1 16,0-1-16,-1 1 0,-2 0 0,0 1 0,1 2 16,-1-2-16,0 2 0,2-1 0,-2 1 0,0 0 15,1-1-15,0 3 0,0-1 0,0 0 0,0 0 16,0 0-16,3-4 0,-3 3 0,0-2 0,-1 9 16,0 0-16,0 0 0</inkml:trace>
  <inkml:trace contextRef="#ctx0" brushRef="#br0" timeOffset="15239.1294">28301 5535 0,'2'-7'0,"2"2"0,-3 5 0,3 5 15,4 19-15,4-9 16,-5 21-16,2 7 16,-9-43-16,0 0 0,0 0 0,2 15 15,-2-2-15,0 1 0,0-14 0,1 14 0,-1-1 16,0 0-16,2 5 0,-1-2 0,0 1 0,2 0 0,-2-1 15,0 0-15,0 1 0,0-1 0,0 0 0,0-5 16,0 0-16,0-1 0,1-2 0,0 0 0,0-1 16,3 0-16,-1-2 0,-1 0 0,-1-5 0,-1 0 15,0 0-15,1-6 0,0 1 0,0-1 0,-2 6 16,0 0-16,0 0 0,2-3 0,-1-1 0,0 1 16</inkml:trace>
  <inkml:trace contextRef="#ctx0" brushRef="#br0" timeOffset="15502.1294">28511 5517 0,'-1'-9'0,"-2"0"0,7 5 0,-2 7 16,-4 8-16,4 11 16,-2 11-16,7 10 15,-7-43-15,0 0 0,0 0 16,6 14-16,-2-1 0,1 1 0,-5-14 0,3 11 0,-1 0 15,0 0-15,0 10 0,0-1 0,0 0 0,1 1 16,-1 0-16,0 0 0,0-6 0,-2-1 0,0-2 16,2 3-16,-1-2 0,0 1 0,3 2 0,-3-3 15,0 1-15,-1-3 0,0 0 0,0-2 0,0-9 16,0 0-16,0 0 0,0 5 0,0-1 0,0 1 16,-1-3-16,1-1 0,0 0 0</inkml:trace>
  <inkml:trace contextRef="#ctx0" brushRef="#br0" timeOffset="16202.351">28713 5852 0,'4'-12'0,"12"-7"0,3-5 15,2 6 1,4 6-16,-25 12 16,37-27-16,-2-5 15,-35 32-15,0 0 0,0 0 0,9-9 0,-2 1 16,0-1-16,-4 1 0,0 2 0,0-1 0,-3-2 0,0 2 15,0 0-15,-2-1 0,2 1 0,0 0 0,0 7 16,0 0-16,0 0 0,-1-4 0,1 1 0,0 1 16,0 0-16,0 1 0,0 0 0,-6-5 0,2 0 15,0 0-15,-2 5 0,1-1 0,-1 0 0,-2 6 16,2-1-16,0-1 0,0 2 0,-1 0 0,1-1 16,0 4-16,2-1 0,0 1 0,-5 3 0,3 0 0,0 0 15,1 4-15,1-2 0,0 0 0,-2 0 0,2-2 16,0 1-16,3 2 0,1-1 0,0 2 0,-2-4 15,2-1-15,0 1 0,2 3 0,0 1 0,0-2 16,3-3-16,1 0 0,-1 0 0,1 2 0,0 0 0,0 0 16,3-6-16,-1-1 0,0 2 0,3-2 0,0 0 15,-1 0-15,-1-3 0,1 0 0,-1 0 0,2-2 16,0-1-16,-1 0 0,5-2 0,-3 1 0,0 0 16,2-5-16,-3 1 0,1 0 0,-2-3 0,-1 0 0,0 1 15,2-1-15,-3 0 0,0 1 0,2-3 0,-3 0 16,0 0-16,-2-1 0,-1 0 0,1 1 0,4 2 15,-2-1-15,0 1 0,2-2 0,-3 1 0,0-1 16,-1 3-16,-2-1 0,0 0 0,2 2 0,-3 0 16,0 0-16,0 3 0,-1 1 0,0 1 0,0 1 0,-1 0 15,0 1-15,1 0 0,-1 1 0,0 0 0,0-1 16,0 1-16,0 0 0,0 9 0,0-2 0,0 1 16,1 3-16,-1-1 0,0 0 0,-4 0 0,2 0 15,0 0-15,-1 0 0,-1-1 0,1 0 0,0 4 16,2-1-16,0-1 0,-3 0 0,0-1 0,0 0 0,1-2 15,2 2-15,0-2 0,0-1 0,-1 0 0,1 0 16,-1-2-16,0-2 0,0 1 0,1-1 0,1 0 16,0-1-16,0 0 0,0-1 0,0-1 0,-1-2 15,1 0-15,0 1 0,1-3 0,0 0 0,0 1 16,0-4-16,-1 1 0,0 1 0,-1-3 0,1 1 0,0 0 16,3-3-16,-2-1 0,0 1 0,3-3 0,-1 1 15,0-1-15,-1 4 0,0-1 0,0 1 0,2 0 16,-2-1-16,0 0 0,5-8 0,0 2 0,-1-2 15,-1 6-15,0 2 0,0-1 0,4 1 0,-2 1 16,0 0-16,2 0 0,1 2 0,-1-1 0</inkml:trace>
  <inkml:trace contextRef="#ctx0" brushRef="#br0" timeOffset="36705.2406">21261 6867 0,'0'0'0,"0"0"0,0 0 15,42-25 1,19-7 0,17-4-16,-37 18 15,-41 18-15,0 0 0,0 0 0,0 0 16,0 0-16,21-8 0,1 1 0,0 0 0,-22 7 0,0 0 15,49-16-15,-1 1 0,-1 0 0,-47 15 0,52-15 16,0 2-16,-1-2 0,-51 15 0,0 0 0,56-12 16,-1 1-16,0-1 0,-55 12 0,62-11 0,-2 1 15,0 0-15,5 5 0,0-1 0,0-1 0,-65 7 16,0 0-16,33-2 0,-1 0 0,0 1 0,-32 1 0,0 0 16,37-3-16,1 2 0,-1-1 0,2 1 0,0 0 15,1 1-15,6-2 0,-1 2 0,-1 0 0,-44 0 16,0 0-16,40 0 0,-1 0 0,-1 0 0,17 0 15,-2 1-15,1 0 0,-54-1 0,0 0 0,29 1 16,-1-1-16,0 0 0,-2 2 0,-2 0 0,1-1 0,-25-1 16,14 2-16,-3-1 0,0-1 0</inkml:trace>
  <inkml:trace contextRef="#ctx0" brushRef="#br0" timeOffset="60552.05">5422 3156 0,'0'0'0,"0"0"0,0 0 0,0 0 16,0 0-16,0 0 16,56-9-16,-24 3 15,-32 6-15,0 0 0,0 0 0,22-2 16,-5 1-16,2-1 0,-8 0 0,-2 2 0,1 0 15,11-2-15,0 2 0,0 0 0,-8 0 0,0 0 16,-3 0-16,-6 0 0,0 0 0,0 0 0,16-2 16,-1 0-16,-1 1 0,-5 1 0,-3 0 0,0-2 15,21 1-15,-1 0 0,0 1 0,-30 0 0,31-2 0,1 2 16,-2 0-16,7 1 0,1 0 0,-1-1 0,1 2 16,-2-2-16,2 0 0,5 0 0,-1 0 0,2 0 15,-2-1-15,-1 0 0,2 1 0,29-2 0,-1 1 16,1 1-16,-8-1 0,0 0 0,1 1 0,-8 1 0,0-1 15,0 0-15,-3 1 0,-3-1 0,1 0 0,-3 0 16,1 0-16,0 0 0,-1 1 0,0 0 0,-1 0 16,2-1-16,0 0 0,-1 0 0,1 0 0,-3 1 15,1 0-15,2 1 0,0-2 0,0 1 0,3 2 16,-1-2-16,0 1 0,-8 0 0,-1 0 0,-1-1 0,11 3 16,-2-1-16,1 0 0,13 0 0,-1 1 0,0-2 15,-1 3-15,-1-1 0,0 0 0,-7-1 0,0 0 16,0 0-16,-3-2 0,-1 1 0,0 0 0,-4-6 15,-1 1-15,-1 0 0,3-2 0,-1-1 0,1 1 0,-23 2 16,-3 1-16,1 0 0,6-5 0,-1 1 0,0 1 16,-14 1-16,1 1 0,-1 1 0,-6 0 0,-3 1 15,0 0-15,11 0 0,0 0 0,-1 0 0,-5-1 16,-1 1-16,0 0 0,-5 1 0,0 0 0,-1 0 16,-2 0-16,0 0 0,0 0 0,-2 0 0,1 0 0,0 1 15,-1 0-15,1-1 0,0 0 0,-1 2 0,1-2 16,0 0-16,-10 2 0,1-2 0,0 1 0,3 0 15,0 0-15,1-1 0</inkml:trace>
  <inkml:trace contextRef="#ctx0" brushRef="#br0" timeOffset="79319.0818">18546 8244 0,'0'0'0,"0"0"16,0 0-1,0 0-15,0 0 16,0 0-16,0 0 16,0 0-16,0 0 0,0 0 15,0 0-15,0 0 0,0 0 0,0 0 0,0 0 16,0 0-16,0 0 0,0 0 0,3 14 0,0-1 16,1-1-16,-4-12 0,2 7 0,0 1 0,0 0 0,0-6 15,-2 2-15,0-2 0,0-2 0,17-13 0,0 1 16,-1-1-16,-16 13 0,35-23 0,-2 0 0,0 0 15,-33 23-15,41-25 0,0 0 0,1 0 0,-42 25 16,0 0-16,49-24 0,-1 1 0,-1 0 0</inkml:trace>
  <inkml:trace contextRef="#ctx0" brushRef="#br0" timeOffset="108389.8159">19954 9684 0,'0'0'0,"0"0"0,0 0 16,0 0-16,0 0 16,0 0-1,0 0-15,0 0 0,0 0 16,0 0-16,0 0 0,19 0 0,-1 0 0,1 0 16,-8 0-16,0 0 0,1 0 0,-12 0 0,5 0 15,-1 0-15,0 0 0,-4 0 0,22 1 0,-2-1 0,-1 1 16,-19-1-16,12 1 0,-1-1 0,0 1 0,-5-1 15,-2 0-15,0 0 0,-4 0 0,25 0 0,-3 0 16,1 0-16,-23 0 0,0 0 0,15-1 0,-2 1 16,0 0-16,-13 0 0,32-1 0,1 1 0,-1 0 15,-32 0-15,37 0 0,0 0 0,0 0 0,8 1 0,-3 0 16,0 0-16,-42-1 0,41 2 0,-1 0 0,0 1 16,3 1-16,-2-1 0,0 0 0,-41-3 0,68 5 15,-3 0-15,0 0 0,-65-5 0,0 0 0,55 2 16,-3 0-16,1-1 0,-53-1 0,49 5 0,-1-2 15,1 0-15,5 2 0,0-1 0,0 0 0,-54-4 0,53 6 16,-1-3-16,1 0 0,-5-1 0,-2 1 0,1-1 16,-5 1-16,-2 0 0,1 0 0,-41-3 0,0 0 15,35 1-15,-2-1 0,0 1 0,-33-1 0,35 2 16,-1-1-16,0 1 0,-34-2 0,45 2 0,-3 1 16,0-1-16,-42-2 0,0 0 0,41 3 0,-2-2 0,0 0 15,3 0-15,-1 0 0,0 0 0,-41-1 0,46 1 16,-3 1-16,1-1 0,-2 1 0,-2 0 0,1-2 15,-41 0-15,0 0 0,36 2 0,-1-1 0,0 1 16,-35-2-16,35 2 0,0-2 0,1 0 0,-36 0 16,0 0-16,0 0 0,36 0 0,0 0 0,0 0 0,2 0 15,1 0-15,-1 0 0,-38 0 0,0 0 0,39-4 16,-2 3-16,0-2 0,1-2 0,-2 0 0,0 1 16,-3 0-16,-2 0 0,0 1 0,-31 3 0,16-2 15,-2 1-15,1 0 0,4-2 0,0 2 0,-1 1 0,-18 0 16,11-2-16,-1 2 0,0 0 0,-10 0 0,6-2 15,-3 2-15,0 0 0,8 2 0,-2 0 0,1-2 16,-4 1-16,-1-1 0,0 1 0,-3 0 0,0-1 16,1 1-16,-3-1 0,1 0 0,0 0 0,0 0 15,-7 1-15,2 0 0,0 0 0,0 0 0,2-1 0,0 1 16,1 0-16,0-1 0,0 0 0,0 0 0,1 0 16,0 0-16,-1 0 0,1 0 0,0 0 0,0 0 15,-2-5-15,1 1 0,0-1 0</inkml:trace>
  <inkml:trace contextRef="#ctx0" brushRef="#br0" timeOffset="109252.2992">26082 9624 0,'0'0'0,"35"-5"16,-13 3-16,23-8 15,-20 6 1,56-1-16,-35 1 16,-46 4-16,0 0 0,0 0 15,0 0-15,33-1 0,-2 1 0,0 0 0,-31 0 0,0 0 16,55-1-16,-2-1 0,-1 0 0,-52 2 0,58 1 15,0 0-15,0-1 0,-58 0 0,53 3 0,-3 0 16,1-1-16,-51-2 0,94 7 0,-2-1 0,0 0 16,-92-6-16,85 7 0,0-1 0,-1 0 0,-84-6 0,0 0 15,73 8-15,-3 0 0,0 0 0,-70-8 0,34 4 16,-1 0-16,1-1 0,-34-3 0,37 3 0,-1 0 16,0 0-16,-36-3 0,45 4 0,-1-1 0,0 0 15,-44-3-15,57 5 0,-1 0 0,0 1 0,-56-6 16,0 0-16,97 8 0,-2 0 0,0 1 0,-95-9 0,85 7 15,-1-1-15,-1 1 0,-83-7 0,68 6 0,-2 0 16,0 0-16,-66-6 0,54 5 0,-1-1 0,1 1 16,-54-5-16,39 2 0,1 0 0,-1 0 0,-39-2 15,18 1-15,-1 1 0,1-2 0,-12 1 0,0-1 16,0 0-16,0-3 0,1 2 0,-1-1 0,-6 2 16,0 0-16,3-2 0,0 2 0,0-1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18:54.551"/>
    </inkml:context>
    <inkml:brush xml:id="br0">
      <inkml:brushProperty name="width" value="0.05292" units="cm"/>
      <inkml:brushProperty name="height" value="0.05292" units="cm"/>
      <inkml:brushProperty name="color" value="#FF0000"/>
    </inkml:brush>
  </inkml:definitions>
  <inkml:trace contextRef="#ctx0" brushRef="#br0">13434 13802 0,'0'0'0,"0"0"16,0 0-16,0 0 15,17-68 1,-8 27-16,26-47 16,-35 88-16,0 0 0,0 0 0,0 0 15,8-16-15,-1 0 0,-1 0 0,7-5 0,-1-1 16,-1 1-16,-11 21 0,33-45 0,-2 0 0,0 0 0,-31 45 16,18-24-16,-1-1 0,1 1 0,10-7 0,-2 2 15,-1-1-15</inkml:trace>
  <inkml:trace contextRef="#ctx0" brushRef="#br0" timeOffset="4067.3205">19930 11012 0,'0'0'0,"0"0"0,0 0 0,0 0 16,0 0-1,0 0-15,0 0 16,0 0-16,0 0 0,0 0 15,0 0-15,0 0 0,0 0 0,0 0 0,0 0 0,0 0 16,0 0-16,0 0 0,-3-5 0,0 1 0,0 0 16,0 2-16,2-1 0,0 1 0,1 2 0,-1-2 15,0 2-15,0-1 0,1 0 0,0 1 0,0 0 16,-1 0-16,1 0 0,0 0 0,0 0 0,0 0 16,0 0-16,0 0 0,9 6 0,-2 0 0,0-1 0,-7-5 15,7 3-15,-3 1 0,0-2 0,-1 1 0,-2-2 16,0 0-16,-1-1 0,9-3 0,-2 1 0,1-2 15,-8 4-15,5-2 0,-1 1 0,0-1 0,31-22 16,-2 1-16,0 0 0,-33 23 0,41-24 0,-3 1 16,0 0-16,-17 11 0,-2 2 0,-1-1 0</inkml:trace>
  <inkml:trace contextRef="#ctx0" brushRef="#br0" timeOffset="6300.6511">26886 9908 0,'0'0'0,"0"0"0,0 0 0,0 0 15,0 0-15,0 0 16,0 0-16,0 0 16,0 0-16,0 0 0,0 0 0,0 0 15,0 0-15,0 0 0,0 0 0,0 0 0,0 0 16,0 0-16,0 0 0,0 0 0,-2 4 0,2 0 16,0-1-16,-1 1 0,1-2 0,0-1 0,0 1 15,0-2-15,0 1 0,0-1 0,0 0 0,0 0 0,0 0 16,2 4-16,-1 0 0,0 0 0,1-2 0,-2 0 15,0 0-15,1 0 0,-1-2 0,0 1 0,0-1 16,1 1-16,-1-1 0,0 0 0,0 0 0,0 0 16,0 0-16,0 0 0,4 11 0,-1 0 0,1 0 15,-1-5-15,-2 1 0,0-1 0,-1-6 0,1 3 16,0-1-16,0 1 0,-1-3 0,7 10 0,-2-1 0,0 1 16,-5-10-16,4 4 0,0 2 0,-1-1 0,-3-5 15,2 3-15,-1-1 0,0-1 0,-1-1 0,15 2 16,-1 0-16,-1 0 0,-13-2 0,9 1 0,0-1 15,-1 1-15,17-5 0,-2 2 0,-1 0 0,-22 2 16,27-7-16,-2 2 0,0 0 0,-25 5 0,0 0 0,13-3 16,0 0-16,-1 0 0,-12 3 0,26-8 0,-2 1 15,-1 0-15,-9 2 0,-1 1 0,1 0 0,-14 4 16,0 0-16,28-8 0,-3 0 0,1 1 0,-26 7 16,16-5-16,-3 0 0,1 0 0,-14 5 0,39-8 15,-2 0-15,0 0 0,-37 8 0,34-6 0,1 0 0,-1 1 16,-17 3-16,-1 0 0,-1-1 0,-15 3 0,20-3 15,0 0-15,-1 1 0,-19 2 0,11-2 0,-1 1 16,0-1-16</inkml:trace>
  <inkml:trace contextRef="#ctx0" brushRef="#br0" timeOffset="7700.8161">27179 10561 0,'0'0'0,"0"0"0,0 0 0,0 0 16,0 0-16,0 0 16,0 0-16,0 0 15,0 0-15,0 0 0,0 0 16,0 0-16,8-17 0,-1-1 0,0 0 0,-7 18 16,5-11-16,0 0 0,-1 1 0,-4 10 0,12-7 15,-2 0-15,1 0 0,-5 3 0,0 2 0,0-2 16,-6 4-16,13-1 0,-1 1 0,1 0 0,-13 0 0,7 0 15,-1 0-15,0 0 0,-3 1 0,-1-1 0,0 0 16,-2 0-16,8 7 0,-1-2 0,0 0 0,-7-5 16,5 5-16,-2-3 0,1 1 0,1 4 0,-2 1 15,0-1-15,-3-7 0,2 5 0,0-1 0,0 1 16,-6 5-16,2 0 0,0-2 0,2-8 0,-3 7 0,2-2 16,0 0-16,1-5 0,-7 11 0,1 0 0,0-1 15,1-4-15,2 0 0,0 0 0,3-6 0,-7 9 16,1 1-16,0-1 0,2-3 0,1-1 0,0-1 15,1 6-15,0-1 0,0 1 0,2-10 0,-2 5 16,1 0-16,0-1 0,-1-1 0,2-1 0,0 0 0,0-1 16,0-1-16,0 0 0,9 0 0,-3 0 0,0 0 15,-1 0-15,-2 0 0,0 0 0,8 2 0,-2-1 16,0 0-16,-9-1 0,6 1 0,-1 0 0,0-1 16,-5 0-16,3 1 0,-1-1 0,0 0 0,-2 0 15,9 3-15,1-2 0,-1 1 0,-3 0 0,-1-1 0,1 1 16,-6-2-16,10 6 0,-1 1 0,0 0 0,-3-4 15,-1 1-15,0 0 0,3 9 0,-2-1 0,1 0 16,-7-12-16,4 8 0,-1 0 0,0 0 0,-5 4 16,0 1-16,0-1 0,0-5 0,1-1 0,0 1 0,1-7 15,-11 11-15,2-1 0,0-1 0,2-3 0,1-1 16,0 0-16,-8 2 0,0 0 0,1 0 0,13-7 16,-9 5-16,2-1 0,0-1 0,-8 4 0,1 1 15,1-1-15,5-2 0,1-1 0,0 0 0,7-4 16,-14 4-16,3-1 0,0 0 0,5-1 0,-1 0 0,1 0 15,3-2-15,1 0 0,0 0 0,2 0 0,-4-7 16,1 0-16,0 1 0,3 6 0,-2-5 0,-1 2 16,1-1-16,0 3 0,2 0 0,0-1 0</inkml:trace>
  <inkml:trace contextRef="#ctx0" brushRef="#br0" timeOffset="8150.3154">27827 10546 0,'0'0'0,"0"0"0,0 0 0,0 0 15,-25-8-15,9 3 16,-13 10-16,13-1 15,16-4-15,0 0 0,0 0 0,-12 7 16,3-2-16,0 0 0,9-5 0,-7 5 0,1-3 16,1 1-16,5-3 0,-10 10 0,1-1 0,-1 1 15,4-4-15,2-1 0,0 0 0,2-2 0,0-1 16,0 0-16,2-2 0,-6 13 0,2 0 0,0 0 16,0-5-16,2-1 0,0 1 0,2-8 0,-2 12 0,1-2 15,0 2-15,1-12 0,-1 5 0,1 1 0,0 1 16,0-7-16,0 1 0,0 2 0,0-1 0,0-2 15,8 2-15,0-1 0,1 1 0,-9-2 0,6 1 0,-2-1 16,0 1-16,8-7 0,1 0 0,-1 1 0,-12 5 16,7-4-16,0 1 0,-1 0 0,4-7 0,-1 1 15,1 0-15,-10 9 0,0 0 0,5-7 0,0 2 16,0 0-16,-2 3 0,-1-1 0,1 1 0,-3 2 16,4-11-16,-1 0 0,0 1 0,-3 10 0,3-7 0,-2 1 15,0 0-15,-6-2 0,0-1 0,0 1 0,0 4 16,2 0-16,0 1 0,3 3 0</inkml:trace>
  <inkml:trace contextRef="#ctx0" brushRef="#br0" timeOffset="9270.3955">27479 11271 0,'0'0'0,"0"0"0,0 0 0,0 0 16,0 0-16,0 0 15,0 0-15,0 0 16,0 0-16,0 0 0,0 0 0,0 0 0,0 0 16,0 0-16,0 0 0,0 0 0,0 0 0,0 0 15,0 0-15,0 0 0,0-4 0,0 1 0,0-1 16,0 2-16,0-1 0,0 1 0,0 1 0,0 0 0,0 1 15,0-1-15,0 1 0,0 0 0,0 0 0,0 0 16,0 0-16,0 0 0,0 0 0,0 0 0,-2 8 16,0-1-16,0 1 0,1-3 0,0-1 0,0 1 15,-1-3-15,2-1 0,0 1 0,0-2 0,0 1 16,0-1-16,0 1 0,0 0 0,0-1 0,0 0 0,0 10 16,0 1-16,0-2 0,0-9 0,0 7 0,0-1 15,0 0-15,0-3 0,0 0 0,0-1 0,0 0 16,0-2-16,0 1 0,0-1 0,0 1 0,0-1 15,0 0-15,0 0 0,6 10 0,-2 0 0,0 0 0,1-4 16,-3-1-16,0 1 0,6 1 0,-2-1 0,0 0 16,-1-2-16,-1-1 0,-1 0 0,-3-3 0,13 6 15,-2 0-15,1-2 0,-5 0 0,-1-1 0,0 0 16,6 1-16,-2 1 0,1 0 0,-5-3 0,-1 0 16,0 1-16,-5-3 0,8 4 0,1 1 0,-1 0 0,-3-2 15,-1-1-15,0 0 0,5 7 0,-2-1 0,0 0 16,-2-3-16,-2 0 0,0-1 0,-1 5 0,0-1 15,-1 0-15,-1-8 0,1 4 0,-1 0 0,0 1 16,-6 2-16,1 1 0,0-1 0,2-3 0,0 0 16,0-1-16,-9 5 0,2-2 0,0 0 0,10-6 15,-7 5-15,1-1 0,1-1 0,-9 3 0,0 0 0,1 0 16,5-2-16,0-1 0,1-1 0,7-2 0,-13 7 16,0-1-16,1 1 0,5-4 0,0 1 0,1-1 15,-9 1-15,1-1 0,1 0 0,4-1 0,1-1 16,1 1-16,7-2 0,-3 1 0,0-1 0,0 1 15</inkml:trace>
  <inkml:trace contextRef="#ctx0" brushRef="#br0" timeOffset="9500.3925">27475 11239 0,'3'-6'0,"10"-2"0,-2-2 16,14-8-16,8 11 15,-6-5-15,8 4 16,-8-8 0,-27 16-16,0 0 0,0 0 0,6-4 0,-1-1 15,0 0-15</inkml:trace>
  <inkml:trace contextRef="#ctx0" brushRef="#br0" timeOffset="9737.4008">27802 10994 0,'0'0'0,"-1"-2"0,1 4 0,1 0 15,1 5 1,-3-1-16,0-4 16,0-1-16,1-1 0,0 0 0</inkml:trace>
  <inkml:trace contextRef="#ctx0" brushRef="#br0" timeOffset="11217.6254">27680 11793 0,'0'0'0,"0"0"0,0 0 16,0 0 0,0 0-16,0 0 15,0 0-15,7 56 16,-7-56-16,0 0 0,0 0 0,1 11 0,0 0 0,0 0 16,1-6-16,-2-1 0,0 1 0,0-5 0,3 14 15,-2-1-15,0 1 0,0-5 0,0-1 0,0 0 16,0 16-16,1-1 0,-1-1 0,0-9 0,-1 1 15,0-1-15,1-8 0,-1 0 0,0 0 0,2 14 16,-2 1-16,0 0 0,0-20 0,1 12 0,-1-1 0,0 0 16,0-7-16,0 0 0,0 0 0,0-1 0,0-2 15,0 0-15,0 1 0,0-2 0,0 0 0</inkml:trace>
  <inkml:trace contextRef="#ctx0" brushRef="#br0" timeOffset="11751.2991">28034 11823 0,'-2'-9'0,"2"-6"0,3 3 0,-1 5 15,-1 3-15,0 3 16,-5-2-16,-4 13 16,8-10-16,0 0 0,0 0 0,-3 5 15,1-1-15,0 0 0,-3 3 0,2-2 0,-1 0 16,-2 5-16,1-2 0,0 1 0,1 3 0,0-1 16,0 1-16,0 1 0,3 0 0,0-1 0,-4 5 15,2-1-15,0 0 0,-2-2 0,2 0 0,0 0 0,1 1 16,-1 0-16,1-1 0,2 2 0,0-1 0,0 0 15,2-1-15,0-2 0,-1 1 0,2-3 0,-2-1 16,0 0-16,3-1 0,0 0 0,0-1 0,1-2 16,0 0-16,1 0 0,-6-5 0,5 3 0,-2-1 15,0 0-15,5 1 0,-2 0 0,1 0 0,1-5 0,0 0 16,0 0-16,2-2 0,-2-1 0,0 0 0,2 1 16,-3 1-16,0 1 0,-1-5 0,-1 2 0,1 0 15,-1-2-15,-2 0 0,0 0 0,-1 2 0,0 0 16,0 0-16,-4 1 0,1 0 0,0 1 0,-3-2 0,2 2 15,0 0-15,-8 0 0,3 0 0,0 0 0,-6 1 16,1 1-16,1 0 0,-5 0 0,1-1 0,-1 1 16,-3 2-16,-1-1 0,0 0 0,1 2 0,0-2 15,1 1-15,-1 1 0,1 0 0,1 0 0,3-1 16,1 0-16,0-1 0,0 0 0,2-1 0,-1 1 16,3-9-16,2 1 0,0 1 0,2 2 0,2 1 0,0-1 15</inkml:trace>
  <inkml:trace contextRef="#ctx0" brushRef="#br0" timeOffset="11988.7328">28232 11394 0,'1'-2'0,"-2"-1"0,0 2 16,2 9-16,0 3 15,-1 3-15,-8 3 16,8-17-16,0 0 0,0 0 16,0 0-16,0 0 0,-2 4 0,1-2 0,0 0 15</inkml:trace>
  <inkml:trace contextRef="#ctx0" brushRef="#br0" timeOffset="27484.0626">23981 9045 0,'0'0'0,"0"0"0,0 0 15,0 0-15,0 0 16,0 0-1,0 0 1,0 0-16,0 0 0,0 0 0,0 0 0,0 0 0,0 0 16,0 0-16,0 0 0,0 0 0,0 0 0,0 0 15,0 0-15,0 0 0,0 0 0,0 0 0,0 0 16,0 0-16,0 0 0,-6 7 0,3 0 0,0-1 0,3-6 16,0 0-16,-4 4 0,2 0 0,0 0 0,2-4 15,4 7-15,-2-1 0,0 1 0,-2-7 0,3 3 16,-2 1-16,0-1 0,-1-3 0,9 7 0,-2-1 15,0 0-15,-7-6 0,0 0 0,5 4 0,0-1 16,-1 1-16,-4-4 0,0 0 0,34-2 0,-2-1 0,0 0 16,-32 3-16,0 0 0,40-12 0,0-2 0,1 1 15,-41 13-15,0 0 0,52-21 0,0 1 0,0-1 16,-52 21-16,58-21 0,0 0 0,-1 0 0,2 2 16,0 1-16,0-2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20:08.969"/>
    </inkml:context>
    <inkml:brush xml:id="br0">
      <inkml:brushProperty name="width" value="0.05292" units="cm"/>
      <inkml:brushProperty name="height" value="0.05292" units="cm"/>
      <inkml:brushProperty name="color" value="#FF0000"/>
    </inkml:brush>
  </inkml:definitions>
  <inkml:trace contextRef="#ctx0" brushRef="#br0">12166 4119 0,'0'0'0,"0"0"0,0 0 0,0 0 15,0 0-15,0 0 16,0 0 0,0 0-16,0 0 0,0 0 0,0 0 0,0 0 0,0 0 15,0 0-15,8-13 0,1 0 0,-1 1 0,-2 4 16,-1-1-16,0 1 0,-5 8 0,3-3 0,-1 0 16,-1 0-16,1 1 0,-2 2 0,0 0 0,0 0 15,12-4-15,-2 1 0,1 1 0,-5 0 0,0 0 16,0 2-16,-6 0 0,3-2 0,0 2 0,1-1 0,8 2 15,-2 0-15,1 0 0,-11-1 0,6 0 0,0 0 16,0 0-16,-6 0 0,15 2 0,-2-1 0,1 0 16,-14-1-16,0 0 0,7 2 0,0-2 0,0 1 15,-7-1-15,17 1 0,-3-1 0,1 0 0,-15 0 16,26 1-16,-2-1 0,1 1 0,-10 0 0,-3-1 16,1 0-16,-13 0 0,31 2 0,0 1 0,0-1 0,1 0 15,-2 0-15,0 0 0,-30-2 0,15 1 0,0 0 16,-1 0-16,-14-1 0,0 0 0,34 2 0,-2-1 15,0 0-15,2 1 0,-1 0 0,0-1 0,-33-1 16,35 3-16,-3 0 0,0-2 0,-32-1 0,36 5 0,-1-3 16,0 2-16,-35-4 0,33 3 0,0 1 0,0 1 15,-33-5-15,0 0 0,57 8 0,-2-2 0,0 0 16,-6 1-16,1 1 0,0-1 0,-50-7 0,45 5 16,-1 1-16,1-1 0,-2-3 0,-1 0 0,-1 0 15,-20-1-15,-2-1 0,1 0 0,-13 0 0,0 0 0,1 0 16,36 3-16,-1 0 0,1 1 0,-44-4 0,0 0 15,39 0-15,-2 0 0,1 0 0,-38 0 0,33-4 16,-2 2-16,0 1 0,-31 1 0,0 0 0,34 1 16,-1 1-16,0-1 0,-33-1 0,38 3 0,0 1 15,1-1-15,-39-3 0,40 5 0,0-1 0,1-1 0,-1 1 16,-2-2-16,0 1 0,-38-3 0,0 0 0,32 2 16,-1-2-16,0 1 0,-31-1 0,29 2 0,-2-1 15,0-1-15,-27 0 0,26 5 0,0-1 0,0 1 16,-26-5-16,24 2 0,1-2 0,0 1 0,-25-1 15,0 0-15,12 1 0,1-1 0,-1 0 0,-12 0 0,24-4 16,-2 1-16,-1 1 0,-21 2 0,0 0 0,28-2 16,0 0-16,0 0 0,-28 2 0,16-1 0,-3 1 15,1 0-15,-7 0 0,-2 0 0,0 0 0,12 1 16,-1 2-16,1 0 0,-7-2 0,-1 1 0,1 0 0,-5-2 16,-2 0-16,0 0 0,-2 2 0,0-2 0,0 0 15,-12 0-15,0-2 0,1 2 0,3 0 0,1-1 16,-1 0-16,7 1 0,-4-1 0,2 1 0,0 0 15,2 0-15,-11-6 0,1 1 0,1-1 0</inkml:trace>
  <inkml:trace contextRef="#ctx0" brushRef="#br0" timeOffset="7666.4905">9146 5109 0,'0'0'0,"0"0"0,0 0 0,0 0 15,0 0-15,0 0 16,0 0-16,0 0 16,0 0-16,0 0 0,0 0 0,0 0 15,0 0-15,0 0 0,0 0 0,0 0 0,0 0 16,0 0-16,7-14 0,0 0 0,1 1 0,-2 5 15,-2 0-15,0-1 0,-4 9 0,12-7 0,-3 2 16,0-1-16,-3 3 0,-1 0 0,1 1 0,-4 1 0,0 0 16,0-1-16,-2 2 0,14-2 0,1 0 0,-1 0 15,-5 1-15,-1-1 0,0 2 0,-8 0 0,21-3 16,-1 1-16,1-2 0,-10 2 0,1 1 0,-1 0 16,15-1-16,-2 1 0,0-1 0,-24 2 0,41-7 0,0 2 15,1-1-15,-20 2 0,0 1 0,0 1 0,0-1 16,0 0-16,0 0 0,-22 3 0,29-2 0,-1-1 15,0 1-15,4 0 0,-1-1 0,0 1 0,39 0 16,-1 0-16,0-1 0,-69 3 0,59 0 0,-1 0 16,0 0-16,-31 1 0,0-1 0,0 0 0,4-2 15,0 2-15,0-1 0,-31 1 0,29 0 0,0-2 0,0 2 16,0-4-16,-2 1 0,1 1 0,-28 2 0,15-2 16,-2 0-16,1 0 0,13 1 0,-3 1 0,1 0 15,-11 0-15,-1 0 0,1 0 0,-14 0 0,20-2 16,0 2-16,-1 0 0,-7-2 0,-2 2 0,0 0 15,-10 0-15,6-1 0,-3 1 0,0 0 0,-1 0 0,-1 0 16,0 0-16,-1 0 0,2-1 0,-2 1 0,0 0 16,1-1-16,-1 1 0,0 0 0,0 0 0,0 0 15,-15 0-15,-1-2 0,1 1 0</inkml:trace>
  <inkml:trace contextRef="#ctx0" brushRef="#br0" timeOffset="30623.8668">23134 7794 0,'0'0'0,"0"0"0,0 0 0,0 0 16,45-9 0,-17 3-1,30-1-15,-58 7 0,0 0 16,0 0-16,0 0 0,12-2 0,-1 1 0,1 0 16,-12 1-16,0 0 0,26-1 0,1-1 0,0 2 0,-27 0 15,16-1-15,-2 0 0,1 1 0,-15 0 0,18 1 16,1 0-16,-1-1 0,-18 0 0,0 0 0,27 2 15,-1-2-15,0 1 0,-26-1 0,29 2 0,-1-1 16,0 0-16,7 3 0,0-2 0,0 1 0,-35-3 0,18 2 16,-1-2-16,1 2 0,-18-2 0,36 2 0,0 0 15,0 1-15,-36-3 0,0 0 0,39 3 0,-3-2 16,0 1-16,-36-2 0,37 1 0,0 1 0,1-1 16,-38-1-16,47 1 0,-1-1 0,-1 0 0,-45 0 15,50 0-15,-3 1 0,1-1 0,-48 0 0,57 2 0,-2-1 16,1-1-16,-56 0 0,0 0 0,93 1 0,-1-1 15,0 1-15,-92-1 0,82 1 0,-3-1 0,1 1 16,-80-1-16,74 0 0,-1 0 0,-1 0 0,-72 0 16,0 0-16,68 1 0,1-1 0,-1 0 0,-68 0 0,65 2 15,-1-2-15,0 1 0,-64-1 0,64 1 0,0-1 16,0 0-16,-64 0 0,65 0 0,-1 0 0,-1 0 16,-63 0-16,58 0 0,0 0 0,0 0 0,-58 0 15,0 0-15,54 0 0,0 0 0,-1 0 0,-53 0 16,53 0-16,-1 0 0,0 0 0,1 1 0,-1-1 0,0 0 15,-52 0-15,0 0 0,53-1 0,-1 1 0,0 0 16,-52 0-16,49-1 0,-1 1 0,-1 0 0,-47 0 16,50-1-16,-2 1 0,-1 0 0,-47 0 0,45 0 15,-1 0-15,0 0 0,-44 0 0,40-1 0,-1 1 16,0 0-16,-39 0 0,33 0 0,-1 0 0,0 0 0,-32 0 16,29-1-16,0 0 0,0 1 0,-29 0 0,14-1 15,-1 1-15,1 0 0,12-2 0,-1 1 0,0 0 16,-9-1-16,-3 2 0,0-1 0,7-3 0,-1 1 15,-1 0-15,-6 1 0,-3 0 0,0-1 0,-5 2 16,-1 1-16,1-2 0,-2 2 0,-1 0 0,0 0 16,0 0-16,-1 0 0,0 0 0,0 0 0,0 0 0,0 0 15,-2-3-15,2 1 0,0 1 0,-2-2 0,2 2 16,0 0-16,-1 0 0,1 1 0,0 0 0,0-1 16,0 1-16,0 0 0,0 0 0,0 0 0,0 0 15,0 0-15,0 0 0,0 0 0,-9 4 0,2 0 0,0 1 16,2-2-16,1-1 0,-1 0 0,2 0 0,2-1 15,0 0-15,-1 1 0,2-2 0,0 0 0,0 0 16,0 0-16,0 0 0</inkml:trace>
  <inkml:trace contextRef="#ctx0" brushRef="#br0" timeOffset="32799.4324">15335 9709 0,'0'0'0,"0"0"16,0 0-16,47 1 16,-20 0-1,19 2-15,15 5 16,-61-8-16,0 0 15,0 0-15,12 2 0,-1-2 0,-1 1 0,-10-1 0,5 0 16,-2 1-16,0-1 0,-3 0 0,23 5 0,-1-2 16,-1 0-16,-21-3 0,14 3 0,-2-2 0,1 0 15,-13-1-15,28 4 0,-2-2 0,1 0 0,-11 0 16,-2-1-16,1 0 0,-15-1 0,39 2 0,-1 1 16,0 0-16,-38-3 0,37 2 0,-3-1 0,0 0 0,-34-1 15,38 0-15,0 0 0,1 0 0,30-2 0,0 0 16,0 1-16,-69 1 0,0 0 0,0 0 0,38-1 15,-1 0-15,0-1 0,0-1 0,-2-1 0,0 0 16,-35 4-16,59-7 0,0 1 0,0-1 0,-59 7 16,53-8-16,0-1 0,-1 1 0,-52 8 0,25-5 0,0 1 15,0-1-15,-25 5 0,10-2 0,-2 0 0,1 1 16,19-2-16,-2 0 0,1 1 0,-27 2 0,17-2 16,-2 1-16,1 0 0,-16 1 0,36-5 0,-2 2 15,0-2-15,-34 5 0,35-4 0,-2 0 0,1 1 16,-18 0-16,0 1 0,-1 0 0,-15 2 0,29-4 0,-2 1 15,0 0-15,-27 3 0,16-3 0,-1 2 0,-1-1 16,-14 2-16,29 3 0,-1 0 0,0-1 0,-28-2 16,15 3-16,1-1 0,-1-1 0,-15-1 0,8 2 15,-3-2-15,0 0 0,-5 0 0,2 1 0,0-1 16,0 0-16</inkml:trace>
  <inkml:trace contextRef="#ctx0" brushRef="#br0" timeOffset="54366.5001">27365 11356 0,'0'0'0,"72"-6"0,-28 1 16,16-6-16,-28 3 16,73 0-1,-105 8-15,0 0 0,0 0 0,0 0 16,41-2-16,-2-2 0,1 2 0,-40 2 0,41-3 16,0 1-16,1 0 0,-42 2 0,44-3 0,1 1 0,-1-1 15,-44 3-15,41-2 0,1 1 0,-1 0 0,-41 1 16,45-1-16,-1 1 0,-1 0 0,-21-1 0,0 1 15,-1 0-15,15 0 0,-2 0 0,0 0 0,-34 0 16,38-2-16,-1 2 0,0 0 0,0 0 0,-2 0 16,0 0-16,-35 0 0,39-1 0,-2 1 0,1 0 15,-38 0-15,33-3 0,0 2 0,0 0 0,0-2 0,0 0 16,0 0-16,-33 3 0,18-2 0,-3 0 0,1 1 16,10 1-16,1 0 0,0 0 0,-11 1 0,-2-1 15,1 0-15,2-1 0,-1-1 0,-1 1 0,-15 1 16,8 0-16,1-1 0,-1 0 0,-8 1 0,14-5 15,0-1-15,-1 1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21:13.902"/>
    </inkml:context>
    <inkml:brush xml:id="br0">
      <inkml:brushProperty name="width" value="0.05292" units="cm"/>
      <inkml:brushProperty name="height" value="0.05292" units="cm"/>
      <inkml:brushProperty name="color" value="#FF0000"/>
    </inkml:brush>
  </inkml:definitions>
  <inkml:trace contextRef="#ctx0" brushRef="#br0">18880 10182 0,'0'0'0,"0"0"0,0 0 15,0 0-15,0 0 16,0 0-16,0 0 15,0 0-15,0 0 0,0 0 0,0 0 16,0 0-16,0 0 0,0 0 0,0 0 0,0 0 16,0 0-16,0 0 0,12 4 0,0-1 0,-1 0 15,-3-1-15,0 0 0,-1 0 0,-7-2 0,4 1 16,-2 0-16,0-1 0,-2 0 0,7 7 0,0-2 16,-1 0-16,-1-1 0,-2-1 0,0 1 0,-3-4 15,2 1-15,-1 1 0,0-1 0,-1-1 0,9 4 0,-3 2 16,0-2-16,-6-4 0,4 2 0,0 0 0,0 1 15,7-3-15,-2 1 0,0-1 0,-9 0 0,7 2 16,-2-2-16,0 0 0,-5 0 0,18-13 0,-1 2 16,0-1-16,4-7 0,1 2 0,0 0 0,-22 17 15,27-19-15,-2 1 0,1-1 0,-26 19 0,34-21 0,-2 0 16,0 0-16,-1 2 0,-1 2 0,0-1 0</inkml:trace>
  <inkml:trace contextRef="#ctx0" brushRef="#br0" timeOffset="2883.2605">21066 11258 0,'0'0'0,"0"0"0,0 0 0,0 0 15,0 0 1,0 0-16,0 0 16,0 0-16,0 0 0,0 0 0,0 0 15,0 0-15,0 0 0,0 0 0,0 0 0,0 0 16,0 0-16,10 3 0,0 0 0,-1-1 0,-3 0 16,0-1-16,1 1 0,9 2 0,-1-2 0,-1 1 15,-14-3-15,10 2 0,-1-1 0,-1 1 0,-8-2 16,3 1-16,0-1 0,0 1 0,-3-1 0,1 0 15,0 0-15,0 0 0,-1 0 0,21 6 0,0-1 0,-1 0 16,6 1-16,-1 0 0,0 0 0,1-2 0,-2 0 16,1 0-16,-25-4 0,57 6 0,-2-1 0,0 0 15,-10-7-15,0 2 0,-1-1 0,-44 1 0,39-3 16,-2 0-16,1 1 0,-8-1 0,0-1 0,0 1 16,-30 3-16,0 0 0,28-4 0,-2 1 0,1-1 0,-27 4 15,14-3-15,-1 1 0,1 1 0,-14 1 0,0 0 16,17-5-16,0 0 0,-1 1 0,6-3 0,-1 1 15,-1 0-15,-20 6 0,0 0 0,25-9 0,0 1 0,0-1 16,2-1-16,-1-1 0,1 1 0,-27 10 0,0 0 16,14-7-16,-1 2 0,1 0 0,-14 5 0,20-13 15,0 0-15,0 0 0,3-5 0,1 1 0,0 1 16,-24 16-16,21-19 0,-1 2 0,1-1 0,-11 8 16,0 2-16,-1-1 0,8-12 0,-1 3 0,-1-2 15,-15 20-15,9-12 0,-1 2 0,0 0 0,5-12 0,-3 1 16,0-2-16,-10 23 0,5-11 0,1-1 0,-1 1 15,-5 11-15,7-24 0,-1 0 0,0 1 0,-6 23 16,5-13-16,-2 1 0,0-1 0,0-10 0,-2 1 16,0 0-16,-1 22 0,2-12 0,-2 0 0,0-1 15,0 13-15,-3-24 0,1 1 0,0-1 0,-1 10 0,2 2 16,0-1-16,1 13 0,-10-20 0,1 0 0,0 1 16,4 8-16,-1 1 0,1 0 0,5 10 0,-14-18 15,-1 0-15,1 0 0,14 18 0,-10-11 0,3 2 16,0-2-16,-16-3 0,3 0 0,-1 1 0,21 13 15,-12-9-15,0 2 0,1 0 0,11 7 0,-27-13 0,1 0 16,0 1-16,12 4 0,-1 1 0,1 0 0,14 7 16,-30-9-16,1 2 0,0-1 0,12 4 0,2-1 15,-1 2-15,-18-4 0,0 2 0,0 0 0,1 0 16,2 2-16,0 0 0,16 1 0,-1 1 0,0-1 0,16 2 16,-33 0-16,1-1 0,0 1 0,1 0 0,0 1 15,0-1-15,16 2 0,0-2 0,1 1 0,-19 2 16,1 1-16,0-1 0,2 2 0,0 0 0,0-1 15,30-4-15,-15 3 0,1-1 0,-1 1 0,-15 4 0,0 0 16,0 1-16,13-3 0,0-1 0,1 1 0,-10 4 16,2-1-16,0 0 0,24-8 0,-27 10 0,1 0 15,0 1-15,12-6 0,2-1 0,0 2 0,-11 5 16,2 1-16,1 0 0,20-12 0,-25 14 0,2-1 16,0 1-16,12-5 0,0-2 0,-1 0 0,-4 6 15,-1 1-15,1 1 0,-3 3 0,2-2 0,1 1 0,16-17 16,-8 9-16,-1 0 0,1-1 0,-3 12 0,-1-1 15,1-1-15,5-7 0,0-1 0,-1 0 0,-2 12 16,1 0-16,0 0 0,8-22 0,-6 13 0,2-2 16,0 1-16,0 9 0,2 0 0,0 0 0,1-10 0,0 1 15,0-2-15,3 14 0,-2-2 0,0 0 0,1-9 16,-1-1-16,0 0 0,0-12 0,5 20 0,0-2 16,0 0-16,-2-8 0,1 0 0,-1 0 0,5 9 15,0-1-15,0 0 0,-2-8 0,-1 0 0,0 0 16,-5-10-16,13 14 0,-1 1 0,-1 0 0,-3-8 0,-1 1 15,-1-1-15,10 7 0,-1-2 0,-1 0 0,-5-4 16,-1-3-16,0 2 0,11 1 0,-3 0 0,1 0 16,-17-8-16,9 4 0,0 0 0,1-1 0,6 1 15,0-1-15,-1 0 0,-6-1 0,0-1 0,-1 0 16,13 1-16,-3 1 0,1-1 0,-8 0 0,0 0 0,-1-2 16,-10 0-16,0 0 0,0 0 0</inkml:trace>
  <inkml:trace contextRef="#ctx0" brushRef="#br0" timeOffset="7599.4311">17926 14139 0,'0'0'0,"0"0"0,0 0 16,0 0-16,0 0 16,50-12-16,-19 6 15,-31 6-15,0 0 0,0 0 0,0 0 16,16-14-16,1 1 0,-1 0 0,3-9 0,-3 2 15,1-1-15,-17 21 0,0 0 0,8-12 0,1 2 0,-1-1 16,21-33-16,-2 2 0,-1 0 0,-26 42 0,42-56 16,-1 1-16,0 0 0,-41 55 0,0 0 0,0 0 15</inkml:trace>
  <inkml:trace contextRef="#ctx0" brushRef="#br0" timeOffset="8399.569">21680 11618 0,'0'0'0,"0"0"0,0 0 0,46 22 16,-19-9-16,10 15 15,-18-13 1,-13-9-16,-6-6 0,0 0 16,0 0-16,0 0 0,10 6 0,-2 0 0,0 0 0,-2-3 15,-1 0-15,-1 1 0,-2-4 0,0 2 0,0-1 16,-2-1-16,2 0 0,-2 1 0,0 0 0,0-1 16,0 0-16,0 0 0,1 0 0,-1 0 0,0 0 15,9-7-15,-1 1 0,-1 0 0</inkml:trace>
  <inkml:trace contextRef="#ctx0" brushRef="#br0" timeOffset="8516.5662">21770 11575 0,'-18'14'0,"-10"16"0,-7 18 15,1 17-15,-4 15 16,5 16-16,5 12 16,3 7-16,25-115 0,0 0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21:48.609"/>
    </inkml:context>
    <inkml:brush xml:id="br0">
      <inkml:brushProperty name="width" value="0.05292" units="cm"/>
      <inkml:brushProperty name="height" value="0.05292" units="cm"/>
      <inkml:brushProperty name="color" value="#FF0000"/>
    </inkml:brush>
  </inkml:definitions>
  <inkml:trace contextRef="#ctx0" brushRef="#br0">4821 10267 0,'0'0'0,"0"0"0,0 0 16,0 0 0,0 0-16,-51-6 15,18 3-15,21 2 16,12 1-16,0 0 0,0 0 0,-3 0 16,2 0-16,0 0 0,-7 3 0,0-3 0,2 1 15,-2 0-15,4 0 0,1-1 0,0 2 0,1-2 16,0 0-16,0 0 0,2 0 0,0 0 0,0 0 15,0 0-15,0 0 0,0 0 0,0 0 0,0 0 16,0 0-16,0 0 0,0 0 0,0 0 0,0 0 0,0 0 16,0 0-16,13 1 0,0 0 0,-3-1 0,-2 1 15,-1-1-15,-1 0 0,-6 0 0,4 0 0,-2 0 16,1 0-16,5-1 0,1 1 0,2 0 0,-7 0 16,1 0-16,1 0 0,4-2 0,-1 2 0,1-2 15,-10 2-15,0 0 0,4 0 0,2 0 0,-1 0 0,12-5 16,0 3-16,-1-1 0,-16 3 0,11-2 0,-2 0 15,-2 0-15,17 0 0,0 0 0,-3 1 0,-21 1 16,14-2-16,-2 1 0,1 0 0,-13 1 0,19-3 16,0 1-16,-2 1 0,-7 0 0,-1 1 0,0-1 15,-9 1-15,27-1 0,-3-1 0,1 0 0,-12 1 0,1-1 16,-1 2-16,-13 0 0,29-2 0,0 1 0,0 1 16,-11-1-16,-2 1 0,0-1 0,-16 1 0,32-1 15,-1 0-15,0 0 0,2 1 0,-4 0 0,1 0 16,-30 0-16,29 0 0,-3 0 0,1 0 0,4 1 0,-2 1 15,0-1-15,-29-1 0,29 1 0,-2 1 0,0-1 16,0 1-16,-1-1 0,-3 0 0,-23-1 0,28 3 16,0-1-16,0 0 0,-1 1 0,0-1 0,0 0 15,-27-2-15,45 4 0,0-1 0,0-1 0,-7 0 16,1 0-16,-1-1 0,-38-1 0,34 4 0,-1-2 0,0 1 16,-1-1-16,-1-1 0,0 0 0,-31-1 0,33 0 15,-2 0-15,0 0 0,-31 0 0,31 0 0,0 0 16,0 0-16,0 0 0,0 1 0,0-1 0,-31 0 15,32-1-15,-1 1 0,0 0 0,-31 0 0,31-2 0,0 2 16,0 0-16,2 0 0,0 0 0,0 0 0,-33 0 16,34-2-16,0 2 0,0 0 0,-34 0 0,33 0 15,0 0-15,-2 0 0,6-3 0,-1 0 0,2 0 16,-38 3-16,36-4 0,-1 1 0,0 1 0,-35 2 16,39-3-16,0 0 0,-1 1 0,-1 0 0,0 2 15,0-1-15,-37 1 0,40-3 0,-1 1 0,0 1 16,-39 1-16,38-2 0,-1 1 0,0 0 0,3-2 0,-2 1 15,1 0-15,-2-1 0,0 1 0,0 0 0,-37 2 16,39-3-16,-2 2 0,0-1 0,-1-1 0,-2 2 16,0 0-16,-34 1 0,37-2 0,-1 0 0,0 0 15,1 0-15,-2 0 0,0 0 0,-35 2 0,39-1 0,-3 0 16,0 0-16,1-1 0,0 2 0,1 0 0,1-1 16,-2 1-16,0 0 0,-37 0 0,39 0 0,-3 0 15,0 0-15,1 0 0,0 0 0,1 0 0,-38 0 16,37-2-16,-1 2 0,0 0 0,3-1 0,0 0 15,-1 0-15,-38 1 0,37-1 0,0 1 0,0-1 0,1 0 16,-2 0-16,0 0 0,0-1 0,0 1 0,1 0 16,-37 1-16,38-2 0,0 1 0,0-1 0,-1 1 15,-1 0-15,-1-1 0,-35 2 0,37-2 0,-1 0 16,0 1-16,-1-1 0,1 1 0,-1 0 0,-35 1 16,36-2-16,-1 1 0,0 1 0,2-2 0,0 1 15,-1 0-15,2 0 0,-2 0 0,0 1 0,-36 0 0,38-1 16,-2 1-16,0 0 0,-36 0 0,36-1 0,0 1 15,0 0-15,1-1 0,-2 1 0,0 0 0,-35 0 16,38-1-16,-1 1 0,1 0 0,0 1 0,-1-1 16,0 0-16,-37 0 0,39-1 0,-1 1 0,-1 0 0,0-1 15,-1 1-15,0 0 0,2-1 0,-1 0 0,0 1 16,-37 0-16,38-1 0,-1 1 0,-1 0 0,1 1 16,-2-1-16,0 0 0,-35 0 0,34 1 0,0-1 15,0 0-15,1 1 0,-2-1 0,0 0 0,-33 0 16,35 1-16,-2-1 0,0 0 0,3 1 0,0-1 0,1 0 15,-37 0-15,35 0 0,0 0 0,0 0 0,1-1 16,-2 1-16,0 0 0,-34 0 0,37-1 0,-2 1 16,0 0-16,2 0 0,-1 0 0,0 0 0,0 0 15,-1 0-15,0 0 0,-35 0 0,36 0 0,0 0 16,0 0-16,-1-1 0,1 0 0,-1 1 0,-35 0 16,36-1-16,-1 1 0,0 0 0,-1 1 0,-1-1 0,0 0 15,-33 0-15,36 1 0,-1-1 0,0 0 0,0 1 16,-2-1-16,0 0 0,-33 0 0,37-1 0,-1 1 15,-1 0-15,0 0 0,-1 0 0,0 0 0,-34 0 16,36-1-16,-1 0 0,0 1 0,2 0 0,-3 0 0,0 0 16,-34 0-16,36 0 0,-2 0 0,0 0 0,0 0 15,0 0-15,1 0 0,-35 0 0,36-2 0,-2 0 16,0 1-16,2-1 0,-2 1 0,0-1 0,-34 2 16,38-1-16,-3-1 0,0 1 0,0 0 0,-1-1 0,0 1 15,1 1-15,-2 0 0,1 0 0,-34 0 0,32-2 16,0 0-16,0 0 0,2-1 0,0 1 0,0 0 15,-34 2-15,35-2 0,0 0 0,0 1 0,2-2 16,-1 2-16,0-1 0,-36 2 0,35-1 0,-1-1 16,0 1-16,0 1 0,-1-1 0,1 1 0,-34 0 0,32-2 15,0 1-15,0 0 0,1-1 0,-1 2 0,0-1 16,-32 1-16,32 0 0,0 0 0,0-2 0,0 1 16,0 0-16,0 1 0,-32 0 0,31-2 0,0 1 15,0-1-15,3 1 0,0 0 0,0 1 0,-34 0 16,33-2-16,-2 0 0,0 0 0,1 2 0,1-1 0,-1 1 15,-32 0-15,32-2 0,-2 0 0,0 1 0,3-1 16,-2 2-16,0-2 0,-31 2 0,32-1 0,0 0 16,0 1-16,3-2 0,-2 1 0,0 1 0,-33 0 15,34-2-15,-2 2 0,0 0 0,1 0 0,0 0 0,0 0 16,-33 0-16,33 0 0,-2 0 0,0 0 0,-2 0 16,1 0-16,0 0 0,-30 0 0,31 2 0,-2-2 15,0 0-15,2 0 0,0 0 0,0 0 0,-31 0 16,32 1-16,-2-1 0,0 0 0,0 0 0,-1 1 15,0 0-15,-29-1 0,30 1 0,-1 0 0,0 1 0,0 0 16,0 1-16,0-1 0,-29-2 0,37 7 0,0-1 16,0 0-16,-18-2 0,0 0 0,-1-1 0,-18-3 15,0 0-15,0 0 0,19-2 0,0 0 0,-1 1 16,-18 1-16,25 0 0,0 1 0,0-1 0,13 5 16,-1 0-16,0-1 0,-37-4 0,40 5 0,0-1 15,-1 1-15,-2-2 0,-1 0 0,1 0 0,-37-3 0,33 2 16,-1 0-16,0 0 0,-2-1 0,-1-1 0,0 0 15,-29 0-15,36-4 0,0 1 0,0 0 0,-2 1 16,0 0-16,0 0 0,-34 2 0,30-2 0,-1 2 16,0-2-16,-15 1 0,-1 1 0,1 0 0,-14 0 0,23 3 15,1-1-15,0-1 0,2 0 0,0-1 0,-1 0 16,-25 0-16,28 0 0,-1 0 0,0 0 0,1 1 16,-2 0-16,0-1 0,-26 0 0,27-1 0,-1 0 15,1 0-15,3 1 0,-1 0 0,0 0 0,0 1 16,0 0-16,0 0 0,-29-1 0,30 1 0,-1-1 0,0 1 15,-1 0-15,0 0 0,0-1 0,-28 0 0,26 0 16,1 0-16,0 0 0,-12 1 0,-3-1 0,0 0 16,-12 0-16,27 2 0,-1-1 0,0 1 0,-12-1 15,1 0-15,-1 1 0,12-1 0,-2 1 0,0 0 16,-24-2-16,13 2 0,0-1 0,-1 1 0,8-4 0,-1 1 16,1 1-16,-20 0 0,11-1 0,-1 0 0,-1 1 15,11 0-15,-3 0 0,1 0 0,-8 0 0,-1 0 16,1 0-16,-10 0 0,4 0 0,0 0 0,0 0 15,-2 0-15,-1 0 0,0 0 0,-1 0 0,1 0 0,-1 0 16,0 0-16,0 0 0,0 0 0,0 0 0,0 0 16,0 0-16,0 0 0</inkml:trace>
  <inkml:trace contextRef="#ctx0" brushRef="#br0" timeOffset="24710.7594">17813 12200 0,'0'0'0,"0"0"16,0 0-16,0 0 16,0 0-1,0 0-15,0 0 16,0 0-16,0 0 0,0 0 0,0 0 16,0 0-16,0 0 0,0 0 0,0 0 0,0 0 0,0 0 15,-2 3-15,2 0 0,0 0 0,0-3 0,-2 2 16,2-1-16,0 1 0,0 0 0,0-2 0,0 0 15,0 0-15,9 10 0,-3 0 0,0-1 0,-2-3 16,0 0-16,0-1 0,-4-5 0,3 2 0,-2 0 16,1 0-16,-2-2 0,1 1 0,-1-1 0,0 1 0,9 3 15,0 0-15,0 0 0,-9-4 0,6 3 0,-1-1 16,0 1-16,-5-3 0,14-8 0,1 1 0,-1 0 16,4-10-16,0 2 0,-1-2 0,-17 17 0,24-23 15,-1 0-15,-1 0 0,-22 23 0,30-25 0,-2 0 16,0 1-16,9-5 0,-1 0 0,1 1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23:16.119"/>
    </inkml:context>
    <inkml:brush xml:id="br0">
      <inkml:brushProperty name="width" value="0.05292" units="cm"/>
      <inkml:brushProperty name="height" value="0.05292" units="cm"/>
      <inkml:brushProperty name="color" value="#FF0000"/>
    </inkml:brush>
  </inkml:definitions>
  <inkml:trace contextRef="#ctx0" brushRef="#br0">17869 13267 0,'0'0'0,"0"0"0,0 0 16,0 0-1,0 0-15,0 0 16,0 0-16,0 0 16,0 0-16,0 0 0,0 0 0,0 0 0,0 0 0,0 0 15,0 0-15,0 0 0,0 0 0,12 4 0,-2 0 16,0-1-16,-3 1 0,0-2 0,-1 1 0,-6-3 16,3 1-16,0 0 0,0-1 0,-1 1 0,-2-1 15,0 0-15,0 0 0,15-3 0,-3 1 0,1 0 16,-5-1-16,-1 2 0,0 0 0,-7 1 0,25-25 0,-2 0 15,0 1-15,8-7 0,-1 1 0,0 0 0,-30 30 16,35-29-16,-2 0 0,0 1 0,-16 14 0,-1 0 16,-1 0-16,-15 14 0,0 0 0,0 0 0</inkml:trace>
  <inkml:trace contextRef="#ctx0" brushRef="#br0" timeOffset="700.568">20629 12975 0,'0'0'0,"0"0"0,0 0 15,0 0 1,0 0-16,0 0 16,0 0-16,0 0 0,0 0 15,0 0-15,0 0 0,0 0 0,0 0 0,0 0 16,0 0-16,0 0 0,0 0 0,0 0 0,0 0 15,0 0-15,4 7 0,-2-2 0,0 1 0,1-2 16,-2 0-16,0 1 0,1-3 0,-2-1 0,0 0 0,8 6 16,-2 0-16,0-1 0,-2-2 0,0 1 0,0-1 15,-4-4-15,2 1 0,-1 1 0,1-1 0,6-10 16,0 1-16,0 0 0,-8 8 0,25-23 16,0 1-16,0 0 0,-10 9 0,-1 1 0,-1 0 0,-13 12 15,16-12-15,-1 0 0,1 1 0,9-7 0,0 1 0,0-1 16,-25 18-16,0 0 0,0 0 0</inkml:trace>
  <inkml:trace contextRef="#ctx0" brushRef="#br0" timeOffset="2116.7139">21564 11713 0,'0'0'0,"0"0"0,0 0 15,0 0-15,0 0 16,0 0 0,0 0-16,0 0 15,0 0-15,0 0 0,0 0 0,0 0 16,0 0-16,0 0 0,0 0 0,0 0 0,0 0 15,-9-4-15,1 0 0,-1 1 0,4 1 0,0 0 16,0 1-16,5 1 0,-2-1 0,0 0 0,0 0 16,0 0-16,2 1 0,0 0 0,-1 0 0,1 0 0,0 0 15,0 0-15,7 3 0,-2-1 0,0 1 0,-1-1 16,-1-1-16,0 0 0,0 0 0,-2 0 0,0-1 16,-1 0-16,9 3 0,-2-1 0,0 0 0,-7-2 15,6 1-15,-2 1 0,0-1 0,-4-1 0,0 0 0,3 1 16,-2-1-16,0 0 0,-1 0 0,0 0 0,11 2 15,0 0-15,-1 1 0,-4-1 0,0 0 0,1-2 16,-7 0-16,17 2 0,-1 0 0,-1 0 0,-15-2 16,11 1-16,-3 0 0,0 0 0,-8-1 0,0 0 15,18 1-15,-3-1 0,1 1 0,-16-1 0,8 0 16,0 0-16,0 0 0,-8 0 0,27 1 0,-2-1 16,0 1-16,-11 0 0,1-1 0,-1 0 0,-14 0 0,7 0 15,-2 0-15,0 0 0,21-1 0,-3 1 0,1 0 16,4-2-16,0 1 0,0 0 0,-28 1 0,14-1 15,0 0-15,-1 1 0,6-1 0,-3 0 0,1 1 16,-17 0-16,25 1 0,-2-1 0,-1 0 0,-9 0 16,-1 0-16,0 0 0,-12 0 0,18 0 0,-1 1 0,-1-1 15,-6 2-15,-1-2 0,-1 1 0,-8-1 0,0 0 16,12 2-16,-1-1 0,-1 0 0,-4 0 0,-1 0 16,1 1-16,-6-2 0,2 0 0,0 0 0,0 0 15,-2 0-15,2 0 0,-2 0 0,0 0 0,1 0 16,-1 0-16,0 0 0,0 0 0,0 0 0,0 0 0,0 0 15,-1 6-15,1-1 0,0 0 0,0-5 0,-1 4 16,1-1-16,0-1 0,0 1 0,0-2 0,0 0 16</inkml:trace>
  <inkml:trace contextRef="#ctx0" brushRef="#br0" timeOffset="3153.7081">20429 12264 0,'0'0'0,"0"0"15,0 0 1,0 0-16,0 0 15,0 0-15,0 0 16,0 0-16,0 0 16,0 0-16,0 0 0,0 0 0,7 1 0,-1-1 15,0 0-15,-2 1 0,-1-1 0,0 0 0,0 0 16,-2 0-16,0 0 0,11 2 0,-3-1 0,0 1 0,-9-2 16,8 1-16,-3 0 0,0 1 0,-2-2 0,-1 0 15,0 0-15,0 1 0,-2-1 0,0 0 0,0 0 16,1 0-16,-1 0 0,0 0 0,13-1 0,-3 0 15,0 0-15,-10 1 0,9-1 0,-3 1 0,0 0 0,8-2 16,-3 1-16,0 1 0,-4-1 0,0 1 0,-1 0 16,-6 0-16,13-3 0,1 2 0,-1-1 0,-6 0 15,1 1-15,-1 0 0,-7 1 0,14-4 0,1 2 16,-1 0-16,-4 0 0,-3 1 0,0 0 0,-7 1 16,17-4-16,-1 1 0,1 0 0,-17 3 0,10-2 15,-2 0-15,1 0 0,13-2 0,0 1 0,0 1 0,-22 2 16,29-3-16,-1 0 0,-1 0 0,2 1 0,-2-1 15,0 0-15,-27 3 0,29-3 0,-2 1 0,0 1 16,-13-1-16,0 0 0,-1 1 0,-13 1 0,19-3 16,-3 2-16,1-1 0,-7 0 0,-2 1 0,1 0 0,13-2 15,1 1-15,0 0 0,-23 2 0,0 0 0,13-1 16,-1 0-16,-1 0 0,6-1 0,-1 0 0,1 1 16,-17 1-16,0 0 0,8-2 0,0 1 0,1 1 15,-9 0-15,26-5 0,-1-1 0,0 1 0,-25 5 16,16-3-16,-2 0 0,0 0 0,-14 3 0,17-1 0,0-1 15,-1 1-15,-7 0 0,0 1 0,-1 0 0,-8 0 16,19 0-16,-3-1 0,1 0 0,-6 0 0,-2 1 16,1-1-16,-10 1 0,5 0 0,-2 0 0,0 0 15,-2 0-15,0 0 0,0 0 0,-1 0 0,1 0 16,-1 0-16,0 0 0,0 0 0,0 0 0,0 0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24:28.352"/>
    </inkml:context>
    <inkml:brush xml:id="br0">
      <inkml:brushProperty name="width" value="0.05292" units="cm"/>
      <inkml:brushProperty name="height" value="0.05292" units="cm"/>
      <inkml:brushProperty name="color" value="#FF0000"/>
    </inkml:brush>
  </inkml:definitions>
  <inkml:trace contextRef="#ctx0" brushRef="#br0">13234 5213 0,'0'0'0,"0"0"0,0 0 0,0 0 15,0 0 1,0 0-16,0 0 16,0 0-16,0 0 0,0 0 0,0 0 15,16-7-15,-1-2 0,-1 1 0,-5 3 0,1 0 16,-1 1-16,-9 4 0,0 0 0,12-4 0,1 1 0,-1 1 15,-12 2-15,9-2 0,-3 2 0,0-1 0,15 1 16,-3 0-16,1 0 0,-19 0 0,12 1 0,-1-1 16,-1 0-16,-10 0 0,4 0 0,0 0 0,0 0 15,15 2-15,-2-1 0,1 0 0,-18-1 0,11 2 16,-1-2-16,-1 0 0,23 0 0,0 0 0,0 0 0,-32 0 16,35-2-16,-1 2 0,1 0 0,-2 0 0,-2 0 15,0 0-15,-31 0 0,31-2 0,-1 2 0,0 0 16,6-2-16,-1 2 0,0-1 0,-35 1 0,35 0 15,0 0-15,0-2 0,-35 2 0,41 2 0,-1-2 16,0 1-16,0 1 0,-1-1 0,0 0 0,-39-1 0,45 2 16,-3-2-16,0 0 0,-42 0 0,0 0 0,66 1 15,-1-1-15,0 0 0,-65 0 0,60 2 0,0-1 16,0 0-16,-60-1 0,0 0 0,60 2 0,-1-2 16,1 1-16,-60-1 0,59 3 0,-1 0 0,0-1 15,-58-2-15,58 2 0,0 1 0,0-1 0,-58-2 0,0 0 16,52 3-16,1-1 0,0 0 0,-4 2 0,-1-2 15,0 0-15,-5 1 0,0-1 0,1-1 0,-44-1 16,38 2-16,-2-1 0,0 0 0,-36-1 0,19 2 16,-2-2-16,-1 1 0,-16-1 0,30 1 0,-2-1 0,0 0 15,-28 0-15,0 0 0,32-2 0,-1 1 0,0 0 16,-15 0-16,0 1 0,-1 0 0,-15 0 0,25-1 16,-1-1-16,0 1 0,-12 1 0,1-2 0,-1 2 15,-12 0-15,6-1 0,-2 1 0,0 0 0,0 0 16,-3 0-16,0 0 0,-1 0 0,4 3 0,0-1 0,0 0 15,-2 0-15,0-1 0,0 1 0,-2-2 0,0 0 16,-10-6-16,1 0 0,-1 0 0</inkml:trace>
  <inkml:trace contextRef="#ctx0" brushRef="#br0" timeOffset="29483.6578">13989 10810 0,'0'0'0,"0"0"0,0 0 15,61 4 1,-23-1-16,22 1 16,-29-2-1,-31-2-15,0 0 0,0 0 0,21 0 0,0 0 16,-1 0-16,-20 0 0,28-1 0,0 1 0,0 0 16,-28 0-16,31-3 0,0 2 0,0 0 0,-31 1 0,33-2 15,-2-1-15,0 1 0,-31 2 0,32-2 0,-2 1 16,0-1-16,-30 2 0,30-2 0,0 0 0,0 1 15,7-1-15,0 1 0,-1 0 0,-36 1 0,38-3 16,-1 1-16,0 0 0,7-2 0,-1 1 0,1 0 16,-44 3-16,43-3 0,0 1 0,1-1 0,33-4 15,0 2-15,-1 0 0,-76 5 0,72-6 0,-3 1 0,0 1 16,-8 0-16,0 1 0,0-1 0,-61 4 0,57-4 16,0 1-16,0 0 0,-3 3 0,-1-1 0,0 1 15,-53 0-15,53-2 0,-1 1 0,1 0 0,0-1 16,-2 2-16,1 0 0,-52 0 0,51-1 0,-1 1 0,1 0 15,0-2-15,-3 0 0,1 0 0,-49 2 0,48-2 16,1 0-16,-1-1 0,-2 2 0,-2 0 0,1-1 16,-45 2-16,45-1 0,0-1 0,-1 1 0,-44 1 15,44 0-15,-3-1 0,0 0 0,2-1 0,-2 1 16,0 0-16,-41 1 0,41-2 0,-2 1 0,0 0 0,0-1 16,0-1-16,-1 1 0,-38 2 0,36-3 0,-2 2 15,0-1-15,-1-4 0,-2 1 0,0 1 0,-31 4 16,17-2-16,-3-1 0,1 1 0,12-3 0,0 2 15,0-2-15,-13 3 0,0 0 0,1 0 0,-15 2 16,23-1-16,-2 1 0,1-1 0,-22 1 0,14 0 0,-3 0 16,0 0-16,4-2 0,-1 1 0,1 0 0,-8 0 15,0 1-15,0 0 0,-7 0 0,3 0 0,1 0 16,-1 0-16,-1 0 0,-2 0 0,0 0 0,0 0 16,1 0-16,-1 0 0,0 0 0,-5 3 0,0-1 15,1-1-15,1 1 0,1-2 0,0 1 0,0 0 0,1-1 16,0 0-16,-7-4 0,2 1 0,-1 0 0,7 3 15,0 0-15,0 0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25:15.035"/>
    </inkml:context>
    <inkml:brush xml:id="br0">
      <inkml:brushProperty name="width" value="0.05292" units="cm"/>
      <inkml:brushProperty name="height" value="0.05292" units="cm"/>
      <inkml:brushProperty name="color" value="#FF0000"/>
    </inkml:brush>
  </inkml:definitions>
  <inkml:trace contextRef="#ctx0" brushRef="#br0">12829 15856 0,'0'0'0,"0"0"0,0 0 0,0 0 16,0 0-16,0 0 15,0 0 1,0 0-16,0 0 0,0 0 0,0 0 15,0 0-15,0 0 0,0 0 0,0 0 0,0 0 16,0 0-16,-5 2 0,2-1 0,0 1 0,0-1 16,1 0-16,0 1 0,0-1 0,2-1 0,0 0 15,-1 0-15,1 0 0,0 0 0,0 0 0,0 0 0,0 0 16,0 0-16,0 0 0,0 0 0,0 0 0,0 0 16,0 0-16,0 0 0,9 6 0,-2-1 0,1 1 15,-2-2-15,-2-1 0,0 0 0,-2-1 0,0-1 16,0 0-16,0 0 0,-2-1 0,0 0 0,0 0 15,0 0-15,0 0 0,10-4 0,-3 0 0,0 0 0,-1 1 16,-2 0-16,1 1 0,-5 2 0,6-15 0,0 1 16,0 0-16,-3 5 0,0 1 0,1-1 0,5-19 15,-2 1-15,0-1 0,6 0 0,-3 1 0,0 0 16,-10 27-16,15-32 0,-2 1 0,1 0 0,0 1 16,-1 2-16,-1-1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25:46.662"/>
    </inkml:context>
    <inkml:brush xml:id="br0">
      <inkml:brushProperty name="width" value="0.05292" units="cm"/>
      <inkml:brushProperty name="height" value="0.05292" units="cm"/>
      <inkml:brushProperty name="color" value="#FF0000"/>
    </inkml:brush>
  </inkml:definitions>
  <inkml:trace contextRef="#ctx0" brushRef="#br0">20697 5632 0,'0'0'0,"0"0"16,0 0-16,0 0 16,0 0-1,0 0-15,0 0 16,0 0-16,0 0 0,0 0 0,0 0 15,0 0-15,0 0 0,0 0 0,0 0 0,0 0 16,0 0-16,0 0 0,0-10 0,0 1 0,0 1 16,0 1-16,0 2 0,0 0 0,1 2 0,-1 0 0,0 1 15,0 2-15,9-2 0,-1 1 0,-1-1 0,-1 1 16,-2 0-16,0-1 0,-4 2 0,3 0 0,-2 0 16,0 0-16,10 0 0,-2 2 0,0-2 0,-9 0 15,6 1-15,-1-1 0,0 0 0,-1 0 0,-2 0 16,0 0-16,-2 0 0,12-1 0,-1 1 0,0 0 0,-3 0 15,-2 0-15,0 0 0,-6 0 0,20 0 0,-3 0 16,1 0-16,-8 0 0,0 0 0,1 0 0,-11 0 16,27 0-16,-2 0 0,1 0 0,2 0 0,-1 0 15,0 0-15,-27 0 0,13 0 0,1 0 0,-1 0 16,-13 0-16,0 0 0,29 1 0,-1-1 0,0 1 0,1-1 16,0 0-16,0 0 0,-29 0 0,31 3 0,-2-1 15,0 0-15,6 1 0,-2-1 0,0 0 0,-33-2 16,0 0-16,49 2 0,-1-1 0,1 1 0,-49-2 15,41 2-15,-2 0 0,1 0 0,1 2 0,-2 1 0,1-1 16,-40-4-16,37 5 0,-1-2 0,0 1 0,-4-1 16,0 0-16,0 0 0,-32-3 0,28 2 0,0 0 15,0-1-15,1 2 0,-2 0 0,0-2 0,-27-1 16,26 3-16,1-1 0,0 0 0,2 1 0,-2-2 16,0 1-16,-27-2 0,29 4 0,-2-3 0,0 2 0,-1-1 15,0 0-15,0 0 0,-26-2 0,0 0 0,26 2 16,0 0-16,0 0 0,-26-2 0,31 2 0,-2-1 15,0 1-15,6 2 0,-1 0 0,0-2 0,-34-2 16,0 0-16,35 3 0,-1-1 0,0 0 0,-34-2 16,31 3-16,-2-1 0,0 0 0,-29-2 0,0 0 0,34 2 15,-1 0-15,0 0 0,7 1 0,-3 0 0,0-1 16,-37-2-16,0 0 0,40 2 0,0 0 0,-1 0 16,-39-2-16,0 0 0,37 1 0,-2 0 0,0 0 15,-35-1-15,42 2 0,-1 0 0,0-1 0,-41-1 16,0 0-16,0 0 0,41 2 0,-1-1 0,0 0 15,3 1-15,-2-1 0,0 1 0,-41-2 0,0 0 0,42 1 16,-3 0-16,0 1 0,1 0 0,-1 0 0,0 1 16,-39-3-16,40 2 0,-1 0 0,-1-1 0,-38-1 15,0 0-15,36 2 0,-2-1 0,0 1 0,-34-2 16,34 1-16,-2 1 0,1-1 0,-33-1 0,0 0 16,35 1-16,-1 0 0,0 1 0,5 1 0,-2-1 0,1 1 15,-38-3-15,40 2 0,-2-1 0,0 1 0,-1 0 16,-3 0-16,0 0 0,-2-1 0,0-1 0,0 1 15,-4 0-15,0-1 0,0 0 0,0 1 0,-2-1 16,1 0-16,-13 0 0,-1 0 0,1 0 0,12-1 0,1 1 16,0 0-16,2 1 0,-1-1 0,0 0 0,-28 0 15,15 0-15,-1 0 0,-1 0 0,14-3 0,0 0 16,0-1-16,-27 4 0,31-2 0,0 1 0,0 1 16,0 1-16,-1 0 0,0 0 0,10 3 0,-1 0 15,1-1-15,-40-3 0,0 0 0,21 2 0,-1 0 16,0 0-16,6-3 0,-3 1 0,1 0 0,5-2 0,-2 1 15,0 1-15,9-4 0,-1-1 0,0 1 0,-35 4 16,18-2-16,-1 1 0,1-2 0,7 4 0,-2-1 16,-1 0-16,-9 2 0,-1-2 0,0 0 0,-12 0 15,26 0-15,-1 1 0,0-1 0,3 2 0,0-1 0,0 0 16,2-1-16,0 0 0,0 0 0,-2 2 0,-1-1 16,0 0-16,-27-1 0,14 1 0,-1-1 0,1 0 15,12-5-15,-1 2 0,0-1 0,-25 4 0,35-4 16,-1 0-16,0 1 0,-15 0 0,-2 2 0,-1 0 15,19 7-15,-1 0 0,0-2 0,-15 0 0,0-1 0,-1 1 16,-18-4-16,25-2 0,0 0 0,0 2 0,-11-2 16,-1 0-16,-1 1 0,-6 1 0,-2 0 0,0-2 15,12 4-15,-1-1 0,1-1 0,-16 0 0,9 1 16,-1 0-16,1-1 0,7 0 0,0 0 0,-1 0 16,-5-2-16,-2 2 0,0-1 0,17 2 0,-1-1 0,-1 0 15,-9 2-15,-1-2 0,1 0 0,5-2 0,1 2 16,0-1-16,-9 1 0,-1 0 0,1-2 0,14 4 15,-1-2-15,1 0 0,21 3 0,-2 1 0,1-2 16,-21 0-16,0-1 0,0 0 0,4-1 0,-2 1 16,-1 0-16,-10-1 0,-2 0 0,1 0 0,-14 0 0,19-5 15,-1 2-15,0-1 0,-9 2 0,0 1 0,0-2 16,-3 1-16,-3 2 0,0-1 0,-2 1 0,0 0 16,0 0-16,14 1 0,1 2 0,-1-1 0,-5 0 15,-2-1-15,0 1 0,4-2 0,-1 2 0,0-2 16,-4 1-16,-1-1 0,0 0 0,17 2 0,-2-1 0,1 0 15,-9 0-15,-1-1 0,0 1 0,4-1 0,-1 0 16,1 0-16,-7-1 0,-2 1 0,1 0 0,-5 0 16,0 0-16,0 0 0,8-1 0,0 1 0,-1 0 15,-4-1-15,0 1 0,1 0 0,-4 0 0,-1 0 0,0 0 16,-1 0-16,0 0 0,0 0 0,-1 0 0,0 0 16,0 0-16,0 0 0,0 0 0,0 0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26:18.969"/>
    </inkml:context>
    <inkml:brush xml:id="br0">
      <inkml:brushProperty name="width" value="0.05292" units="cm"/>
      <inkml:brushProperty name="height" value="0.05292" units="cm"/>
      <inkml:brushProperty name="color" value="#FF0000"/>
    </inkml:brush>
  </inkml:definitions>
  <inkml:trace contextRef="#ctx0" brushRef="#br0">15003 11208 0,'0'0'0,"0"0"0,51-14 0,-20 5 16,12-4-1,20-3-15,-29 8 16,-34 8-16,0 0 0,0 0 0,0 0 16,5-1-16,-1 1 0,0-1 0,-4 1 0,20-4 15,1 0-15,0 1 0,-21 3 0,12-3 0,0 1 0,-1 0 16,9-3-16,-2 3 0,1-1 0,-19 3 0,11-3 15,-2 1-15,1 0 0,-10 2 0,29-7 0,-1 0 16,0 1-16,-28 6 0,37-11 0,-2 1 0,0 0 16,19-7-16,-2 2 0,1-1 0,-53 16 0,40-15 15,1 0-15,-1 0 0,-40 15 0,31-15 0,-1 1 0,0-1 16,-30 15-16,25-15 0,-1 2 0,-1 0 0,-11 6 16,-1 1-16,1-1 0,-12 7 0,16-11 0,-1 0 15,-1 1-15,-14 10 0,8-5 0,1-2 0,-1 1 16,-8 6-16,14-11 0,1-1 0,-1 1 0,-14 11 15,9-7-15,-1 1 0,-1-1 0,12-8 0,-3 0 16,1 0-16,-17 15 0,11-8 0,-2 0 0,1 0 0,-10 8 16,16-17-16,-1 0 0,-1 0 0,-14 17 0,8-9 15,1-1-15,-1 1 0,8-11 0,-1 1 0,-1 0 16,-14 19-16,10-11 0,-3 1 0,0 0 0,-7 10 16,13-21-16,-1 0 0,0 0 0,-12 21 0,7-12 15,-1 1-15,0 0 0,-6 11 0,12-25 0,-1 1 0,-1-1 16,-4 12-16,-1 0 0,1 0 0,-6 13 0,8-26 15,-1-1-15,0 2 0,-7 25 0,4-14 0,1 1 16,-1-2-16,-4 15 0,6-29 0,-2 1 0,0 0 16,-4 28-16,3-16 0,0 1 0,0 0 0,0-14 0,-2 1 15,0 0-15,-1 28 0,2-16 0,-2 1 0,0 1 16,0 14-16,0-31 0,0 1 0,0-2 0,0 32 16,0-16-16,0-1 0,0 0 0,0 17 0,-3-27 15,1 2-15,-1-1 0,3 26 0,0 0 0,-6-28 16,2 0-16,0 0 0,4 28 0,-5-26 0,0-1 0,-1 2 15,6 25-15,-7-28 0,2 3 0,0-1 0,5 26 16,-8-29-16,1 1 0,1 0 0,-2 2 0,1 0 16,-1-1-16,8 27 0,-5-13 0,2 1 0,0 0 15,-8-17-15,1 0 0,1 1 0,3 12 0,1 2 16,0-2-16,5 16 0,-13-25 0,2 1 0,-1-1 16,6 12-16,0 0 0,0 1 0,6 12 0,-14-26 0,2 1 15,0 0-15,3 11 0,3 2 0,0-1 0,6 13 16,-15-22-16,1 1 0,0 0 0,5 10 0,1-1 15,0 1-15,8 11 0,-17-22 0,1 2 0,-1-1 16,8 11-16,0-1 0,-1-1 0,10 12 0,-16-18 0,-1 0 16,1 0-16,5 8 0,2 0 0,0 1 0,-7-7 15,3 1-15,-1 0 0,14 15 0,-19-19 0,-1 1 16,0 0-16,0 2 0,0-1 0,0 1 0,20 16 16,-21-17-16,0 1 0,0 0 0,11 8 0,0 1 15,-1-2-15,11 9 0,-17-11 0,-1 0 0,1 1 0,-6-1 16,2 0-16,1 0 0,9 5 0,1 1 0,0-1 15,10 6-15,-21-8 0,0 0 0,1 1 0,8 3 16,1 0-16,-1-1 0,-11-1 0,1 0 0,0-1 16,22 7-16,-12-3 0,-1 0 0,1 0 0,12 3 0,-22-3 15,1 1-15,-1-1 0,22 3 0,-12-1 0,-1-1 16,1 2-16,-13 0 0,0 0 0,0 0 0,25 0 16,-14 2-16,0-2 0,1 0 0,-13 5 0,2 0 15,1 1-15,23-6 0,-14 3 0,1 0 0,-1 0 0,-13 6 16,2-2-16,-1 0 0,26-7 0,-15 6 0,2-2 15,-1 0-15,-10 7 0,0-1 0,0 0 0,10-3 16,1-2-16,1 0 0,12-5 0,-26 16 0,0-2 16,0 1-16,12-5 0,0-2 0,1 1 0,13-9 15,0 0-15,-24 14 0,2 0 0,1 1 0,-5 4 0,2-1 16,0 1-16,24-19 0,0 0 0,-21 21 0,-1-1 16,0 0-16,3 0 0,-1-1 0,0 0 0,20-19 15,-20 24-15,-1 0 0,0 0 0,2 0 0,0 1 16,0-1-16,19-24 0,-18 23 0,1 0 0,1 0 15,-2 2-15,2 0 0,-1 0 0,3-1 0,-1 0 0,1 0 16,14-24-16,-14 22 0,2 1 0,0 0 0,-2 3 16,2-1-16,-1 1 0,13-26 0,-13 26 0,1-1 15,1 0-15,1 0 0,-1-1 0,1-1 0,-2 4 16,1 0-16,1 0 0,10-27 0,-9 26 0,-1-1 16,1 0-16,5-11 0,0-2 0,0 0 0,4-12 15,-10 31-15,3-1 0,0-1 0,2-12 0,1 0 0,-1 0 16,-1 9-16,0 0 0,0 0 0,6-26 0,-7 30 15,1 0-15,1-1 0,1-1 0,1-1 0,0 0 16,0-13-16,2-2 0,0 1 0,1-13 0,-1 32 16,1-1-16,0 1 0,0-2 0,0-1 0,0 1 0,0-15 15,0-2-15,0 1 0,0-14 0,3 32 0,-2-1 16,0 0-16,0-13 0,0-1 0,0 0 0,3 10 16,0 0-16,0-2 0,-4-25 0,7 30 0,-2-1 15,0 0-15,-2-14 0,0-1 0,0 1 0,6 9 16,-3 0-16,0 0 0,-6-24 0,9 26 0,0 0 0,-1 0 15,-4-12-15,0-2 0,0 1 0,-4-13 0,11 21 16,-3-1-16,0 1 0,3 1 0,0 1 0,-1 0 16,-4-12-16,-1 0 0,1 1 0,-6-12 0,12 19 15,-1-1-15,1 0 0,2 3 0,0-2 0,-1 1 16,-5-10-16,-1 0 0,-1 0 0,-6-10 0,16 18 0,-1-1 16,-1 0-16,-4-6 0,-3-2 0,0 0 0,13 9 15,-3-1-15,1 0 0,-18-17 0,11 9 0,-1 1 16,-1-1-16,10 3 0,-1 0 0,0 1 0,-18-13 15,11 6-15,-2 0 0,1 1 0,11 3 0,-1-3 0,0 1 16,-9-2-16,0-2 0,1 0 0,-12-4 0,20 4 16,0-1-16,0 1 0,-9-2 0,-1 0 0,1 0 15,10-1-15,0 1 0,0 0 0,-21-2 0,11 2 16,0-2-16,1 1 0,8-3 0,-1 1 0,0 0 16,-8 0-16,-2 0 0,1 1 0,-10 0 0,21-3 0,0 0 15,0 0-15,-10 1 0,0 1 0,1 1 0,6-6 16,1 2-16,0 0 0,-19 4 0,10-3 0,0 2 15,1-1-15,-11 2 0,0 0 0,20-8 0,0 1 16,0 0-16</inkml:trace>
  <inkml:trace contextRef="#ctx0" brushRef="#br0" timeOffset="871.1718">16625 8703 0,'0'0'0,"0"0"0,0 0 15,31-38 1,-13 18-16,27-26 15,-45 46-15,0 0 16,0 0-16,9-8 0,-2-1 0,1 2 0,-8 7 16,16-14-16,1 1 0,-1 0 0,-16 13 0,10-7 15,-2 1-15,0-1 0,-8 7 0,16-8 0,-3 0 16,0-1-16,-13 9 0,9-4 0,-2 0 0,0 0 16,6-3-16,-2 2 0,0 0 0,-11 5 0,9-4 0,-3 1 15,0 0-15,-6 3 0,3-2 0,-1 2 0,0-1 16,0 0-16,-2 1 0,0 0 0,0 0 0,0 0 15,1-1-15,-1 1 0,0 0 0,0 0 0,0 0 16,0 0-16</inkml:trace>
  <inkml:trace contextRef="#ctx0" brushRef="#br0" timeOffset="1233.6719">16739 8428 0,'-5'-4'0,"-2"-11"16,3 2-1,12-1-15,5-10 16,5-1-16,9 7 16,-27 18-16,0 0 0,0 0 0,0 0 15,10-8-15,1 1 0,-1 1 0,3 0 0,-1 0 16,0 0-16,-12 6 0,13-5 0,-1 2 0,1-1 16,0 0-16,-2 1 0,1-1 0,-12 4 0,0 0 0,6-2 15,-1 2-15,0-2 0,-3 1 0,0 1 0,0 0 16,1-1-16,-3 1 0,0 0 0,0 0 0,0 0 15,15 9-15,1-1 0,-1-1 0,-15-7 0,16 8 0,-3 1 16,0-1-16,-13-8 0,13 15 0,-3-1 0,1 0 16,-11-14-16,0 0 0,3 11 0,-2-3 0,0 2 15,4 5-15,0 1 0,0-2 0,-5-14 0,0 0 16,-7 15-16,2-1 0,0 1 0,5-15 0,1 15 16,-1 1-16,0-1 0,-2 2 0,1-2 0,0 1 15,1-16-15,-2 14 0,1 1 0,0 0 0,1-9 0,0 1 16,0-1-16,0-6 0,-1 3 0,1 0 0,0-1 15</inkml:trace>
  <inkml:trace contextRef="#ctx0" brushRef="#br0" timeOffset="2599.9636">17649 7644 0,'0'0'0,"0"0"16,-30-12 0,11 5-16,12 4 15,-20 29 1,27-26-16,0 0 0,0 0 0,-6 5 0,1 0 16,0 0-16,5-5 0,0 0 0,-14 15 0,1 0 15,0-1-15,13-14 0,0 0 0,0 0 0,-8 8 0,1 1 16,0-1-16,-2 5 0,1-2 0,1 1 0,7-12 15,-5 7-15,1-1 0,0-1 0,4-5 0,-11 22 16,3-1-16,0 1 0,3-9 0,-1-2 0,1 0 16,5-11-16,0 0 0,0 0 0,-5 16 0,2-2 15,0 1-15,0-7 0,2-1 0,0 0 0,1-7 0,3 12 16,0-1-16,0 1 0,-3-12 0,2 7 0,0-2 16,0 1-16,-2-6 0,0 0 0,10 5 0,-2 0 15,0 0-15,-8-5 0,0 0 0,5 3 0,0-1 16,1 1-16,-6-3 0,0 0 0,0 0 0,11-1 0,-1-1 15,1 1-15,-11 1 0,0 0 0,6-2 0,-1 1 16,0 0-16,-2 0 0,-1 1 0,0-1 0,-2 1 16,2 0-16,-2 0 0,0 0 0,0 0 0,14-2 15,-2-1-15,1 1 0,-5 1 0,-1 0 0,0-1 0,-7 2 16,6 7-16,-1 0 0,0 0 0,-5-7 0,3 5 16,-1 0-16,0 0 0,-2-5 0,-4 13 15,0 1-15,0-1 0,4-13 0,-4 8 0,2 0 0,-1-1 16,3-7-16,-9 16 0,1 0 0,0 1 0,8-17 15,-6 8-15,1 2 0,0-2 0,5-8 0,0 0 16,-8 15-16,1-2 0,-1 1 0,8-14 0,-5 9 16,2-3-16,0 1 0,3-7 0,-2 15 0,2 0 0,0 1 15,0-8-15,0 0 0,0 1 0,0-9 0,9 8 16,-1 0-16,-1 0 0,-7-8 0,5 4 0,0 0 16,0-1-16,-5-3 0,17 0 0,-2 0 0,1 0 15,-16 0-15,10-1 0,-2 1 0,1 0 0,12-5 16,-1 1-16,0 0 0,-20 4 0</inkml:trace>
  <inkml:trace contextRef="#ctx0" brushRef="#br0" timeOffset="3249.9599">18142 8006 0,'0'0'0,"0"0"16,0 0-16,0 0 15,0 0-15,0 0 16,0 0 0,0 0-16,0 0 0,0 0 0,0 0 0,0 0 15,0 0-15,0 0 0,0 0 0,0 0 0,0 0 16,0 0-16,0 0 0,-28 8 0,1 0 0,0-1 16,10-2-16,1 0 0,1 0 0,15-5 0,-17 14 15,1 0-15,-1 1 0,17-15 0,-9 9 0,2 0 16,-1-1-16,6 2 0,2-1 0,0 2 0,0-11 0,1 5 15,-1 0-15,0-1 0,0-4 0,3 11 0,-1 0 16,0-2-16,-1-2 0,0-2 0,0 0 0,0-2 16,-1-1-16,0 1 0,0-3 0,1 1 0,-1 0 15,0-1-15,13 3 0,-1 0 0,-1-1 0,-11-2 0,7 2 16,0-1-16,1 1 0,-8-2 0,13-8 0,-2 0 16,1 0-16,-12 8 0,7-5 0,-1-1 0,0 1 15,3-11-15,-2 1 0,0-1 0,-7 16 0,4-10 16,1 2-16,-1-1 0,-4 9 0,4-19 0,-2 0 15,0 1-15,-2 18 0,0 0 0,2-11 0,-1 1 0,0-1 16,-1 11-16,-3-23 0,1 1 0,0 0 0,2 22 16,-2-13-16,1 1 0,0-1 0,1 13 0,-7-28 15,1 1-15,0 0 0,6 27 0,-4-16 0,1 1 16,0 1-16,3 14 0,-9-23 0,1 1 0,0 0 16,8 22-16,0 0 0,0 0 0,-5-12 0,1 1 15,-1-1-15,5 12 0,0 0 0,-8-24 0,0 1 0,0-1 16,8 24-16,0 0 0,-7-13 0,3 1 0,0-1 15,4 13-15,0 0 0,0 0 0,-3-5 0,2-1 16,0 2-16,1 4 0,3-7 0,-2 2 0,0 0 16,-1 5-16,1-3 0,0 0 0,0 0 0,-1 3 0,12 11 15,-1 0-15,0-1 0,-11-10 0,0 0 0,8 8 16,-2-1-16,0-1 0,6 14 0,1-1 0,-1 0 16,-12-19-16,13 23 0,-1-1 0,0 0 0,-12-22 15,0 0-15,8 12 0,-3-1 0,0 0 0,-5-11 16,15 27-16,-1-2 0,0 1 0,-14-26 0,9 14 0,-2 0 15,0 0-15,8 8 0,-2 0 0,1 0 0,-14-22 16,0 0-16</inkml:trace>
  <inkml:trace contextRef="#ctx0" brushRef="#br0" timeOffset="4249.9576">18491 7689 0,'0'0'0,"0"0"0,0 0 16,0 0 0,0 0-16,0 0 15,0 0 1,0 0-16,0 0 0,0 0 0,-14 10 0,-1-2 15,1 1-15,14-9 0,-8 6 0,-1 0 0,1-1 16,2 7-16,0 0 0,0-1 0,6-11 0,-5 7 16,3-1-16,0 1 0,1-5 0,0 1 0,0 0 15,1-3-15,-2 1 0,2-1 0,0 1 0,0-1 16,-1 1-16,1-1 0,0 0 0,0 0 0,5 2 0,0 0 16,1-2-16,-2 1 0,-2 0 0,0 0 0,-2-1 15,7-3-15,0-1 0,1 1 0,-8 3 0,0 0 16,5-4-16,-2 2 0,0 1 0,-3 1 0,0 0 15,2-1-15,-1-1 0,0 1 0,-1 1 0,0 0 0,2 0 16,-2 0-16,0 0 0,0 0 0,0 0 0,0 0 16,0 0-16,0 0 0,5-9 0,-2 1 0,1 0 15,0 2-15,-2 1 0,0 1 0,-2 4 0,2-3 16,-2 1-16,0 0 0,0 2 0,1-1 0,-1 1 16,0 0-16,0 0 0,11 9 0,0-2 0,-1 1 0,-3-4 15,-1 1-15,1 0 0,-7-5 0,12 14 0,-2 0 16,1 0-16,-11-14 0,6 8 0,-1-1 0,0 1 15,-5-8-15,13 18 0,-3-1 0,0 1 0,-4-8 16,1 0-16,-1-1 0,-6-9 0,12 21 0,-1-1 16,-1 0-16,-10-20 0,6 12 0,0-1 0,1 0 15,-7-11-15,0 0 0,9 19 0,-1 1 0,0-1 0,-3-8 16,-1-1-16,0 1 0,-4-11 0,6 21 0,-2-2 16,0 1-16,-4-20 0,3 12 0,-1-2 0,1 1 15,-6 4-15,2-2 0,0 1 0,1-14 0,-2 9 16,1-2-16,0-1 0,-1-3 0,2 1 0,0-2 0,0-2 15,-8 5-15,1-1 0,-1 0 0,8-4 0,-6 3 16,2-1-16,0 1 0,-5-12 0,1 1 0,1 0 16,7 8-16,-5-5 0,1-1 0,0 1 0,4 5 15,-6-18-15,-1 0 0,1 0 0,6 18 0,-4-11 0,1 1 16,0-1-16,3 11 0,-2-24 0,1 1 0,0-2 16,1 12-16,0-2 0,0 1 0,0 14 0,1-27 15,0 0-15,0 0 0,-1 27 0,1-14 0,-1-1 16,0 1-16,5-12 0,0 0 0,0 1 0,-5 25 15,3-14-15,1 0 0,-1 1 0,-3 13 0,6-26 0,-1 1 16,0 0-16,-5 25 0,0 0 0,3-13 0,0-1 16,0 1-16,-3 13 0,5-19 0,-2 1 0,0 1 15,-3 17-15,3-9 0,-2-1 0,0 2 0,-1 8 16,0 0-16,-1-16 0,1 1 0,0 1 0,0 14 16,0 0-16,0 0 0,0-9 0,0 2 0,0-1 15,0 8-15,0 0 0,-1-3 0,1-1 0,0 1 0,0 3 16,0 0-16,-9 0 0,1 0 0,1 0 0,7 0 15,0 0-15,-5 0 0,1 0 0,0 0 0,4 0 16,-8 11-16,2-1 0,0 1 0,6-11 0,-4 6 16,0 0-16,0 1 0,4-7 0,6 13 0,-2 0 0,0-1 15,0-4-15,-2-2 0,0 0 0,-2-6 0,14 4 16,-3-2-16,1 1 0,-12-3 0,7 2 0,-1-1 16,0 0-16,-6-1 0,24 0 0,0 0 0,0 0 15,-24 0-15,14-2 0,-1 2 0,1 0 0,14-1 16,-2 1-16,-1 0 0,-25 0 0,15 0 0,-1 0 0,1 0 15,-15 0-15,23 4 0,-1 0 0,1 0 0,-23-4 16</inkml:trace>
  <inkml:trace contextRef="#ctx0" brushRef="#br0" timeOffset="5020.184">19406 6511 0,'0'0'0,"0"0"0,0 0 15,0 0-15,0 0 16,0 0 0,0 0-16,0 0 0,0 0 15,0 0-15,0 0 0,0 0 0,0 0 0,0 0 16,0 0-16,4 27 0,0 1 0,1-1 0,-5-27 16,3 17-16,-1-1 0,0 0 0,-2-16 0,0 0 15,2 26-15,0-2 0,0 1 0,-2-25 0,1 13 16,0 0-16,0 1 0,-1-14 0,0 0 0,-1 40 0,1 1 15,0 0-15,0-41 0,0 0 0,3 49 0,-1 0 16,0 0-16,3 0 0,1-1 0,-1 0 0,3 4 16,-1 0-16,1 0 0,-8-52 0,0 0 0,6 44 15,-2-2-15,0 1 0,0-2 0,0 0 0,0 0 16,-4-41-16,6 33 0,-3-1 0,0 0 0,-3-32 0,2 15 16,0 0-16,0-1 0,3 15 0,-2 0 0,0-1 15,-3-28-15,3 15 0,-1 1 0,1 0 0,-3-16 16,2 22-16,-2-1 0,0 1 0,1-11 0,-1 1 15,0 0-15,0-12 0,0 4 0,0 1 0,0 0 16,0-5-16,0 3 0,0-1 0,0 1 0,0-3 0,0 0 16,0 3-16,0-2 0,0 0 0</inkml:trace>
  <inkml:trace contextRef="#ctx0" brushRef="#br0" timeOffset="6416.6836">20112 6960 0,'0'0'0,"0"0"0,0 0 15,0 0-15,0 0 16,0 0-16,0 0 16,0 0-16,0 0 0,0 0 0,0 0 15,0 0-15,0 0 0,0 0 0,0 0 0,0 0 16,0 0-16,-11-10 0,0 2 0,1 0 0,10 8 16,-7-5-16,2 0 0,-1 0 0,6 5 0,-3-3 15,1 1-15,0 0 0,2 2 0,-9 9 0,1 2 0,-1-2 16,4-2-16,0-1 0,0 0 0,5-6 0,-2 3 15,0-1-15,0 1 0,2-3 0,-12 17 0,3 0 16,0-1-16,1-5 0,3-2 0,0 0 0,5-9 16,-10 22-16,2-1 0,-1 1 0,9-22 0,-6 13 15,2-1-15,0 0 0,-2 14 0,1-1 0,1 0 0,4-25 16,-4 14-16,2 1 0,0-2 0,2-13 0,4 21 16,-2-1-16,0 0 0,1-9 0,-2-1 0,0 1 15,-1-11-15,11 17 0,-2-2 0,0 1 0,-9-16 16,7 9-16,-1-1 0,0 0 0,11 2 0,-1-3 15,1 2-15,-17-9 0,10 4 0,-1 1 0,1-2 16,-10-3-16,17 4 0,1-1 0,-1 0 0,-5-2 0,-3 1 16,0-1-16,-9-1 0,0 0 0,31-7 0,-2 0 15,0 0-15,-29 7 0,0 0 0</inkml:trace>
  <inkml:trace contextRef="#ctx0" brushRef="#br0" timeOffset="6766.4109">20567 7056 0,'0'0'0,"0"0"0,0 0 16,0 0-1,0 0-15,0 0 16,0 0-16,0 0 0,0 0 16,0 0-16,-22 15 0,0 0 0,1 0 0,21-15 15,-16 17-15,1-1 0,-1 0 0,8 1 0,0-2 16,-1 1-16,9-16 0,-4 15 0,0-1 0,0 1 15,2-1-15,2-2 0,0 1 0,4-4 0,-2 0 0,0-1 16,1-4-16,0 0 0,0-1 0,-3-3 0,5 2 16,-2-2-16,0 0 0,2-3 0,0 0 0,0 0 15,2-1-15,-2 0 0,0 0 0,-5 4 0,7-9 16,-2 2-16,0-1 0,2 0 0,-1 0 0,0-1 16,-6 9-16,6-9 0,0 0 0,1 0 0,-3 0 0,-1 0 15,0-1-15,-2 0 0,0 0 0,0 1 0,-1 9 16,0-9-16,0-1 0,0 1 0,-1 2 0,0 0 15,0 1-15,-3-3 0,2 1 0,0-1 0,2 9 16,-6-7-16,0 1 0,1-1 0,5 7 0</inkml:trace>
  <inkml:trace contextRef="#ctx0" brushRef="#br0" timeOffset="7366.409">20198 6799 0,'0'0'0,"0"0"16,0 0-1,0 0-15,0 0 16,0 0-1,36 114-15,-36-114 0,0 0 0,0 0 16,0 0-16,10 37 0,0-2 0,-1 1 0,-2-7 16,0 0-16,1 0 0,0-4 0,-2 1 0,0-1 15,-6-25-15,4 22 0,0-1 0,-1 1 0,2-3 16,0-1-16,0 0 0,2 0 0,0 1 0,-1 0 16,-6-19-16,7 14 0,-2 0 0,0 0 0,2-4 15,-1 1-15,0 0 0,2-2 0,-2 1 0,1 0 0,-7-10 16,5 1-16,0 2 0,0 0 0,-5-3 0,3 0 15,-1 1-15,0-1 0</inkml:trace>
  <inkml:trace contextRef="#ctx0" brushRef="#br0" timeOffset="7833.0336">20810 6929 0,'-4'-6'0,"-1"-3"0,-6 2 16,2 7-16,6 7 16,-3-2-16,-2 13 15,1 7 1,7-25-16,0 0 0,0 0 0,0 0 0,-5 11 0,1-1 15,0 0-15,0 3 0,2-3 0,0 1 0,1 3 16,0-1-16,0 0 0,1-13 0,-2 12 0,1 1 16,0 0-16,4-1 0,-2-1 0,0 0 0,3-4 15,-1 0-15,1 0 0,-4-7 0,6 5 0,-2 0 0,0 0 16,2-5-16,0 0 0,1 0 0,1-5 0,-2 0 16,0 2-16,-6 3 0,8-3 0,-3 1 0,0 1 15,2-6-15,0 1 0,1 0 0,-4 0 0,0-1 16,0 1-16,-4 6 0,5-8 0,-1 1 0,0 0 15,4-3-15,-3 1 0,0-1 0,-5 10 0,3-10 0,0 2 16,0-2-16,0 2 0,-2-2 0,0 2 0,-1 8 16,0 0-16,-3-7 0,1 0 0,0 0 0,0-1 15,2 1-15,0 0 0,0 7 0,-3-8 0,2 0 16,0 0-16,0 2 0,0 1 0,0 0 0,0 2 16,1 0-16,0 0 0,0 3 0,3-4 0,-2 1 15,0-1-15,0 2 0,0 0 0,0 0 0</inkml:trace>
  <inkml:trace contextRef="#ctx0" brushRef="#br0" timeOffset="8683.034">21032 6827 0,'0'0'0,"0"0"0,0 2 0,0 0 16,2 3-16,3 6 15,-1-3 1,1-3-16,-5-5 0,0 0 0,0 0 16,3 2-16,-1-1 0,0 1 0,-2-2 0,3 2 15,-2-2-15,0 1 0,0 1 0,0-1 0,0 0 16,2 1-16,-2-2 0,0 1 0,-1-1 0,1 1 16,0-1-16,0 0 0,0 1 0,-1-1 0,0 0 0,1-1 15,-1 1-15,0 0 0,0 0 0,0-1 0,0 1 16,0 0-16,0 0 0,0 0 0,0 0 0,2-3 15,-2 1-15,0 0 0,0 2 0,1-3 0,0 1 16,0 0-16,-1-2 0,0 1 0,0 0 0,-1-1 16,0 1-16,0 1 0,1 2 0,-1-3 0,0 0 0,0 1 15,-1 0-15,2-1 0,0 1 0,-1 2 0,1 0 16,0 0-16,0 0 0,-3 2 0,2 1 0,0-1 16,-3 4-16,1-1 0,0-1 0,-3 1 0,2 0 15,0-1-15,4-4 0,-5 9 0,2 0 0,0-1 16,-2 2-16,2 0 0,-1 0 0,0 2 0,0-1 0,0 0 15,4-11-15,-1 11 0,1 0 0,0 0 0,2 0 16,-2-1-16,0 1 0,0-11 0,6 10 0,0-2 16,1 1-16,1-1 0,0-2 0,0 0 0,1-4 15,-3-2-15,0 0 0,-6 0 0,9-2 0,-1 1 0,-1-1 16,-7 2-16,7-5 0,-2 2 0,1-1 0,-6 4 16,7-8-16,-2 2 0,0-1 0,3-6 0,1 1 15,-1 1-15,-8 11 0,2-12 0,0 1 0,0 1 16,-6-3-16,1 3 0,0-2 0,3 12 0,0 0 15,-6-13-15,1 0 0,1 0 0,-2 3 0,2-1 0,0 1 16,4 10-16,-11-16 0,3 1 0,0 0 0,0 0 16,0 2-16,1-2 0,7 15 0,-5-13 0,0 0 15,0 1-15,5 12 0,-9-17 0,2 0 0,0 1 16,7 16-16,-7-14 0,1 2 0,-1 0 0,4-3 16,0 0-16,0 1 0,4 12 0,0 1 0,0 0 0,-1 1 15,-1-8-15,0 2 0,0-1 0,1 7 0,-2-10 16,1 1-16,0-1 0,-2 0 0,2 0 0,0 0 15,1 10-15,-2-5 0,1 0 0,0-1 0,-1 1 16,0-2-16,1 1 0,1 6 0,-2-6 0,2 1 16,0 0-16,-2-2 0,2 2 0,0 0 0,0 5 0,3-1 15,-2 1-15,0-1 0,3 4 0,-1 1 0,0-1 16,-3-3-16,5 9 0,-1-2 0,0-1 0,-4-6 16,6 11-16,1-1 0,-1 1 0,-6-11 0,0 0 15,7 15-15,0-1 0,1 0 0,-8-14 0,12 20 16,-2-1-16,1 0 0,-11-19 0,15 23 0,-1-1 0,-1 0 15,-13-22-15,8 14 0,-1-3 0,1 2 0,-8-13 16,0 0-16,15 19 0,-1-1 0,-1 0 0,-13-18 16,17 20-16,-1-1 0,1 1 0,-1-4 0,-1 1 15,-1-1-15,-14-16 0,16 17 0,-3-1 0,1-1 16,-14-15-16,10 10 0,-1 0 0,0 0 0,-9-10 0,0 0 16</inkml:trace>
  <inkml:trace contextRef="#ctx0" brushRef="#br0" timeOffset="9150.0331">21674 6098 0,'0'0'0,"0"0"0,0 0 16,0 0-16,13 29 15,-5-10 1,2 45-1,-10-64-15,0 0 0,0 0 0,0 0 0,0 0 0,3 11 0,-2 1 16,0 0-16,-1 9 0,0-1 0,0 0 0,0-20 16,0 0-16,2 37 0,-2 1 0,0-1 0,0-37 15,0 0-15,1 21 0,-1-1 0,0-1 0,0-19 16,0 0-16,-3 51 0,1-1 0,0 0 0,-1 3 16,2-1-16,0 0 0,1-52 0,-1 27 0,0-1 15,0 0-15,2-3 0,0 1 0,0 0 0,-1-24 0,2 26 16,-2 0-16,0-1 0,1-12 0,-1 0 0,0 0 15,0-13-15,2 19 0,-2 0 0,0 1 0,1-9 16,-1-1-16,0 0 0,0-10 0,0 0 0,0 5 16,0-2-16,0 1 0</inkml:trace>
  <inkml:trace contextRef="#ctx0" brushRef="#br0" timeOffset="9669.6183">22009 6329 0,'1'2'0,"3"8"16,2 6-16,2 6 15,5 12-15,-2 9 16,-2-2-16,3 0 15,-12-41-15,0 0 0,3 7 0,-1-1 16,0 0-16,4 11 0,-2 1 0,0-2 0,-4-16 0,0 0 16,4 12-16,-2-2 0,0 0 0,2 3 0,0-2 15,0 0-15,-4-11 0,0 9 0,0 0 0,0 0 16,-1-5-16,1-1 0,0 1 0,-2-3 0,1-1 16,0 0-16,-3-4 0,2 1 0,0-1 0,2 4 15,-5-7-15,2-1 0,0 0 0,-2-4 0,0 0 16,0-1-16,-1-3 0,1 1 0,1 0 0,0-3 0,0 0 15,0 0-15,0 0 0,1 0 0,0 0 0,3 18 16,-5-20-16,3 2 0,0-1 0,-1 0 0,2 0 16,0 0-16,-1 2 0,1 0 0,0-1 0,2 1 15,-1 0-15,0 1 0,0 16 0,3-14 0,-1-1 0,0 0 16,4 2-16,-1 0 0,-1 0 0,2 0 0,0 0 16,0 0-16,3 4 0,-1 0 0,0 0 0,-8 9 15,12-8-15,-3 0 0,0 0 0,2 3 0,-1-1 16,-1 1-16,2-1 0,-1 1 0,-1 0 0,2 3 0,1 0 15,-1 1-15,-11 1 0,12-1 0,-3 1 0,0 0 16,0 2-16,-1 0 0,-1 0 0,1 2 0,-2-1 16,1 0-16,-4-1 0,0-1 0,0 0 0,-2 0 15,0-1-15,0 0 0,-1 0 0,1 1 0,-1-1 16,0 0-16</inkml:trace>
  <inkml:trace contextRef="#ctx0" brushRef="#br0" timeOffset="9899.6428">22099 6493 0,'-1'2'0,"-1"0"0,1-1 16,0 1 0,1-2-16,2-6 15,13-4-15,7-3 16,-22 13-16,0 0 0,0 0 0,11-7 16,-2 0-16,1 2 0,-10 5 0,13-6 0,-1 1 15,1 0-15,-13 5 0,13-4 0,1 0 0,-1 1 16,-13 3-16,13-5 0,-3 1 0,0-1 0,9-2 15,-1 2-15,1 0 0,1-4 0,-1-1 0,1 1 0,-20 9 16,9-5-16,1 0 0,-1 0 0,-4 3 0,-2-1 16,0 2-16,-3 1 0</inkml:trace>
  <inkml:trace contextRef="#ctx0" brushRef="#br0" timeOffset="10316.3462">22733 6289 0,'18'-19'0,"-4"-2"0,-7 5 15,-5 3-15,-2 4 16,-2 3-16,-7 0 16,-4 15-1,13-9-15,0 0 0,0 0 0,-12 3 0,2-1 16,0 1-16,-3 2 0,2 0 0,0 0 0,-1 3 16,3-2-16,0 0 0,9-6 0,-11 8 0,3-3 15,0 1-15,8-6 0,-12 12 0,3-2 0,0 0 16,0 9-16,1-1 0,0 0 0,8-18 0,0 0 15,-6 19-15,1-1 0,-1 0 0,3-2 0,1 0 0,0-1 16,4-3-16,-1-2 0,0 0 0,3-3 0,-1-2 16,1 1-16,3-2 0,0-1 0,0 1 0,-7-4 15,5 1-15,1 0 0,-1 0 0,-5-1 0,11-2 16,-2 1-16,1-1 0,3-5 0,-1 1 0,-1 1 16,-2-4-16,0 2 0,-1 0 0,-8 7 0,8-6 15,-1 1-15,1-1 0,-2-3 0,0 0 0,0 2 0,-1-4 16,-2 2-16,0-1 0,-3 10 0,0 0 0,0-12 15,0 2-15,0-1 0,4 3 0,-3 0 0,0 1 16,-1-2-16,0 2 0,0 0 0,0 7 0,-3-6 16,0-1-16,1 0 0,0 3 0,0-1 0,0 1 0,1 0 15,0 3-15,0-1 0,1 2 0,1-4 0,0 2 16,0-1-16,1 1 0,-2 0 0,0 0 0,0 1 16,0 1-16,0-1 0</inkml:trace>
  <inkml:trace contextRef="#ctx0" brushRef="#br0" timeOffset="11018.3455">23094 6179 0,'-3'-19'0,"1"-4"0,-3 10 15,-2 0-15,2 8 16,-10 3 0,0 9-16,15-7 0,0 0 0,0 0 15,-9 3-15,2 1 0,-1-1 0,8-3 0,0 0 16,-6 6-16,1 0 0,0 0 0,-3 4 0,1-2 16,1 2-16,-1 4 0,2-1 0,0 1 0,5-14 15,-8 12-15,3-1 0,0 0 0,5-11 0,-3 8 0,0-1 16,0 0-16,6-1 0,-1 1 0,0-2 0,2-2 15,0-1-15,0 0 0,-4-2 0,9-1 0,-3 1 16,0 0-16,4-4 0,-1 2 0,-1-2 0,1-3 16,0 0-16,-1-1 0,2-1 0,-1 3 0,1-3 15,-10 9-15,6-7 0,-1 1 0,0-1 0,-3 4 0,0 0 16,0 0-16,0 2 0,-1 0 0,0-1 0,6-5 16,-2 1-16,0 1 0,-1 1 0,-1 1 0,0-1 15,0 3-15,-1 0 0,0 0 0,0 2 0,-2 0 16,0 0-16,2 3 0,-2-1 0,0-1 0,-1 5 15,0-1-15,0-1 0,1-5 0,-2 11 0,2 0 0,0-1 16,1 5-16,-1 0 0,0-1 0,-3 2 0,2 1 16,0 0-16,4 1 0,-2-1 0,0 0 0,-1-17 15,1 17-15,0-1 0,0 0 0,-1-16 0,0 0 16,0 12-16,0 0 0,0 0 0,5 10 0,-1-1 16,0 1-16,-4-22 0,3 18 0,0-2 0,1 1 15,2-1-15,-1 0 0,0 0 0,-5-16 0,3 14 0,0 0 16,0-1-16,-1 0 0,-1-3 0,0 0 0,-1-10 15,-1 9-15,1-2 0,0 1 0,0-8 0,-3 8 16,1-3-16,0 1 0,-5 5 0,1 0 0,0-2 16,0-3-16,3 0 0,0-1 0,1-3 0,1 0 0,0 0 15,-1-1-15,2-1 0,0 1 0,-22 1 0,3-2 16,-1 0-16,3-4 0,2 0 0,-1 1 0,16 3 16,-12-7-16,1 1 0,-1-1 0,4-3 0,1 2 15,0-2-15,1-1 0,1-1 0,0 1 0,5 5 0,0 2 16,0-1-16,0 5 0,1-9 0,0 0 0,0 0 15,2-2-15,0-2 0,1 2 0,1-3 0,0 0 16,0 1-16,0 3 0,0 0 0,1 1 0,-6 9 16,3-7-16,0 0 0,0 0 0</inkml:trace>
  <inkml:trace contextRef="#ctx0" brushRef="#br0" timeOffset="15351.2658">17779 9053 0,'0'0'0,"0"0"16,0 0-16,0 0 15,0 0 1,0 0-16,0 0 16,0 0-16,0 0 0,0 0 0,0 0 15,19-1-15,-2 1 0,1 0 0,-18 0 0,12-1 16,-1 1-16,-1 0 0,-10 0 0,21-15 0,-2 0 16,1 1-16,7-8 0,-2 1 0,0-1 0,-25 22 15,37-27-15,-1 2 0,0-2 0,-36 27 0,20-14 0,-2 1 16,1-1-16,6-1 0,0 1 0,-1-2 0</inkml:trace>
  <inkml:trace contextRef="#ctx0" brushRef="#br0" timeOffset="34350.6712">24293 13643 0,'0'0'0,"0"0"0,0 0 16,0 0-16,0 0 16,-16-50-16,8 19 15,4 20 1,4 11-16,0 0 0,0 0 0,0 0 0,-1-3 0,1 2 16,0 0-16,0 1 0,0 0 0,0 0 0,0 0 15,0 0-15,0 0 0,0-2 0,0 2 0,0 0 0,-4 7 16,0-1-16,-1 0 0,2-2 0,1 0 0,0 0 15,-2 12-15,0 0 0,0-1 0,2-5 0,0-1 16,0 1-16,2-10 0,-2 8 0,1-1 0,-1 0 16,1-4-16,1 1 0,0-1 0,-4 26 0,1-1 15,0 1-15,-1 5 0,2 0 0,0 0 0,-1-1 0,1 0 16,0-1-16,0 6 0,1-2 0,-1 1 0,2-37 16,-1 34-16,1-2 0,0 1 0,0 2 0,0 0 15,0 0-15,0-4 0,0-1 0,0 1 0,1 2 16,-1 0-16,0 0 0,2-17 0,-2-1 0,0 0 15,1 19-15,0 0 0,0 0 0,-1-34 0,2 19 0,-2-1 16,0 0-16,-2 6 0,2-1 0,0 0 0,-2-9 16,2-2-16,0 0 0,-3 11 0,2 0 0,0-1 15,-1-10-15,2 0 0,0 0 0,-1-7 0,1 0 16,0 0-16,2 4 0,-2 0 0,0 1 0,0-10 16,1 6-16,-1-1 0,0 1 0,1-4 0,-1 0 15,0 0-15,0-2 0,6-15 0,-1 1 0,0 0 0,-5 14 16,0 0-16,0 0 0</inkml:trace>
  <inkml:trace contextRef="#ctx0" brushRef="#br0" timeOffset="36283.4796">24322 13591 0,'0'0'0,"0"0"0,0 0 0,0 0 16,32 3 0,-12-2-16,28-2 15,-20 0-15,-28 1 0,0 0 0,0 0 16,0 0-16,4 0 0,-1 0 0,0 0 0,-3 0 16,18 3-16,-2-1 0,1 0 0,-17-2 0,9 1 15,0 0-15,1 1 0,8-1 0,0 1 0,0-1 0,-18-1 16,26 1-16,-1 0 0,0 0 0,7-3 0,-2 2 15,0 0-15,42-3 0,1 0 0,-1 0 0,-72 3 16,65-5-16,-2 0 0,0 1 0,-13-3 0,-2 2 16,1 0-16,-5 1 0,0 1 0,-1 0 0,-43 3 15,22-2-15,-2 1 0,-1 0 0,9-2 0,0 2 16,0-1-16,-28 2 0,0 0 0,14-1 0,1 0 0,-1 0 16,18-1-16,0 2 0,1-1 0,41-1 0,-2 1 15,1-1-15,-3-2 0,0 2 0,0-1 0,-11 0 16,-1 1-16,0 0 0,-58 2 0,54-4 0,-2 2 15,-1 0-15,0-1 0,-1 1 0,-1 0 0,-49 2 0,49-3 16,-3 1-16,1 0 0,2-2 0,-1 1 0,-1 0 16,-7-1-16,-1 2 0,0 0 0,7-3 0,-1 1 15,1 1-15,4-1 0,0 1 0,0-1 0,-50 4 16,46-3-16,1 1 0,-1-1 0,1-1 0,-2 1 16,1 0-16,1 0 0,1 0 0,-1 0 0,-4 0 0,-1 0 15,0 0-15,0 1 0,-2 0 0,0 1 0,-40 1 16,43-3-16,-2 2 0,0 0 0,6 0 0,-3 0 15,1-1-15,-45 2 0,46-1 0,1 0 0,-1 1 16,2 1-16,-1-1 0,1 1 0,-10-1 0,-2 1 16,0 0-16,10 1 0,-2 0 0,1-1 0,-45-1 0,49 2 15,-1-2-15,0 0 0,2 0 0,-1 1 0,-1-1 16,-48 0-16,45 2 0,-1-2 0,1 1 0,0-1 16,1 0-16,-1 0 0,-45 0 0,47 0 0,-2 0 15,1 0-15,1 0 0,-1 0 0,-1 0 0,-2 0 16,0 0-16,-1 0 0,-42 0 0,43 0 0,-2 0 0,0 0 15,-2-1-15,-3 0 0,0 0 0,0 3 0,-2-2 16,0 0-16,-3 0 0,0 0 0,0 0 0,-1 1 16,-1-1-16,0 0 0,1 1 0,-2 0 0,0 0 15,-13 0-15,-1-1 0,-1 0 0,17 1 0,-1 1 16,0-1-16,-12 0 0,-2 0 0,1-1 0,13 2 16,0-2-16,-1 1 0,-11 0 0,-1-1 0,-1 0 0,10 2 15,-1-2-15,-1 0 0,-8 0 0,-3 0 0,1 0 16,7-2-16,-1 2 0,0-1 0,-8 1 0,-1 0 15,1 0-15,3-1 0,-2 1 0,1 0 0,-5-1 16,-2 1-16,1 0 0,11 4 0,0-2 0,-1 0 16,-6 0-16,-1 0 0,0 0 0,-5-1 0,-1-1 0,-1 1 15,-1 0-15,-1-1 0,0 0 0,8 6 0,0-2 16,1 1-16,-4-2 0,-1 0 0,0-1 0,-3 0 16,0-1-16,0-1 0,-2 0 0,0 0 0,0 0 15,5 10-15,-1 0 0,0-1 0,-3 4 0,0-1 16,0 0-16,-1-6 0,0 1 0,0-1 0,-1 6 0,1-1 15,0 1-15,-1-6 0,1 1 0,0-1 0,-3 8 16,2 0-16,0-1 0,-1-5 0,2-1 0,0 1 16,-2 14-16,2-2 0,0 1 0,0-9 0,0 0 15,0-1-15,-4 13 0,3-1 0,0 0 0,0-10 0,0-1 16,0 0-16,0 16 0,1 0 0,0 0 0,-1-12 16,1 0-16,0 0 0,-3 13 0,2 0 0,0 0 15,-1-13-15,2-1 0,0 1 0,0 19 0,0-1 16,0-1-16,1 1 0,-1-1 0,0 0 0,0-5 15,0 1-15,0-1 0,0 3 0,0-1 0,0 0 0,-1-1 16,1 0-16,0-1 0,2-1 0,-2-1 0,0 0 16,1 3-16,0-2 0,0 0 0,1 0 0,-1-1 15,0 0-15,0-13 0,0-1 0,0 1 0,1 17 16,-1-1-16,1 1 0,-1-13 0,0-1 0,0 1 16,-4 9-16,1 0 0,1 1 0,-1-13 0,2 0 15,0 0-15,-3 12 0,1-1 0,0 0 0,0-10 0,1-2 16,0 0-16,-5 8 0,1 0 0,-1-1 0,3-8 15,0-2-15,0 1 0,-7 8 0,1-1 0,-1 0 16,3-8-16,2 0 0,0 0 0,-12 2 0,2-1 16,-1 0-16,6-5 0,2-1 0,-1 1 0,-15 4 0,3 0 15,-1 0-15,10-4 0,-1 0 0,1-1 0,-14 1 16,0-1-16,0-1 0,11-1 0,1 0 0,1 0 16,-17 1-16,0-1 0,0 0 0,30-3 0,0 0 15,0 0-15,-44 2 0,1 0 0,1-1 0,19 0 0,0-1 16,1 1-16,-35-2 0,1 1 0,0 0 0,23 0 15,2 0-15,0 0 0,-5-5 0,0 1 0,0-1 16,-1 2-16,2 0 0,0 0 0,35 3 0,0 0 16,0 0-16,-51-4 0,3 1 0,-1-1 0,9 0 15,0 0-15,-1 1 0,-5-3 0,0 1 0,1 0 16,-2-2-16,2 2 0,-1 0 0,-7-2 0,1 0 0,0 0 16,2 1-16,1 0 0,1 0 0,-40-2 0,2 0 15,0 1-15,7-5 0,1 1 0,1 0 0,11 2 16,3 2-16,0-1 0,5 1 0,3-1 0,-1 1 15,5 0-15,2 1 0,-1 0 0,0 0 0,3 0 16,-1 1-16,1-1 0,0 2 0,1-1 0,1-3 0,1 2 16,-1 0-16,1-3 0,0 3 0,1-1 0,-3-3 15,-1 2-15,1-1 0,-3 2 0,2 0 0,1 1 16,-5 1-16,1 2 0,-1-1 0,-10 0 0,2-1 16,0 0-16,28 3 0,1-1 0,0 0 0,-14-3 0,0 1 15,1-1-15,-4 2 0,3 0 0,0 1 0,0 0 16,2 2-16,-1-1 0,4-4 0,1 0 0,0 1 15,-1-3-15,1 1 0,0 0 0,-4 1 0,0 0 16,1 0-16,-5 3 0,3 1 0,0-1 0,-4 0 16,2 1-16,-1-1 0,4-1 0,-1 0 0,1 1 0,2-4 15,-1 0-15,1 1 0,4 1 0,2 1 0,0 0 16,-5 1-16,2-1 0,0 1 0,-1-1 0,0 2 16,-1 0-16,19 0 0,1 1 0,0-1 0,-19 0 15,1 0-15,0-1 0,-4 2 0,1 0 0,0-1 16,2 1-16,1-1 0,1 0 0,5-3 0,0 0 0,0 1 15,3-3-15,0 1 0,1 1 0,-1 2 0,1 0 16,0 1-16,-5 2 0,2 0 0,0 0 0,-3-1 16,2 1-16,0-1 0,-5 0 0,2-1 0,-1 1 15,17 0-15,0 1 0,1-1 0,-3-4 0,0 2 0,1-1 16,8 1-16,2 2 0,0-1 0,-7 1 0,1 1 16,-1 0-16,8 1 0,0-1 0,-1 0 0,-7-3 15,1 1-15,1 1 0,6-1 0,-1 1 0,1-1 16,5 1-16,0 1 0,0 0 0,2 0 0,0 0 15,0 0-15,-7-3 0,0 0 0,1 0 0,3 1 0,0 1 16,0 0-16,1 0 0,2 0 0,-1 1 0,10-10 16,-2 1-16,0 0 0,-1 4 0,-1 0 0,1 0 15,-5 5-15,0 0 0,0 0 0</inkml:trace>
  <inkml:trace contextRef="#ctx0" brushRef="#br0" timeOffset="37833.4805">25585 14211 0,'0'0'0,"0"0"0,0 0 16,-30-5-16,11 3 15,-19 7-15,17 0 16,-28 13-16,49-18 0,0 0 15,0 0-15,-11 4 0,3 0 0,0-1 0,4-1 16,1 0-16,-1-1 0,-8 9 0,1-2 0,-1 0 0,5-3 16,1 0-16,0 1 0,-6 6 0,2 0 0,0 0 15,2-5-15,3 0 0,0-1 0,-1 6 0,1-1 16,0 0-16,1-5 0,2-1 0,0 1 0,-1 4 16,0-1-16,0 0 0,0-4 0,2 1 0,0-1 15,1-5-15,-2 2 0,2-1 0,0 1 0,8-2 16,-1 0-16,0 0 0,0-1 0,-3 1 0,0 0 0,7-7 15,-1 0-15,-1 0 0,-3 2 0,-1 1 0,0-1 16,-5 5-16,12-12 0,-2 1 0,1 0 0,-11 11 16,7-7-16,-1 0 0,0 1 0,8-12 0,-3 0 15,0 0-15,-11 18 0,8-11 0,-2 1 0,0 0 0,6-9 16,-1 1-16,-1-1 0,0-3 0,1-1 0,-1 1 16,-4 11-16,-1-1 0,1 1 0,0-12 0,0 3 15,0-1-15,-2 9 0,-1 0 0,1 1 0,-4 11 16,6-21-16,-2 2 0,0-1 0,0 9 0,-2 0 15,0 0-15,-1 7 0,0 0 0,0-1 0,0 4 0,-1 0 16,0-1-16,0 1 0,0 1 0,0 0 0,0 0 16,0 0-16,0 0 0,2-4 0,-1 1 0,1-1 15,0 2-15,-2 1 0,0 0 0,1 10 0,-1 1 16,0-1-16,0-3 0,0 0 0,0-1 0,0-2 16,0 0-16,0-1 0,0-2 0,-1 15 0,0 0 0,0 0 15,-1-5-15,2-1 0,0 0 0,0 8 0,0-1 16,0 1-16,3 10 0,-3-1 0,0 0 0,0-26 15,2 14-15,-2 0 0,0-1 0,0-13 0,3 27 16,-1-2-16,0 1 0,0-12 0,-1 0 0,0 0 16,-1-14-16,6 22 0,-1 1 0,1 0 0,-3-10 15,0-1-15,0 0 0,5-3 0,-1-1 0,1 1 0,-3-4 16,-1-1-16,0 0 0,-4-4 0,3 2 0,-2-1 16,0 0-16,-1-1 0,9 5 0,0 0 0,-1 0 15,-8-5-15,0 0 0,0 0 0,6 3 0,-2-1 16,0 1-16,8-12 0,-1 1 0,1 0 0,-12 8 0,7-6 15,-1 1-15,0 0 0,7-4 0,-2 1 0,0-1 16,-2 5-16,-3-1 0,0 0 0,-6 5 0,10-6 16,1 0-16,-1-1 0,-5 4 0,0 0 0,1 0 15,6-6-15,0 1 0,1 0 0,-6 2 0,0 2 16,0-1-16,-7 5 0,14-9 0,-2 0 0,1 1 16,-6 2-16,0 1 0,0 1 0,6-6 0,-3 0 15,0 0-15,-10 10 0,7-5 0,-2-1 0,0 1 0,-5 5 16,11-12-16,-1 1 0,-1 0 0,-3 5 0,-1-1 15,1 1-15,-1-4 0,-2 0 0,0 0 0,-3 10 16,2-5-16,-1 0 0,0-1 0,1 4 0,-2 1 16,0 0-16,-7-3 0,1 1 0,-1 0 0,3 1 0,0 0 15,0 1-15,-5 5 0,-1-1 0,1 1 0,3-2 16,1 0-16,0 1 0,-5 6 0,1-1 0,0 0 16,3-3-16,0 0 0,1 0 0,-3 6 0,1 0 15,-1 1-15,3-6 0,2 0 0,0 0 0,1-3 16,1-1-16,0 1 0,-4 11 0,0 0 0,-1-1 0,2-4 15,2-2-15,0 1 0,4 5 0,-1-1 0,0 0 16,1-5-16,-2-1 0,0 0 0,9 2 0,-1 0 16,0 1-16,-8-9 0,0 0 0,0 0 0,16 8 15,-2 0-15,1-1 0,-7-2 0,0-3 0,0 1 0,6 4 16,-2-2-16,1 0 0,-6-1 0,0-1 0,0 0 16,8-3-16,-2 0 0,1 0 0,-6-1 0,-1 0 15,0 1-15,7-8 0,-3 1 0,1 0 0,-6 3 16,0 0-16,0-1 0,-6 5 0,0 0 0,0 0 15,14-11-15,-3 0 0,0 0 0,3-8 0,-2 2 0,1-1 16,-7 9-16,0 0 0,0-1 0,-1-3 0,0 0 16,-1-1-16,-2 7 0,0 0 0,0 0 0,3-4 15,-2-1-15,0 0 0,0 5 0,-2 2 0,0-1 16,0 3-16,0 1 0,1-1 0,1-5 0,-1 1 16,0 0-16,0 2 0,-1 1 0,0 0 0,0 2 15,-1 0-15,0 1 0,1-1 0,-1 2 0,0 0 0,0 0 16,0 0-16,0 0 0,5 10 0,-1-2 0,0 1 15,1-3-15,-3-1 0,0 0 0,2 8 0,-2-1 16,0-1-16,0-4 0,-1-1 0,0 0 0,1-3 16,-2-1-16,0 1 0,3 9 0,-1 1 0,0-1 0,-2-12 15,0 0-15,0 0 0,2 7 0,-1 0 0,0 0 16,6 8-16,-1 0 0,0 0 0,-2-7 0,-1 0 16,0 0-16,-1-5 0,0 0 0,-1 0 0,0-2 15,-1 1-15,0-1 0,1-1 0,-1 0 0,0 0 16,10-3-16,-1 2 0,1 0 0,-3 0 0,-1 0 0,0 0 15,4-9-15,-2 2 0,0 0 0,-2 2 0,-2 2 16,1-1-16,4-10 0,0 2 0,0 0 0,-3 5 16,-1 0-16,0 1 0,4-5 0,1 0 0,-1-1 15,-3 6-15,-1 0 0,0 1 0,8-5 0,-2 0 0,1 1 16,-6 4-16,0 0 0,0 1 0,2-3 0,0 0 16,-1 0-16,-2 3 0,-1 1 0,0 0 0,5-2 15,-2-1-15,0 1 0</inkml:trace>
  <inkml:trace contextRef="#ctx0" brushRef="#br0" timeOffset="38117.0952">27043 14173 0,'0'0'0,"0"0"0,0 0 15,0 0 1,0 0-16,-39 29 15,14-12-15,-7 13 16,32-30-16,0 0 0,0 0 0,-7 6 0,2 0 16,-1-1-16,-3 8 0,1-1 0,0 1 0,3-6 15,1 1-15,0-1 0,1-4 0,2-1 0,0 0 16,1 10-16,0-2 0,0 1 0,0-4 0,0-1 0,0-1 16,3 5-16,0 0 0,0 0 0,-3-10 0,2 5 15,0 1-15,1-1 0,6 1 0,-2-2 0,0 1 16,-3-3-16,1 1 0,-1-1 0,-1-1 0,-2 0 15,0-1-15,-1 0 0,19 1 0,-1 1 0,0-1 0</inkml:trace>
  <inkml:trace contextRef="#ctx0" brushRef="#br0" timeOffset="38308.0948">27042 13964 0,'-8'-9'0,"4"2"0,13 6 0,5 6 16,2 0-16,-2-4 15,13-4 1,-11 3-16,-16 0 0,0 0 16,0 0-16</inkml:trace>
  <inkml:trace contextRef="#ctx0" brushRef="#br0" timeOffset="38933.0968">27464 14065 0,'0'0'0,"0"1"0,0 2 0,-13 9 16,-2 2-16,-5 6 16,-7 2-16,7 6 15,20-28-15,0 0 0,0 0 0,-10 10 16,3-1-16,0 1 0,-1-1 0,0 0 0,1-1 0,1 4 15,0-1-15,0 0 0,2 3 0,2-1 0,0 0 16,-2-1-16,2 0 0,0 0 0,1 1 0,0-2 16,0 0-16,8 2 0,0-1 0,1 0 0,0 0 15,0-1-15,0 0 0,-8-11 0,0 0 0,0 0 16,21 12-16,-1 0 0,-1 0 0,-3-5 0,-1-1 0,1 0 16,0-2-16,0 0 0,-1-1 0,0 0 0,-3-1 15,1 0-15,7-5 0,-1 1 0,0 0 0,3 2 16,1 0-16,0 0 0,-2-5 0,-3 0 0,1 0 15,-19 5-15,0 0 0,0 0 0,26-13 0,-3 1 0,1 1 16,-3 0-16,-2 1 0,1-1 0,-3 1 0,-3 1 16,1-1-16,-4 0 0,0 2 0,1-1 0,-4-3 15,-1 2-15,0-1 0,5 2 0,-3 0 0,0-1 16,-1 4-16,-2 1 0,0 0 0,-3-6 0,0 1 16,0-1-16,-1 2 0,-2 2 0,0-1 0,-3 3 0,0 0 15,0 0-15,-2 0 0,2 0 0,0 1 0,-2 0 16,-1 1-16,1 0 0,0 1 0,0-1 0,0 1 15,-2 3-15,2-1 0,0 0 0,-3 3 0,0-1 16,-1 1-16,0 0 0,0 0 0,-1 0 0,2 4 16,1-1-16,0 1 0,3 3 0,0-1 0,1 0 0,-5 1 15,1 0-15,0 0 0,-1 2 0,3 0 0,0-1 16,1 3-16,0-1 0,0 0 0,2 0 0,1-1 16,0-1-16,3 3 0,-2-2 0,0 0 0,5 2 15,-1-2-15,0 0 0,3 0 0,-1-2 0,1 1 16,6 1-16,-2-1 0,1 1 0,6 0 0,0 0 0,0-1 15,-1-1-15,-1-1 0,-1-1 0,3 3 0,-1-1 16,1 0-16,1-1 0,1-1 0,0 1 0,3 0 16,-3 0-16,1 1 0,-9-4 0,0-1 0,-1 0 15,1 1-15,0-2 0,-1 1 0,4-2 0,-3 1 16,0-1-16,-12-3 0,0 0 0,0 0 0</inkml:trace>
  <inkml:trace contextRef="#ctx0" brushRef="#br0" timeOffset="41652.0822">25585 9900 0,'0'0'0,"0"0"0,-55-34 0,22 14 15,19 11 1,-12-27-16,11 16 15,8 13 1,7 7-16,0 0 0,0 0 0,-3-15 0,0 0 0,0 2 16,3 13-16,-2-10 0,-1 2 0,1 0 0,3-13 15,0 1-15,0 0 0,-1 20 0,2-12 0,-1 1 16,0 0-16,-1 11 0,5-25 0,-1 0 0,0 1 16,-4 24-16,0 0 0,4-14 0,-2 1 0,0-1 0,-2 14 15,11-31-15,-2 2 0,0-1 0,-9 30 0,14-31 16,-3 0-16,0 1 0,-11 30 0,0 0 0,13-27 15,-1 0-15,1 1 0,0-3 0,0 3 0,1-2 16,-14 28-16,8-15 0,-2 2 0,1-1 0,5-13 16,-1-2-16,1 2 0,-12 27 0,6-17 0,0 2 0,0 0 15,1-5-15,-2 2 0,0-1 0,-2 9 0,-1 0 16,0 1-16,-2 9 0,5-22 0,-2 1 0,0-2 16,-3 23-16,4-12 0,-3 1 0,0-1 0,-1 12 15,6-18-15,-1 2 0,0-2 0,-5 18 0,12-22 16,-2 1-16,0-1 0,7 0 0,-3 1 0,1 1 15,-15 20-15,18-21 0,1 1 0,0 0 0,-19 20 0,0 0 16,23-23-16,0 1 0,0 0 0,-23 22 0,26-21 16,-2 1-16,1 0 0,-25 20 0,26-20 0,-1 0 15,0 1-15,-25 19 0,30-21 0,-2 0 0,-1 1 16,-27 20-16,0 0 0,28-19 0,-2 1 0,0-1 16,-26 19-16,30-19 0,-2 1 0,0 0 0,-28 18 15,27-16-15,-3 2 0,1-1 0,-25 15 0,27-15 0,0 0 16,0 0-16,-27 15 0,14-8 0,-1 1 0,-1 0 15,16-7-15,-1 0 0,0 0 0,-12 6 0,0 0 16,-1 1-16,-14 7 0,22-9 0,-1 0 0,-1 0 16,-20 9-16,24-8 0,0 0 0,0-1 0,-24 9 0,12-4 15,-1 0-15,1 0 0,-12 4 0,26-7 0,-2 1 16,1 1-16,5-4 0,0 3 0,0 0 0,-30 6 16,30-6-16,-1 2 0,0-1 0,-29 5 0,29-4 15,-2 0-15,0 0 0,-27 4 0,32-3 0,-2 1 16,0-1-16,2 1 0,-2 0 0,0 1 0,-30 1 0,29-2 15,0 1-15,-1 1 0,-28 0 0,33-2 0,-1 2 16,0 0-16,-1 2 0,-1-2 0,0 1 0,-30-1 16,33 2-16,0-2 0,0 1 0,-33-1 0,49 2 15,-1 0-15,-1 0 0,-21-1 0,-1 0 0,0 0 16,-25-1-16,25 0 0,-3 1 0,1 0 0,5 0 0,-1 0 16,0 0-16,-27-1 0,29 3 0,0 0 0,0 1 15,32 4-15,0 0 0,0 1 0,-14 0 0,1-2 16,-1-1-16,-47-6 0,23 4 0,-2-1 0,-1 1 15,12-7-15,-2 2 0,0-2 0,-30 3 0,33-5 0,-2 2 16,0-1-16,2 1 0,0 0 0,-1 0 0,-2-1 16,0 1-16,-1 0 0,-13 1 0,-3 0 0,1 1 15,-9 0-15,0 0 0,0 0 0,14 0 0,0 1 16,-1-1-16,-18 1 0,11-1 0,-1 1 0,0-1 16,-10 1-16,0 0 0,0 0 0,18-1 0,-1 1 0,1 0 15,4-2-15,-1 2 0,1 0 0,-10-2 0,-1 2 16,-1 0-16,9-2 0,-2 1 0,1 1 0,-9-2 15,0 2-15,1 0 0,-5 0 0,-2 0 0,0 0 16,-2-1-16,0 0 0,0 1 0,-1 0 0,0 0 16,0 0-16,2 2 0,-1 0 0,0-1 0,0 1 0,-1-1 15,0 0-15,-11 3 0,1 2 0,-1-1 0,4-2 16,1 0-16,0-1 0,2-1 0,1 0 0,1 1 16,-5 7-16,1-2 0,0 0 0,1-1 0,2-2 15,-1 1-15,-1 7 0,1-1 0,0 1 0,1-4 16,2-2-16,0 0 0,1 10 0,0-1 0,0 0 0,0-6 15,0 0-15,0 0 0,4 13 0,-1 1 0,0-2 16,0-8-16,-1-2 0,0 2 0,9 12 0,-1-1 16,0 0-16,-3-11 0,-1 0 0,0-1 0,12 19 15,-3-1-15,1-1 0,0 0 0,0 0 0,-1-1 16,9 14-16,0-2 0,-1 1 0,-9-21 0,-2 1 0,1 0 16,0 2-16,0 0 0,-1 1 0,1 4 0,0-1 15,-1 1-15,-2-2 0,-1 1 0,-1-1 0,-3-13 16,-2 0-16,0-1 0,5 17 0,-3 0 0,0 0 15,-2-11-15,0-3 0,0 1 0,-1 7 0,-1 1 0,0 0 16,1-11-16,-2 0 0,0-2 0,0 15 0,0-2 16,0 1-16,0-11 0,0 0 0,0-1 0,-2 11 15,0-1-15,0 0 0,0-9 0,1-2 0,0 1 16,-4 12-16,0-3 0,0 0 0,2-7 0,-1-3 16,1 1-16,-7 9 0,0-1 0,-1 0 0,4-9 0,2-1 15,0 1-15,-13 10 0,3-1 0,-1 1 0,6-10 16,2 0-16,-1 0 0,-11 6 0,0 1 0,0 0 15,9-9-15,0 0 0,-1-2 0,-16 10 0,0 0 16,1-1-16,-3-1 0,1-2 0,0 2 0,1-4 16,0-1-16,0 0 0,-5 0 0,0 1 0,0 0 0,1-2 15,0-1-15,0 1 0,-7 1 0,3-1 0,0 1 16,1-1-16,1 0 0,0-1 0,-21 7 0,1 0 16,0 0-16,24-7 0,3-1 0,-1 1 0,-8 3 15,2 1-15,0-1 0,3 3 0,0-3 0,0 1 16,-1 2-16,1-1 0,0 1 0,16-8 0,-1 1 0,1-1 15,-14 11-15,2-2 0,0 0 0,13-6 0,-1-1 16,1 0-16,-4 7 0,0-1 0,1 0 0,-2 4 16,1-2-16,-1 1 0,10-9 0,0 1 0,1-2 15,-7 8-15,-1-1 0,1 0 0,-4 3 0,1 0 16,-1-1-16,9-8 0,0 0 0,1-1 0,-12 6 0,2-1 16,-1 0-16,-7 2 0,2-1 0,1 1 0,-3-3 15,1 0-15,0 0 0,-1-1 0,2-1 0,0-1 16,-4 3-16,-1-3 0,0 2 0,-1-3 0,1 0 15,0 0-15,0-1 0,0 0 0,0 0 0,-4-1 0,-1 0 16,1 0-16,2-2 0,0 1 0,0 0 0,-4-1 16,1 0-16,0-1 0,1 1 0,2-2 0,0 1 15,-5-1-15,1-1 0,0 0 0,3-2 0,1 1 16,0 0-16,-3-2 0,0 1 0,0-1 0,1-1 16,3 0-16,0 1 0,-3-4 0,1 1 0,0 0 0,2 0 15,2-1-15,0 0 0,-3-3 0,1 1 0,0-1 16,3 1-16,1-1 0,1 0 0,-4-2 0,2 0 15,0-1-15,1 0 0,1 0 0,0-1 0,1-1 16,3 2-16,-1-2 0,-1-3 0,0 0 0,1 1 16,2-1-16,0 0 0,1 1 0,10 6 0,1 2 15,0 0-15,-11-16 0,0 0 0,1 0 0,1-1 0,3 1 16,-1 0-16,8 11 0,1 1 0,-1-1 0,-1-14 16,0 0-16,0 0 0,2 13 0,3 0 0,0-1 15,0-14-15,0 2 0,0-1 0,1 13 0,2 1 16,0-2-16,-2-13 0,1 2 0,0 0 0,1 12 0,0 0 15,0-1-15,0-7 0,0 0 0,0-1 0,0 12 16,1 0-16,0 0 0,0 12 0,2-25 0,-2 1 16,0 0-16,0 24 0,0 0 0,2-13 0,-2 0 15,0 0-15</inkml:trace>
  <inkml:trace contextRef="#ctx0" brushRef="#br0" timeOffset="42085.0825">26364 8994 0,'0'0'15,"0"0"-15,-18-16 0,8 7 16,6 4 0,2 5-16,-29 41 15,31-41-15,0 0 0,0 0 16,0 0-16,-15 20 0,3-2 0,0 0 0,-2 6 16,3-1-16,-1 0 0,12-23 0,0 0 0,-6 12 15,0 0-15,0 0 0,6-12 0,-5 18 0,1 1 16,-1-1-16,5-18 0,-3 11 0,1-1 0,0 0 15,2-10-15,2 25 0,-1 0 0,0-1 0,0-9 0,0-2 16,0 0-16,-1-13 0,13 22 0,-1-1 0,1 0 16,-13-21-16,0 0 0,8 11 0,-2 1 0,0-2 15,-6-10-15,22 10 0,0-3 0,-1 0 0,-21-7 16,13 4-16,-2-1 0,1 1 0,-12-4 0,29-4 16,-1 1-16,1-1 0,-29 4 0,28-10 0,0-1 0,0 1 15,-28 10-15,25-14 0,-1 0 0,-1 0 0</inkml:trace>
  <inkml:trace contextRef="#ctx0" brushRef="#br0" timeOffset="42350.703">26977 8764 0,'0'-4'0,"0"6"15,1 3-15,-2 8 16,2 13-1,1 8-15,1 36 16,-6 23 0,3-93-16,0 0 0,0 0 0,0 0 0,0 29 0,0 0 15,0-1-15,-2 1 0,2 1 0,0 0 0,0-30 16,-1 14-16,1 1 0,0-1 0,-1-7 0,1-2 16,0 0-16,0-3 0,0 0 0,0-1 0,7 45 15,0-1-15,1 0 0,-1-13 0,0-1 0,0 0 0,0-18 16,-1-1-16,0 1 0,-6-13 0</inkml:trace>
  <inkml:trace contextRef="#ctx0" brushRef="#br0" timeOffset="42786.7042">27566 9110 0,'2'-17'0,"-2"1"0,-3 3 0,-8 8 16,-4-2-16,-10 11 16,2 3-16,-17 12 15,40-19-15,0 0 0,0 0 0,-16 12 16,0 0-16,1-1 0,15-11 0,-13 14 0,1-1 16,0 1-16,0 0 0,2 0 0,0-1 0,2 3 0,2 1 15,0-2-15,-1 1 0,2-2 0,-1 1 0,4-1 16,2-3-16,0 1 0,0-12 0,3 11 0,0-2 15,1 0-15,-4-9 0,5 8 0,-1-2 0,0 1 16,-4-7-16,11 3 0,-1-2 0,-1 1 0,-9-2 0,17 0 16,-2-1-16,1 0 0,-16 1 0,8 0 0,0-1 15,0 0-15,7-9 0,-2 2 0,1-1 0,-14 9 16,20-16-16,-1 0 0,0 0 0,-4 0 0,1 2 16,-1 1-16,-15 13 0,12-17 0,-1 3 0,-1-1 15,-2 2-15,-1 1 0,-1-1 0,-3 1 0,-1 1 16,0 0-16,-2 11 0,1-9 0,-1-1 0,0 1 0,0 9 15,2-6-15,-2 0 0,0 0 0,4 1 0,-2 0 16,0-1-16,4 0 0,-2 0 0,0 0 0,-1 2 16,-1 1-16,0 1 0,-2 2 0,1-3 0,0 3 15,0-1-15,-1 0 0,0 1 0,0 0 0</inkml:trace>
  <inkml:trace contextRef="#ctx0" brushRef="#br0" timeOffset="43649.7046">27823 8987 0,'0'0'0,"6"-10"0,-3 4 0,-2 6 15,0 11-15,-3 3 16,-2 8-16,-2 6 16,6-28-16,0 0 0,0 0 0,-3 15 15,1-2-15,0 1 0,1 2 0,1 0 0,0-1 16,0-15-16,2 14 0,-2-1 0,0 0 0,4-1 16,0 0-16,1 1 0,-5-13 0,5 10 0,0 0 0,0 1 15,-2-6-15,-1-1 0,0 1 0,-1-2 0,0-2 16,0 1-16,24-7 0,-1 2 0,0-1 0,-24 4 15,23-6-15,-2 1 0,1 0 0,-22 5 0,22-9 16,-3 2-16,1 0 0,-20 7 0,12-9 0,1 0 16,-1 2-16,4-11 0,-2 0 0,1 2 0,-1-1 15,-2 1-15,1 0 0,-6 3 0,0 1 0,1 0 16,-6 3-16,-1 0 0,0 1 0,2-2 0,0 2 0,0-1 16,-2 3-16,0 1 0,0 0 0,-2 1 0,1 0 15,0 1-15,-1 1 0,1 0 0,0 1 0,1 2 16,0 1-16,0 0 0,4 0 0,-2 0 0,0 0 15,5 1-15,-2-1 0,0 0 0,-3-1 0,0 1 0,0-1 16,-3-1-16,0 0 0,0 0 0,3 1 0,-2-1 16,0 0-16,0 0 0,-1 0 0,0 0 0,0 0 15,0 0-15,0 0 0,0 0 0,11 4 0,-1-1 16,1 0-16,-11-3 0,40 8 0,-1-2 0,1 1 16,-8-5-16,-2 0 0,-1 0 0,-10-4 0,-1 0 0,-1 0 15,-8 0-15,-1 0 0,0-1 0,-1 1 0,-2 1 16,1 0-16,-6 1 0,1-2 0,0 0 0,0 0 15,-3 0-15,1 0 0,0 0 0,-8 1 0,3 0 16,0 1-16,-3 1 0,-1-1 0,1 0 0,-4 3 16,1 0-16,1 0 0,-2 3 0,2-1 0,0 0 0,11-5 15,0 0-15,0 0 0,-16 14 0,2 0 0,-1 0 16,4-3-16,2 0 0,-1 1 0,0-1 0,1-2 16,-1 1-16,10-10 0,-6 13 0,0-2 0,0 1 15,4-2-15,1-3 0,0 2 0,1-9 0,1 3 16,0 1-16,0-1 0,-1-3 0,4 5 0,0 0 0,0 0 15,4-1-15,0 1 0,-1-1 0,-7-4 0,12 3 16,-1 0-16,-1-1 0,0-1 0,-1-1 0,-1 0 16,2-2-16,-1 0 0,1-1 0,0-2 0,-1 1 15,1 0-15,-10 4 0,12-7 0,-2 0 0,1 0 16,1-2-16,-2 1 0,1 1 0,1-4 0,0-1 0,-1 1 16,0-4-16,0 1 0,-1 1 0,-10 13 0,8-14 15,-1 0-15,1 0 0,-8 14 0,6-15 0,0 2 16,0-2-16,1-2 0,-2 0 0,0 0 0,-2 0 15,0 1-15,0-1 0,-1 2 0,-1 0 0,0-1 16,0 1-16,0 1 0,0 0 0,-1 14 0,1-14 0,0 0 16,1 1-16,-1 1 0,-1 2 0,0 0 0,-1 3 15,1 0-15,0 0 0,-2 4 0,2-1 0,0 0 16,0 4-16,0 0 0,0 0 0,-2 5 0,2-1 16,0 0-16,-2 5 0,2 0 0,0-1 0,0-8 0,2 11 15,-2-2-15,0 1 0,0-10 0,4 18 0,-2-2 16,0 0-16,-2-16 0,5 26 0,-2 0 0,0 0 15,3 7-15,-1-1 0,1 1 0,-6-33 0,7 40 16,-2 0-16,0-1 0,-1 0 0,0 0 0,1 0 0,-5-39 16,3 40-16,0 0 0,0 1 0</inkml:trace>
  <inkml:trace contextRef="#ctx0" brushRef="#br0" timeOffset="47350.5989">24678 13319 0,'0'0'0,"0"0"0,30-70 15,-12 28 1,-11 25-16,13-27 16,-10 19-16,-10 25 15,0 0-15,0 0 0,0 0 0,10-19 0,0 0 16,-1 1-16,3-4 0,0 0 0,-1-1 0,-11 23 16,12-23-16,-1-1 0,0 0 0,0 0 0,-1 1 0,0 0 15,4-4-15,-2 1 0,1 0 0,-13 26 0,14-26 16,-2 0-16,1 0 0,-13 26 0,13-25 0,0 1 15,-1 1-15,-12 23 0,13-28 0,1 2 0,-1-1 16,-13 27-16,14-27 0,-1 1 0,1 0 0,7-17 16,0-1-16,0 1 0,-21 43 0,19-38 0,0 0 0,0 1 15,-3 4-15,0 2 0,-1-1 0,0 6 0,-3-1 16,0 1-16,-12 26 0,13-25 0,-2 1 0,0 1 16,-4 10-16,-2 1 0,0 0 0,-5 12 0,15-27 15,-3 1-15,0 0 0,3-1 0,-3 2 0,1-1 16,0 2-16,-1 0 0,1 1 0,-13 23 0,11-26 0,0 2 15,-1 0-15,-10 24 0,5-13 0,0 2 0,0-1 16,-5 12-16,13-32 0,-2 1 0,1-1 0,-5 14 16,-1 0-16,0 1 0,7-5 0,-3 2 0,0 0 15,-10 20-15,6-11 0,0 1 0,-1-1 0,-5 11 0,9-22 16,-2 0-16,1 0 0,-3 10 0,-1 0 0,0-1 16,-1 8-16,-2 0 0,0 0 0,8-14 0,0 0 15,-1 0-15,-8 19 0,6-12 0,-2 2 0,0-1 16,-4 11-16,8-19 0,-3 1 0,0 0 0,-1 9 15,-2-1-15,0 1 0,6-6 0,-3 1 0,0 0 16,-5 14-16,3-8 0,0 1 0,0 0 0,4-10 0,0 1 16,-1 1-16,-2 5 0,-1 1 0,0 0 0,-3 9 15,2-4-15,-1 1 0,0 0 0,1 2 0,-2 0 16,0-1-16,2-8 0,-1 1 0,0 0 0,2 4 16,-3-1-16,0 1 0,2-5 0,-1-1 0,0 1 15,-1 10-15,2-5 0,-2-1 0,0 2 0,0 4 0,0 0 16,0 0-16</inkml:trace>
  <inkml:trace contextRef="#ctx0" brushRef="#br0" timeOffset="47833.0988">25396 11012 0,'0'0'0,"0"0"0,0 0 16,0 0-16,4-23 16,-2 10-1,17-12-15,-7 13 16,-12 12-16,0 0 0,0 0 0,10-8 0,-1 1 16,1-1-16,-10 8 0,6-4 0,-2 0 0,0 0 15,-2 2-15,0 0 0,0 1 0,-2 1 0,12-9 16,-2 1-16,0 0 0,-10 8 0,8-5 0,-2 1 0,0 0 15,-6 4-15,3-2 0,-1 0 0,0 0 0,12-7 16,-1 1-16,1 0 0,-14 8 0,8-5 0,0 0 16,0 0-16,-8 5 0,14-8 0,-1 0 0,1 1 15,-7 2-15,0 1 0,0 0 0,5 0 0,-3 0 16,0 0-16,-9 4 0,6-3 0,-1 2 0,0 0 0,-2 0 16,-2 0-16,0 1 0,-1 0 0,10 4 0,0-1 15,-1-1-15,-3 0 0,0 0 0,1 0 0,-7-2 16,8 9-16,-1-1 0,0 0 0,-7-8 0,5 5 15,-1 1-15,0-1 0,-4-5 0,9 12 0,0 0 0,1 1 16,-10-13-16,6 7 0,-2-1 0,0-1 0,8 10 16,-2-1-16,0 0 0,-10-14 0,7 8 0,-1 0 15,-1 0-15,-5-8 0,11 19 0,-1 0 0,1-1 16,-5-7-16,-1-1 0,0 0 0,-2-5 0,0-2 16,-1 1-16,-2-4 0,6 17 0,-2-2 0,0 1 15,-4-16-15,0 0 0,0 0 0</inkml:trace>
  <inkml:trace contextRef="#ctx0" brushRef="#br0" timeOffset="63966.3285">22402 11399 0,'0'0'0,"0"0"0,0 0 15,0 0-15,0 0 16,0 0-16,0 0 16,0 0-1,0 0-15,0 0 0,0 0 0,0 0 0,6 20 0,-3 0 16,0-1-16,0-8 0,-1 2 0,0-2 15,-1-6-15,0-1 0,0 0 0,-1-4 0,-1 25 0,0 0 16,0 0-16,0-11 0,0 0 0,0 0 0,0-8 16,1 0-16,0 0 0,-2 10 0,0-1 0,0 0 15,2-15-15,-1 9 0,0 0 0,0 0 0,-1-6 16,2 1-16,0-1 0,-3 9 0,2 0 0,0 0 16,-1-4-16,2-2 0,0 1 0,-1-3 0,1-2 0,0 0 15,0-1-15,0-1 0,0 1 0,0 0 0,0-1 16,0 0-16</inkml:trace>
  <inkml:trace contextRef="#ctx0" brushRef="#br0" timeOffset="64499.8216">22428 11446 0,'4'-24'0,"1"5"0,0 6 15,3 1-15,5 4 16,7 8-1,1 1-15,5 6 16,-26-7-16,0 0 0,0 0 0,10 7 0,0 0 16,1 0-16,-3 0 0,-2 0 0,0 0 0,-6-7 15,4 9-15,0-1 0,1 1 0,-1-1 0,-1 2 16,0-1-16,1 0 0,-2-1 0,0 0 0,0 2 0,-2-1 16,0-1-16,-5 0 0,2 1 0,0-1 0,-1-1 15,0 1-15,0-1 0,-1-2 0,1 0 0,0-1 16,-3 0-16,2-1 0,0 1 0,0-3 0,2-1 15,0 1-15,0 1 0,1-2 0,0 1 0,1 0 16,0 0-16,0-1 0,1 0 0,2 2 0,-1-1 0,0-1 16,3 3-16,0 0 0,0 1 0,2-3 0,-3 2 15,0-1-15,3-1 0,-1-1 0,0 0 0,5 4 16,-1-1-16,0 1 0,2-2 0,-3 1 0,0-1 16,1 1-16,1-1 0,-1-1 0,0 4 0,0 0 15,-1-1-15,1 2 0,-2 0 0,1 0 0,-3 0 0,-1 1 16,0-1-16,1 1 0,-2-1 0,0 0 0,-3 1 15,0 0-15,0 0 0,-3-1 0,1 0 0,0 0 16,-3-3-16,2 1 0,0 0 0,-2 0 0,1-1 16,-1 1-16,-1-1 0,0 0 0,0-1 0,-4 1 0,3 0 15,0-1-15,-3 0 0,-1-1 0,1 1 0,10-2 16,-10 1-16,0 0 0,1 1 0,-1-1 0,0 0 16,1 0-16,2-2 0,2 1 0,0 0 0,1-2 15,1 0-15,0 0 0,1-5 0,1 2 0,0 0 16,1 5-16,0 0 0,0 0 0,-1-4 0,1 1 0,0 0 15,-1 2-15,1 0 0,0 1 0</inkml:trace>
  <inkml:trace contextRef="#ctx0" brushRef="#br0" timeOffset="65049.5604">22869 11424 0,'0'0'0,"0"0"0,0 0 15,1 2-15,-5 13 16,7 8-16,-8 6 16,-2-2-16,7-27 15,0 0-15,0 0 0,-1 10 0,0 0 0,0 0 0,-3-1 16,2 0-16,0 1 0,1-1 0,0 1 0,0-2 16,0-1-16,1 0 0,0 0 0,2 2 0,0-1 15,0 0-15,0-3 0,0 0 0,0-1 0,0-2 16,-1 0-16,0 0 0,2-4 0,0 2 0,1 0 15,-1-2-15,0-1 0,0 0 0,-3 3 0,6-4 0,-1 0 16,0-1-16,2-1 0,-3 0 0,0 0 0,2 1 16,0 1-16,0 0 0,1-2 0,-1 2 0,0 0 15,-1-1-15,0 0 0,1-1 0,-2 2 0,0 1 16,0 1-16,-1 0 0,0 0 0,0 0 0,-1 2 0,-1 0 16,0 0-16,2 3 0,0-1 0,-1 0 0,-1 1 15,0 0-15,0-1 0,1 3 0,0 0 0,0-2 16,1 6-16,-1-1 0,0-1 0,1 2 0,0-2 15,0 0-15,1 1 0,-1 0 0,0 0 0,0-1 16,0-1-16,0 0 0,-3-6 0,5 5 0,-2 0 16,0-1-16,-3-4 0,8 4 0,-3-1 0,0 1 0,3-3 15,0-1-15,-1 0 0,2-3 0,0 0 0,1 0 16,-10 3-16,11-6 0,-1 2 0,1-1 0,-1-2 16,0 1-16,1-1 0,1-2 0,0 0 0,1 1 15,-3-5-15,0 1 0,-1-1 0,-9 13 0,9-13 16,-2-1-16,1 1 0,-2-2 0,-2 1 0,0-1 0,-2 1 15,-2 1-15,0-1 0,-3 1 0,1 0 0,0 0 16,-10 0-16,1 1 0,1 0 0,-9 3 0,2 3 16,-1-3-16,-11 2 0,0 2 0,0-1 0,13 2 15,1 1-15,1 0 0,-46-5 0,1 1 0,0 0 16</inkml:trace>
  <inkml:trace contextRef="#ctx0" brushRef="#br0" timeOffset="67594.5321">22326 12096 0,'0'0'0,"0"0"0,0 0 0,0 0 15,0 0-15,0 0 16,0 0 0,0 0-16,0 0 0,0 0 0,0 0 15,-7 20-15,-1 1 0,1-1 0,3-7 0,0 0 16,0 0-16,-2 10 0,0 1 0,1-1 0,5-23 15,-4 13-15,2-1 0,0 0 0,0-5 0,1-3 16,0 0-16,-2 16 0,1 0 0,0 0 0,0-9 16,1 0-16,0 0 0,1-11 0,-3 16 0,2 0 0,0-1 15,-1-6-15,2-1 0,0 0 0,-1-4 0,1-1 16,0 0-16,0-3 0,0 2 0,0-1 0,0 0 16,0-1-16,0 0 0,0 0 0,8-6 0,-1 0 15,0 0-15,-7 6 0,4-4 0,0 1 0,0-1 16,-4 4-16,9-10 0,-2 0 0,0 0 0,-3 4 0,0 0 15,1 1-15,7-5 0,-2 0 0,1 0 0,-11 10 16,7-6-16,-2 0 0,0 1 0,8 0 0,-2 1 16,0 0-16,-2 0 0,-3 2 0,0 0 0,-6 2 15,14 1-15,-1-1 0,-1 0 0,-5 1 0,1-1 0,-1 0 16,4 7-16,-1 1 0,-1 0 0,-9-8 0,6 4 16,-2 1-16,0-2 0,1 10 0,-2-2 0,0 0 15,0-4-15,-2-1 0,0 0 0,-1-6 0,-4 13 16,0-1-16,0-1 0,0-4 0,2-1 0,0 0 15,1-3-15,0-1 0,0 1 0,-10 6 0,-1 0 0,1 1 16,11-10-16,-7 5 0,1 1 0,-1-1 0,-7-2 16,-1 0-16,1 0 0,6-2 0,-1 0 0,1-1 15,-7-1-15,1 1 0,1-1 0,13 1 0,-9 0 16,1 0-16,1 0 0,4 0 0,0 0 0,0 0 16,-7-3-16,1 2 0,0-1 0,4 1 0,0 0 15,-1 0-15,4 1 0,0 0 0,0 0 0,0 0 0,2 0 16,0 0-16,0 0 0</inkml:trace>
  <inkml:trace contextRef="#ctx0" brushRef="#br0" timeOffset="69983.2391">22707 12450 0,'41'-15'0,"1"-2"0,-16 4 16,-13 5-16,-4-2 16,-8-5-16,-7 1 15,-7 6-15,13 8 0,0 0 16,0 0-16,-9-2 0,-1 1 0,1 1 0,-2 0 15,-1 1-15,1 0 0,-1 0 0,0 1 0,1 0 0,-2 4 16,1-2-16,0 1 0,-2 0 0,3 0 0,-1-1 16,1 3-16,2 0 0,-1-1 0,1 3 0,1 0 15,0 0-15,0 0 0,3-1 0,0 0 0,1-1 16,1 0-16,0-1 0,3-1 0,0 0 0,0-1 16,2 0-16,-1-2 0,0 0 0,-1-2 0,4 2 15,-2-1-15,0 0 0,4-2 0,-1 1 0,1-1 0,2-1 16,0 2-16,0 0 0,3-5 0,-2 2 0,0-1 15,2 0-15,-3 0 0,0 0 0,6-1 0,-2 1 16,1 0-16,-4-1 0,-1 1 0,0 0 0,0 0 16,-2 1-16,0 0 0,-1 1 0,-1 0 0,0 0 0,0-1 15,-1 1-15,0-1 0,0 3 0,-1-2 0,0 1 16,0 4-16,0-1 0,0 1 0,-1 0 0,0 1 16,0-1-16,0 2 0,0 0 0,0 1 0,1 1 15,-1-3-15,1 2 0,-2-6 0,2 8 0,-2-2 16,0 1-16,2 0 0,-1 0 0,0 0 0,2 0 0,-1-1 15,0 0-15,2-2 0,0-1 0,0 1 0,2-2 16,-1-1-16,0 0 0,3-1 0,-1 0 0,1 0 16,1-2-16,-2 0 0,0 0 0,2-2 0,-1 2 15,0-1-15,3-3 0,-2 2 0,0-1 0,5-1 0,-3-1 16,0 1-16,-11 6 0,12-10 0,-3 1 0,0-1 16,1 2-16,-1-2 0,0 0 0,1-3 0,-1 0 15,-1-1-15,-3 0 0,0-1 0,1 0 0,-1 1 16,-1 0-16,0 1 0,2 0 0,-1 1 0,1 0 15,-3 0-15,-2 0 0,0 1 0,1-3 0,0 2 0,0-2 16,0 8-16,-2-1 0,0 1 0,1 3 0,-1 1 16,0 0-16,-3-8 0,2 1 0,0 0 0,0 8 15,1 1-15,0 0 0,-1-2 0,1 2 0,0-1 16,-1-1-16,1 1 0,0 0 0,-2 2 0,1-1 16,0 1-16,-1 1 0,2-2 0,0 1 0,-3 6 0,1 0 15,0-1-15,-3 4 0,2-1 0,0 1 0,-1 2 16,1 1-16,0 0 0,0 1 0,0 1 0,1 0 15,2-15-15,-2 11 0,0 0 0,0 0 0,0 0 16,1 0-16,0 0 0,0 3 0,0-2 0,0 0 16,-1 3-16,1-1 0,0 1 0,1-15 0,-1 15 0,0 1 15,0 0-15,0-4 0,1-1 0,0 0 0,-1-5 16,1 0-16,0 0 0,3 2 0,-2 0 0,0 1 16,2-2-16,-1 0 0,0 0 0,0-1 0,0 0 15,0 1-15,0-4 0,0 0 0,0-1 0,-1-4 16,1 0-16,-1 0 0,-2-4 0,1 0 0,0 1 0,-2-4 15,1 2-15,0-1 0,-3-1 0,2 2 0,0-2 16,2 9-16,-3-7 0,1 0 0,0 1 0,-2-1 16,2 1-16,0 0 0,2 6 0,-6-7 0,3 0 15,0 0-15,-3-1 0,2 1 0,0 0 0,-1 0 0,2 0 16,-1 0-16,4 7 0,-4-7 0,1 1 0,0-1 16,0 2-16,1 0 0,0-1 0,2 6 0,-3-7 15,2 1-15,0 0 0,1 6 0,-1-7 0,1 0 16,0 1-16,3 1 0,-1 1 0,0-1 0,4 1 15,-1 2-15,0 0 0,-5 2 0,9-3 0,-1 2 0,0 0 16,3 0-16,-2 1 0,0 0 0,2 1 0,-1 0 16,0-1-16,-10 0 0,0 0 0,12-1 0,-2 1 15,0-1-15,2-1 0,-3 0 0,0 0 0,-9 2 16,11-4-16,-1 0 0,0 1 0,2-3 0,-3 0 16,0 1-16,0 0 0,-1 1 0,-1 0 0,-7 4 15,0 0-15,4-5 0,0 0 0,0 0 0,-3 1 0,0 0 16,0 1-16,-1 3 0,-1-3 0,1 0 0,0 1 15,-2 0-15,2 1 0,0 1 0,0 0 0,-2 0 16,1 0-16,0 0 0,-1 2 0,2 0 0,0-1 0,-2 6 16,1-1-16,0 1 0,1-7 0,-2 8 0,1 0 15,0 0-15,-3 2 0,2 0 0,0 1 0,-1-3 16,0 0-16,1-1 0,0 1 0,2 0 0,0-1 16,-3 5-16,2-1 0,0 0 0,-1 3 0,0-1 15,0-1-15,-2 1 0,2 0 0,0 0 0,-2 0 16,1 0-16,1 0 0,-1-1 0,1-1 0,0 0 0,-1-1 15,1-1-15,0 1 0,2 0 0,0-2 0,0 1 16,0-4-16,0-1 0,0 1 0,0-7 0,0 1 16,0 0-16,1-4 0,-1 1 0,0-1 0,-1 0 15,1 0-15,0-1 0,-1 1 0,1 0 0,0 0 16,-1 0-16,0 0 0,0 0 0,0 0 0,0 2 0,0-1 16,-1 2-16,1-1 0,0 0 0,-2-1 0,1 2 15,0 0-15,-1-1 0,1 0 0,0 1 0,0-1 16,1 0-16,0 1 0,1-2 0,0 0 0,0 1 15,1-1-15,0 1 0,0-1 0,2 1 0,-2-1 16,0 1-16,3-1 0,1 1 0,-1-1 0,4 1 0,-2 1 16,0-1-16,4 1 0,-3 1 0,0 0 0,3-1 15,-1 1-15,-1 1 0,2-2 0,1 0 0,-1 1 16,0-1-16,1 1 0,-1-1 0,1 0 0,-1 1 16,-1 0-16,2-1 0,1 0 0,-1 1 0,-1-2 0,-1 2 15,-1 0-15,-1 0 0,-1 0 0,1-1 0,-2 2 16,-1-1-16,0 0 0,0-1 0,-2 1 0,0 0 15,-3 0-15,1 1 0,0 0 0,-4 0 0,2 0 16,0 0-16,-4 1 0,2 0 0,0-1 0,-4 3 16,2-2-16,0 0 0,-2 2 0,-1 0 0,1 0 0,2 1 15,1-1-15,0-1 0,-1 3 0,1-3 0,0 1 16,0 2-16,1 0 0,0-1 0,-1 3 0,1-1 16,0-1-16,0 2 0,2-1 0,0-1 0,1 1 15,1 0-15,0 0 0,2 0 0,-1 0 0,0 0 16,4 0-16,-2-1 0,0 1 0,3-2 0,-1 0 0,0-1 15,3 0-15,-2 0 0,1-1 0,0 0 0,0-2 16,0 1-16,3-2 0,-3 1 0,0-1 0,1-2 16,1 1-16,-1-1 0,0-1 0,-1 1 0,1 0 15,-2-3-15,0 1 0,0 0 0,0 0 0,0-1 16,-1 0-16,2 1 0,0 0 0,0 0 0,2-2 0,-3 1 16,0 0-16,-1-1 0,0 1 0,1 1 0,-2-1 15,-1 2-15,0-1 0,0 2 0,-1 0 0,0 0 16,-1 0-16,0 2 0,0-1 0,-1 2 0,0 2 15,0-1-15,-2 2 0,2-1 0,0 0 0,-2 3 16,1 0-16,0-2 0,-1 2 0,2-1 0,0 2 0,-3 0 16,2 0-16,0 0 0,0-1 0,0-2 0,0 1 15,0 0-15,0 0 0,0 0 0,-1 0 0,2-1 16,0 1-16,-2 0 0,2 0 0,0 0 0,1 0 16,0-2-16,0 1 0,0-1 0,0 0 0,0-1 15,1 0-15,-1 0 0,0-1 0,1-2 0,0 1 0,0 0 16,2-3-16,-2 2 0,0-1 0,2-1 0,0 0 15,-1 0-15,3-2 0,-2 0 0,0 0 0,2 0 16,-1-1-16,1 1 0,-2 1 0,-1 1 0,0 0 16,0 1-16,-1 0 0,0 0 0,2-1 0,-2 1 15,0-1-15,6-2 0,-3 1 0,0-1 0,3 1 16,0-1-16,-1 0 0,1 1 0,-2 1 0,0-1 0,3-1 16,-2 2-16,0-1 0,1 1 0,0 0 0,-1 1 15,-2 2-15,-1 0 0,0 1 0,-2 1 0,1 0 16,-1 0-16,0 1 0,-2 0 0,0-1 0,0 1 15,0-1-15,0 0 0,0 1 0,0-1 0,0 0 16,0 1-16,0-1 0,0 0 0,-2 2 0,2 0 0,0-1 16,0 3-16,0-2 0,0 1 0,1 0 0,-1 0 15,0 0-15,1 1 0,-1-2 0,0 1 0,1 0 16,0 0-16,0 0 0,0-1 0,0 0 0,0-1 16,1 0-16,0-1 0,0 2 0,3-2 0,-2 0 15,0 0-15,4 1 0,-3-1 0,0 0 0,1 1 0,0-1 16,0-1-16,2-2 0,-2 1 0,0 0 0,1-1 15,-1-1-15,0 2 0,2-3 0,-1 0 0,0 1 16,-1-2-16,0 1 0,1 0 0,0 0 0,-2 0 16,0 1-16,0-1 0,-1 0 0,0 1 0,2-1 0,-2 1 15,0 0-15,0 0 0,-1 0 0,0 0 0,1 0 16,-2 2-16,0-1 0,0 2 0,-1 0 0,0 0 16,-2 2-16,2-1 0,0 1 0,-3 3 0,2-2 15,0 1-15,3 0 0,-1-1 0,0 1 0,0 3 16,-1 1-16,0-1 0,-2 4 0,1-1 0,0-2 0,-1 1 15,1-2-15,0 1 0,-1-1 0,1 0 0,0 0 16,-1 2-16,0 0 0,-1 1 0,1 2 0,0-1 16,0 0-16,-1 7 0,2-1 0,0 0 0,0 3 15,1 0-15,0-1 0,0 2 0,0-1 0,0-1 16,0-2-16,0-1 0,0 0 0,1-5 0,-1 0 0,0-1 16,1-1-16,0-2 0,0 2 0,1-3 0,-2-1 15,0 0-15,1-3 0,-1-1 0,0-1 0,0 0 16,0 0-16,0 0 0,0-1 0,0 0 0,0 0 15,-1 0-15,1 1 0,0 0 0,-1-1 0,1 0 16,0 0-16,-2-3 0,2 1 0,0 0 0,-2-2 0,1 1 16,0-1-16,-1-2 0,0 0 0,0 0 0,0-1 15,2 0-15,0 1 0,-1-2 0,0 0 0,0 1 16,0 0-16,1 1 0,0 0 0,2 0 0,0 0 16,0 0-16,3 0 0,-1-1 0,0 0 0,2-1 0,0 0 15,-1 0-15,3-1 0,0-1 0,1 0 0,2 1 16,-2-1-16,1 1 0,0-2 0,-2-1 0,0 1 15</inkml:trace>
  <inkml:trace contextRef="#ctx0" brushRef="#br0" timeOffset="78002.1127">23943 10762 0,'0'0'0,"0"0"0,0 0 0,0 0 16,0 0-16,0 0 15,0 0-15,-36-36 16,36 36-16,0 0 0,0 0 16,0 0-16,-7-8 0,0 1 0,0-1 0,-7 5 15,3 1-15,-1 0 0,5 1 0,1 0 0,0 0 0,6 1 16,-14 5-16,3 0 0,0-1 0,3 0 0,2-2 16,0 0-16,-5 10 0,1-1 0,1 0 0,9-11 15,-6 8-15,1-2 0,-1 0 0,4-2 0,0-2 16,0 1-16,-2 13 0,2-1 0,0 1 0,2-16 0,-1 8 15,0 2-15,0-2 0,2 7 0,-1 0 0,0 0 16,1-7-16,-1 0 0,0 1 0,0-9 0,5 8 16,-1 1-16,0 0 0,1-5 0,-3 1 0,0 0 15,-2-5-15,2 1 0,-1 1 0,0-1 0,9 2 16,0-2-16,1 1 0,-4 0 0,-2-1 0,0-1 0,7-7 16,-2 0-16,0-2 0,-10 9 0,7-5 0,-2 1 15,0-2-15,5-8 0,0-1 0,-1 1 0,-3 7 16,-2-1-16,0 1 0,-4 7 0,10-18 0,-3 1 15,0 0-15,-3 7 0,0 1 0,1-1 0,3-9 0,0-1 16,0 2-16,-8 18 0,5-11 0,0 0 0,-1 1 16,-1-8-16,0 1 0,0 0 0,-1 8 0,-1 0 15,0 1-15,-1 8 0,1-13 0,-1 0 0,0 0 16,0 6-16,0 0 0,0 1 0,0 6 0,-4-13 16,2 2-16,0-1 0,-1 5 0,2 1 0,0 1 15,1 5-15,-2-3 0,2 0 0,0 1 0,0 1 0,0 0 16,0 1-16,-1-1 0,1 1 0,0 0 0,1 9 15,-1 0-15,0 0 0,0-3 0,0-1 0,0 0 16,3 10-16,-1-1 0,0 0 0,-2-14 0,0 0 16,1 8-16,0 0 0,0 1 0,1-7 0,-2 1 0,0 0 15,4 15-15,-1 0 0,0 0 0,-3-18 0,3 11 16,-1-1-16,0 0 0,3 13 0,0 0 0,0-1 16,-1-8-16,-2-2 0,0 0 0,-2-12 0,11 24 15,-3 0-15,0-1 0,-1-9 0,-2-1 0,0 1 16,3-3-16,0-1 0,1-1 0,-4-4 0,-1 0 0,0-1 15,-1-1-15,-2-2 0,0 1 0,-1-2 0,2 1 16,-2 0-16,0 0 0</inkml:trace>
  <inkml:trace contextRef="#ctx0" brushRef="#br0" timeOffset="78366.6103">24180 10675 0,'0'0'0,"0"0"0,0 0 15,-3 3-15,1-1 16,1-2-16,-1 37 16,1-16-16,1-21 0,0 0 15,0 0-15,-1 4 0,1-2 0,0 0 0,0-2 16,3 13-16,-1 0 0,0 0 0,0-6 0,-1 1 16,0-1-16,-1-7 0,5 12 0,1-2 0,-1 1 15,-5-11-15,4 6 0,-1-1 0,0 1 0,-2-4 16,0 0-16,0-1 0,-1-1 0,9 2 0,1-2 0,-1 1 15,-3 0-15,-1-1 0,1 0 0,-6 0 0,11-5 16,0 1-16,1 0 0,-5 1 0,-2 0 0,0 0 16,6-7-16,-2 1 0,0-1 0,-9 10 0,5-5 15,1 0-15,-1 0 0,2-8 0,-2 1 0,0 1 0,-5 11 16,3-7-16,0 1 0,1 0 0,1-6 0,-1 1 16,0-1-16,0 5 0,-2 1 0,0 1 0,-2 5 15,1-10-15,-1 0 0,0 1 0,0 3 0,0 2 16,0-1-16,0 3 0,0 0 0,0 0 0,0 1 15,0 1-15,0-1 0,0 1 0</inkml:trace>
  <inkml:trace contextRef="#ctx0" brushRef="#br0" timeOffset="78549.6098">24506 10749 0,'13'45'0,"-8"5"0,-1 3 0,4 8 15,-6-11-15,-3-19 16,5 3 0,-4-34-16,0 0 0,0 0 0,1 11 0,-1-1 15,0 1-15,1-5 0,0 0 0,0-1 0,-1-5 16,1 2-16,-1 0 0,0 0 0</inkml:trace>
  <inkml:trace contextRef="#ctx0" brushRef="#br0" timeOffset="78866.7325">24518 10614 0,'15'-10'0,"-2"5"0,5 9 16,8 4-16,-8 4 15,7 15-15,5 0 16,-30-27-16,0 0 0,0 0 16,8 9-16,-2 0 0,0 0 0,-3 1 0,-1-1 15,0 1-15,-2-4 0,0-1 0,0 2 0,-3 0 16,1 2-16,-1-1 0,3-8 0,-5 7 0,0 0 0,0 0 16,-4 0-16,0-2 0,1 0 0,-1 0 0,2-1 15,-1 0-15,-1-1 0,0-2 0,-1 1 0,5-1 16,0-1-16,0 1 0,2 0 0,2-1 0,0 1 15,-1-1-15,2 0 0,0 0 0</inkml:trace>
  <inkml:trace contextRef="#ctx0" brushRef="#br0" timeOffset="79416.26">24753 10403 0,'0'2'0,"4"5"0,3 5 0,-1 13 15,3 8-15,-7 9 16,-6 4-16,4 2 16,0-48-16,0 0 0,0 0 0,0 0 15,-3 13-15,2 0 0,0 0 0,1-13 0,-1 20 16,1 0-16,0-2 0,-2 0 0,0-2 0,0 1 15,2-17-15,-1 13 0,0 0 0,0 0 0,2-3 0,0-1 16,0-1-16,4-3 0,-1-1 0,1 0 0,1-3 16,-1-1-16,0 0 0,-5 0 0,6-3 0,-1 2 15,1-1-15,3-4 0,0 1 0,1 1 0,-10 4 16,6-11-16,-2 2 0,0-2 0,5 2 0,-1-1 16,-1 1-16,-7 9 0,9-12 0,-1 1 0,1-1 0,-3 3 15,0 0-15,0 0 0,0 0 0,0-1 0,-1 0 16,-5 10-16,4-7 0,-1 0 0,0 1 0,-1 3 15,-1 0-15,0 0 0,0 1 0,-1 2 0,0-1 16,0 0-16,0 1 0,0 0 0,0 0 0,0 0 0,0 0 16,0 0-16,-1 2 0,1-2 0,0 1 0,-2 4 15,1 0-15,0 0 0,-1 1 0,1 0 0,0 0 16,-2 3-16,2 0 0,0-1 0,-1 1 0,0-1 16,0-1-16,1 1 0,0-1 0,0 1 0,-2-4 15,3 0-15,0-1 0,0-1 0,0-1 0,0 0 16,5 7-16,-1 0 0,0-1 0,-4-7 0,3 5 0,0 1 15,0-1-15,4-1 0,1-1 0,-1 1 0,2 0 16,-1 0-16,1-1 0,-9-3 0,10 1 0,-1-1 16,1 0-16,-2-3 0,-1 1 0,0 0 0,2-5 15,-2 0-15,0 0 0</inkml:trace>
  <inkml:trace contextRef="#ctx0" brushRef="#br0" timeOffset="79573.4175">24943 10569 0,'1'-1'0,"0"1"16,9 8-16,6-6 16,4-6-16</inkml:trace>
  <inkml:trace contextRef="#ctx0" brushRef="#br0" timeOffset="79799.4184">25127 10576 0,'0'0'0,"0"0"0,0 1 16,-2 4-16,-1 5 16,-9 9-16,-1 0 15,1 3-15,12-22 16,0 0-16,0 0 0,-5 9 0,1-1 0,0 1 15,1-5-15,2 0 0,0 0 0,-1 8 0,2 0 0,0-1 16,0 1-16,0 0 0,0-1 0,5-2 0,-2 1 16,0 0-16,-3-10 0,5 7 0,-1-2 0,-1 1 15,9-3-15,-2 0 0,1 0 0,3-4 0,1 1 16,-1 0-16,-14 0 0</inkml:trace>
  <inkml:trace contextRef="#ctx0" brushRef="#br0" timeOffset="80650.0661">25409 10687 0,'3'-13'0,"-5"3"0,-3 6 16,-12 3-16,-3 4 15,-9 9 1,29-12-16,-38 19 16,38-19-16,0 0 0,0 0 0,-11 7 0,2 0 15,0 1-15,-1-2 0,3-1 0,0 2 0,1-3 16,1 1-16,1-1 0,1 1 0,2-1 0,0 1 15,3-1-15,-2 0 0,0-1 0,5-1 0,1 0 0,-1-1 16,2 1-16,0-2 0,0 0 0,-7 0 0,5-2 16,-2 2-16,0-1 0,-3 1 0,8-2 0,-1 1 15,1 0-15,0-4 0,-1 1 0,0 0 0,-7 4 16,7-4-16,0 1 0,-1-1 0,2 3 0,-2 1 16,1-1-16,-2 2 0,0-1 0,0 0 0,-1 1 15,-2-1-15,0 1 0,2 1 0,0-1 0,-1-1 0,0 3 16,-1 0-16,0 0 0,0 0 0,0-1 0,0 1 15,-2-3-15,3 3 0,-1-1 0,0 0 0,0-1 16,0 1-16,1-1 0,0-1 0,-1 0 0,0 0 16,3-2-16,-1 0 0,0 1 0,2-4 0,-1 3 0,-1-1 15,1-1-15,0 0 0,0 1 0,0-3 0,-1 0 16,1 0-16,-1-3 0,0 2 0,0-1 0,-4 8 16,3-7-16,0 0 0,0-1 0,-3 8 0,3-11 15,1 1-15,-1 0 0,2-2 0,-2-1 0,0 1 16,-1 3-16,-1 0 0,0-1 0,0 2 0,-1 0 0,0 0 15,0 8-15,0-5 0,0-2 0,0 1 0,0 6 16,0-5-16,0-2 0,0 0 0,0 7 0,0-3 16,0 0-16,0 1 0,-2 4 0,1 0 0,0-2 15,1 0-15,-2 3 0,2-1 0,0 0 0,-3 3 16,1 1-16,0-2 0,-2 3 0,1 0 0,-1-2 0,2 4 16,2 0-16,0 1 0,0-10 0,-3 10 0,1-1 15,0 0-15,2-9 0,-2 14 0,0-1 0,0 0 16,0-1-16,0-2 0,0 0 0,1 5 0,1-2 15,0 1-15,1-2 0,-1-2 0,0 1 0,2-12 0,-1-1 16,0 1-16,-1 1 0,2 4 0,0-1 0,0 1 16,-2-4-16,4 5 0,-2 0 0,0-2 0,2 1 15,1-1-15,-1-1 0,-4-2 0,3 3 0,0-2 16,0 1-16,-3-2 0,5-2 0,-2 2 0,0 0 16,-3 0-16,7-5 0,-3 2 0,0 0 0,2-1 0,-1 1 15,0-1-15,-5 4 0,7-7 0,-1 2 0,0-1 16,1-1-16,-2 0 0,1 1 0,-1 0 0,-1 0 15,0-1-15,-4 7 0,4-5 0,0 2 0,0 0 16,1-2-16,-2 2 0,0-1 0,0 0 0,-2 2 16,0-2-16,-1 4 0,1-1 0,-1-1 0,0 1 15,-1 2-15,0-1 0,0 0 0,1 0 0,-2 3 0,0-1 16,0 0-16,0 1 0,-1 0 0,1 0 0,2-3 16,-1 4-16,0 1 0,0-2 0,3 3 0,-2-1 15,0-1-15,3 2 0,1-1 0,-1 0 0,-3-5 16,6 5-16,-1 0 0,0 0 0,2 0 0,1-2 0,-1 1 15,-7-4-15,9 4 0,0 0 0,-1-1 0,0 1 16,0-2-16,1 1 0,1-2 0,-2 0 0,0 0 16,-8-1-16,7 0 0,-2 0 0,0 0 0,-5 0 15</inkml:trace>
  <inkml:trace contextRef="#ctx0" brushRef="#br0" timeOffset="80883.089">25335 10639 0,'0'0'0,"0"0"0,0 0 16,21-8-1,-6 4 1,25 4-16,-16 0 15,-24 0-15,0 0 0,0 0 0,27-1 16,-2 1-16,-1-1 0,-8 0 0,-2 1 0,1 0 16</inkml:trace>
  <inkml:trace contextRef="#ctx0" brushRef="#br0" timeOffset="81232.6964">26032 10836 0,'-2'10'0,"-9"4"16,-8-2-16,-23 4 15,-18 1-15,-13 5 16,-14-5-16,-17-3 16,104-14-16,0 0 0,0 0 0,-38 6 0,1-1 15,0 0-15,-6 0 0,1 0 0,0 0 0,-6 2 16,0 0-16,1 0 0,-6 1 0,3-1 0,-1 0 15,-1 1-15,2 0 0,-1 0 0,2 1 0,1 0 16,-1-1-16,0 1 0,0-2 0,0 0 0,0 2 0,1-2 16,1 0-16,1 0 0,1 1 0,-1-1 0,5 3 15,2-1-15,-1 0 0,2 0 0,0 0 0,0-1 16,3-1-16,-1-1 0,1 0 0,1 1 0,2 0 16,0 0-16,9-2 0,1-1 0,-1 0 0,4 0 15,2-1-15,-1 1 0,4-2 0,0 0 0,1 1 16,2 0-16,2-2 0,0 1 0,1-8 0,-1-1 0,1 0 15</inkml:trace>
  <inkml:trace contextRef="#ctx0" brushRef="#br0" timeOffset="85725.186">23694 9081 0,'0'0'0,"0"0"0,0 0 16,27-52-16,-9 23 16,12-24-1,-14 25-15,-1 3 16,-15 25-16,0 0 0,0 0 0,3-4 16,-1 0-16,0 0 0,-2 4 0,6-10 0,-1-1 0,1 1 15,-6 10-15,4-7 0,-2 2 0,0-1 0,-1 4 16,0-1-16,0 1 0,-1 2 0,1-1 0,-1 0 15,0 1-15,-6-6 0,0 2 0,-1-1 0,7 5 16,-5-3-16,2 0 0,0 0 0,-9 9 0,0-1 16,1 0-16,4-2 0,0 1 0,1-1 0,6-3 15,-13 14-15,0-1 0,1-1 0,12-12 0,0 0 0,-8 9 16,2-2-16,-1 1 0,-3 11 0,1-1 0,-1 0 16,10-18-16,0 0 0,-5 10 0,0 0 0,0 0 15,2 10-15,0 0 0,0 0 0,3-20 0,-3 12 16,2-2-16,0 1 0,1-11 0,10 15 0,-1 2 0,0-2 15,-9-15-15,7 9 0,-2-1 0,0 1 0,-5-9 16,0 0-16,15 4 0,1 1 0,-1-1 0,-4-3 16,-3 1-16,0 0 0,-8-2 0,0 0 0,24-5 15,0-1-15,0 1 0,-10 2 0,-2 0 0,1 0 0,-13 3 16,18-13-16,-1-1 0,0 1 0,1-5 0,-1 1 16,-1 0-16,-16 17 0,9-10 0,0 2 0,-1-1 15,4-7-15,-1 1 0,-1 0 0,-10 15 0,6-9 16,-1 1-16,1-1 0,-6 9 0,0 0 0,7-13 15,-1 1-15,0-1 0,-6 13 0,3-7 0,0 2 0,1-2 16,-3 4-16,0 0 0,0 0 0,-1 3 0,1-1 16,-1 1-16,0-1 0,0 1 0,5 7 0,-1-2 15,0 1-15,0-3 0,-2 0 0,0 0 0,-1-1 16,0-1-16,1 1 0,-2-2 0,2 13 0,-2 1 16,0-1-16,0-13 0,1 8 0,-1 1 0,0-1 15,0-8-15,0 3 0,0 0 0,0 0 0,0-3 0,0 0 16,0 2-16,0-2 0,0 1 0,1 4 0,0-1 15,0 0-15,0-2 0,-1 0 0,0 1 0,1-1 16,-1-2-16,0 1 0,0-1 0,4-11 0,0 1 16,0-1-16,0 5 0,-2 0 0,0-1 0,3-9 0,-2 1 15,0-1-15,-3 16 0,3-9 0,-2 0 0,0 0 16,1 6-16,-2 0 0,0 0 0,0 3 0,0 0 16,3-14-16,-2 2 0,0-1 0,0 5 0,0 1 15,0-1-15,-1 8 0,1-4 0,-1 2 0,0-1 16,1-8-16,-1 1 0,0-2 0,1 6 0,-1-1 0,0 1 15,0 6-15,0-3 0,0 1 0,0 0 0,1 11 16,0 1-16,1-1 0,0-3 0,-2 0 0,0 0 16,0-6-16,2 13 0,0 0 0,0-1 0,0-3 15,-1-2-15,0 0 0,-1-7 0,0 0 0,1 3 0,-1-1 16,0 1-16,0-3 0,7 10 0,-1 0 0,1-1 16,-3-3-16,0-1 0,0 1 0,9-5 0,0-1 15,-1 0-15,-5-1 0,1 1 0,-1 0 0,-7 0 16,0 0-16,10-8 0,1 1 0,-1 0 0,-10 7 15,0 0-15,0 0 0,6-4 0,-2 1 0,0-2 0,-4 5 16,0 0-16,11-15 0,-3 0 0,0 1 0,-8 14 16,0 0-16,6-9 0,-1 0 0,-1 2 0,6-8 15,0 2-15,1-1 0,-11 14 0,5-8 0,0 2 16,0-1-16,-5 7 0,2-4 0,0 2 0,0-1 16,1 1-16,-3 2 0,0-1 0,0 1 0,10-2 0,-2 0 15,0 1-15,-1 0 0,-3-1 0,0 1 0,4 15 16,-1-1-16,1 0 0,-8-13 0,5 8 0,-2 0 15,0 0-15,3 15 0,-2 0 0,0 0 0,-4-23 16,4 13-16,-2 0 0,0 1 0,2 10 0,0-1 16,0 0-16,-1-10 0,-2 0 0,0 0 0,5 7 0,-1-2 15,-1 2-15,0-11 0,-2 1 0,0 0 0,-2-10 16,4 14-16,-2-1 0,0 0 0,-1-5 0,0-1 16,0 0-16,1-3 0,-2-2 0,0 0 0,7 4 15,-1 0-15,0-1 0,-2-2 0,0 0 0,0 0 16,-4-3-16,0 0 0,1-10 0,1 0 0,-1 2 0,-1 8 15,1-7-15,-1 1 0,0-1 0,0 7 0,0 0 16,2-20-16,-2 0 0,0 1 0,0 19 0,0 0 16,1-11-16,-1-1 0,0 2 0,-8-19 0,1 2 15,0-1-15,3 12 0,0 1 0,0-1 0,-5-7 0,1 0 16,0 1-16,3 9 0,0 2 0,1-1 0,-1-4 16,1 2-16,0 0 0,2 6 0,0 0 0,0 1 15,2 7-15,-1-14 0,1 0 0,0 1 0,0 13 16,0-8-16,0 1 0,0 0 0,7-1 0,-1 1 15,0-1-15,-6 8 0,0 0 0,5-4 0,-1 0 16,-1 1-16,10 1 0,-1 1 0,1 1 0,-13 0 0,8-1 16,-1 1-16,1 0 0,7 5 0,0 1 0,-1-2 15,-5 0-15,-1-1 0,-1 0 0,-3-1 0,-1-2 16,0 2-16,4 7 0,1 0 0,-1-1 0,-3-2 16,0-1-16,0 0 0,-4 5 0,0-1 0,0 0 0,-2-4 15,2-1-15,0 0 0,-5 4 0,1 0 0,0 1 16,4-9-16,-4 4 0,2 0 0,0 0 0,0-2 15,1-1-15,0 2 0,0-3 0,1 0 0,0 0 16,0 1-16,0-1 0,0 0 0,0 0 0,0 0 16,0 0-16,-6 1 0,0-1 0,0 0 0,2 1 0,1-1 15,-1 0-15,4 0 0,7-4 0,-2 0 0,0-1 16,-2 4-16,0-2 0,0 0 0,-3 3 0,2-1 16,-1 1-16,0-2 0,13-1 0,-1 0 0,1 0 15,-14 3-15,0 0 0,9-3 0,-1 1 0,1 0 16,5-7-16,-2 1 0,1 0 0,-5 2 0,-2 1 0,1 0 15,-7 5-15,12-12 0,0 2 0,1-1 0,-6 5 16,-1 0-16,0 0 0,8-7 0,-3 1 0,1 0 16,-5 5-16,-1 0 0,0 1 0,0-6 0,0-1 15,-1 1-15,-2 5 0,-1 0 0,0 1 0,-1 4 16,0-1-16,0 1 0,-5-7 0,2 0 0,0 2 0,-1 2 16,2-1-16,0 2 0,0 2 0,0 1 0,0-1 15,1 0-15,0 2 0,0-1 0,-8 1 0,3 0 16,0 0-16,5 0 0,-4-1 0,1 1 0,0 0 15,-4 8-15,2 1 0,0 0 0,2-4 0,1 1 0,0-1 16,2-5-16,-4 14 0,1-1 0,-1 1 0,1-6 16,2-1-16,0 0 0,2 8 0,-1-1 0,0 0 15,0-14-15,1 7 0,-1 1 0,0-1 0,7 3 16,-3-2-16,0 1 0,0-4 0,-2-1 0,0 1 16,-1-3-16,0-1 0,0 0 0,10 0 0,-3-1 0,0 1 15,-3 0-15,0-1 0,1 0 0,2-9 0,0 1 16,0 0-16,-3 3 0,-1 0 0,0 0 0,-4 5 15,8-13-15,-1 0 0,1 0 0,-4 6 0,0 0 16,0 0-16,2-7 0,-1 1 0,0 0 0,-1 5 0,-1 0 16,0 1-16,4-5 0,0-1 0,1 2 0,-3 3 15,-2 2-15,0 0 0,-1 2 0,-1 2 0,0 0 16,1 1-16,-2 0 0,0 0 0,0 1 0,0 0 16,0 0-16,5-2 0,-1 0 0,1 1 0,-2-1 15,-1 2-15,0 0 0,-1-1 0,0 1 0,0 0 0,0-1 16,-1 1-16,0 0 0,0 0 0,0 0 0,0 0 15,-3 10-15,2 0 0,0-1 0,0-3 0,0 0 16,0 0-16,0-3 0,1-1 0,0 0 0,0-1 16,0 0-16,0-1 0,0 2 0,0-2 0,0 0 15,0 0-15,0 0 0,0 0 0,3 3 0,-1 1 16,0-2-16,0 0 0,-1 0 0,0-1 0,1 0 0,-2 0 16,0-1-16,5-7 0,0 1 0,1-1 0,-3 3 15,0 1-15,0-2 0,-1 3 0,-1 1 0,0 0 16,1-1-16,-2 2 0,0-1 0,0 1 0,0 0 15,0 0-15,6-7 0,-1 1 0,1-1 0,-2 3 0,-1 0 16,0-1-16,-1 4 0,-1 0 0,0-1 0,0 2 16,-1-1-16,0 1 0,7 5 0,-2 0 0,1 0 15,-1-2-15,-2 1 0,0-1 0,-1-1 0,-1-1 16,0 1-16,0-2 0,-1 0 0,0 0 0,6 6 16,-1-1-16,-1-1 0,0-1 0,-2 0 0,0 0 0,-1-2 15,0 0-15,0 0 0,0 0 0,-1 0 16,0-1-16,8-2 0,1 0 0,-1 0 0,-2 1 0,-2 0 15,0 0-15,6-6 0,-3 0 0,0 1 0,-3 1 16,0 3-16,0-2 0,5-5 0,-3-1 0,0 1 0,-1 3 16,-2 1-16,1 0 0,3-6 0,-1 0 15,0 0-15,-3 4 0,0 1 0,0 1 0,6-7 0,-1 1 16,0 0-16,-8 11 0,4-7 0,1 2 0,-1-1 16,-1 3-16,-2 1 0,0-1 0,-1 3 0,2-2 15,-2 2-15,0-1 0,0 1 0,-3-9 0,1 0 16,0-1-16,0 3 0,1 2 0,0 0 0,0 2 15,1 1-15,0 1 0,-2-1 0,2 1 0,0 1 16,0 0-16,0 0 0,0 0 0,6 7 0,-2-1 0,0 0 16,-4-6-16,4 4 0,-2 1 0,0-1 0,11 3 15,-2 0-15,0 0 0,-3-3 0,-2 0 0,0 0 16,-6-4-16,16 5 0,0-1 0,0 1 0,-7-3 16,0 0-16,0 1 0,4 4 0,-3 0 0,0 0 0,-10-7 15,7 4-15,-1 0 0,0-1 0,-3 0 0,-1-3 16,0 1-16,0 1 0,-2-2 0,0 1 0,-5 6 15,2 0-15,0 0 0,1-4 0,0 1 0,0 0 16,0-1-16,2-1 0,0 0 0,-1-2 0,1 0 0,0 0 16,-11 3-16,3-2 0,0 0 0,2 1 0,0-2 15,1 1-15,3 0 0,0-1 0,0 1 0,6-3 16,0 1-16,1-1 0,-1 0 0,-2 2 0,0-1 16,8-6-16,-1 0 0,1 1 0,-3 0 0,-2 2 15,0 0-15,8-5 0,-2 1 0,0 0 0,-4 4 0,-1-1 16,0 1-16,4-5 0,1 0 0,-1 0 0,-4 4 15,-1 0-15,1 1 0,4-5 0,-2 1 0,0 0 16,-1 2-16,-3 1 0,0 0 0,-2 4 0,0-1 16,0 0-16,0-5 0,0 0 0,0 1 0,-1 2 15,0 1-15,0-1 0,0 3 0,-1-1 0,0 2 0,-6 2 16,0-1-16,0 1 0,6-2 0,-4 2 0,1-1 16,0 0-16,-3 7 0,1-2 0,0 1 0,2-3 15,1 0-15,0 1 0,2-5 0,-4 11 0,2-2 16,0 2-16,0-5 0,1-1 0,0 0 0,6 4 15,-3 0-15,0 0 0,1-3 0,-2-1 0,0-1 0,1-2 16,-2-1-16,0 1 0,11 0 0,-1 0 0,-1-1 16,-2 1-16,-1-1 0,1-1 0,1-7 0,-1 0 15,0 1-15,-7 6 0,0 0 0,5-4 0,-1 0 16,-1 0-16,-3 4 0,2-14 0,-1 1 0,0 1 16,-1 12-16,1-9 0,-1 1 0,0 1 0,-1-5 0,1-1 15,0 1-15,0 6 0,0-1 0,0 1 0,-5-4 16,0 1-16,1 1 0,0 3 0,2 0 0,0 1 15,2 4-15,-3-9 0,2 0 0,0 0 0,-1 4 16,2 0-16,0 1 0,0 4 0,0-3 0,0 2 16,0-1-16,-1 1 0,1 1 0,0-2 0,2-5 0,0 2 15,0-1-15,0 2 0,-1 1 0,0-1 0,0 2 16,-1 1-16,0 0 0,1 0 0,-1 1 0,0 0 16,0 0-16,12-2 0,-2 0 0,0 1 0,-10 1 15,9-1-15,-3 0 0,0 1 0,-6 0 0,0 0 16,3-2-16,-1 2 0,0 0 0,-1 0 0,0 0 0,0 0 15,4 10-15,1 1 0,-1 0 0,-5-11 0,4 6 16,-2-1-16,0 2 0,-1-5 0,0 0 0,0 0 16,-1-2-16,7 8 0,0 0 0,-1 1 0,-2-4 15,-1-1-15,0 0 0,0-2 0,-2 1 0,0-2 16,5 6-16,0 0 0,-1 1 0,-5-8 0,4 4 0,-1 0 16,0 0-16,-2-2 0,0 0 0,0 0 0,1-2 15,-2 0-15,0 0 0,0 2 0,0-2 0,0 0 16,10 3-16,-3 0 0,0 0 0,-1-1 0,-2-1 15,1 1-15,-3 0 0,0-1 0,0 0 0,4-11 0,-1 2 16,0 0-16,-5 8 0,3-5 0,0 0 0,1 1 16,-3 2-16,0 0 0,0 0 0,6-5 0,0 0 15,0 0-15,-2 3 0,-1 1 0,0-1 0,-1 1 16,-2 2-16,0-1 0,1 1 0,-2 1 0,0 0 16,0-1-16,0 1 0,0 0 0,0 0 0,0 0 0,0 0 15,1 0-15,-1 0 0,0 0 0,0 0 0,0 0 16,0 0-16,0 0 0,0 0 0,0 0 0,0 0 15,0 0-15,0 0 0,2 0 0,-2 0 0,0 0 16,0 0-16,0 0 0,0 0 0,2 0 0,-2 0 0,0 0 16,0 1-16,0-1 0,0 0 0,12-5 0,-1-1 15,0 1-15,-2 2 0,-3 0 0,0 0 0,-2 2 16,-2 0-16,0-1 0,-1 2 0,0-1 0,0 1 16,7-5-16,-1 2 0,0 0 0,-3-1 0,0 2 15,0-1-15,0 2 0,-3 0 0,0 1 0,0-2 0,-1 2 16,0 0-16,0 0 0,0 0 0,0 0 0</inkml:trace>
  <inkml:trace contextRef="#ctx0" brushRef="#br0" timeOffset="109638.0953">25218 12668 0,'0'0'0,"0"0"0,0 0 16,0 0-1,0 0-15,0 0 16,0 0-16,0 0 16,0 0-16,0 0 0,0 0 0,0 0 0,0 0 15,0 0-15,0 0 0,0 0 0,0 0 0,3-8 16,-2 2-16,0 0 0,0 2 0,0 0 0,0 1 15,0 1-15,-1 0 0,0 1 0,2 10 0,-1 0 0,0-1 16,0-2-16,0-1 0,0 0 0,-1-5 0,1 2 16,-1 0-16,0 0 0,-3 8 0,2 0 0,0-1 15,0-2-15,0-1 0,0 0 0,-1-4 0,2 0 16,0-1-16,0-1 0,1 13 0,0 0 0,0 0 16,1-6-16,-2 1 0,0-1 0,1 10 0,0-2 15,0 1-15,0-7 0,-1-1 0,0 1 0,0-9 16,1 16-16,0 0 0,0-1 0,2-5 0,-3-2 0,0 0 15,1 12-15,0 0 0,0 0 0,1-9 0,-2 0 16,0-1-16,0-10 0,1 6 0,-1-2 0,0 0 16,0-2-16,0-1 0,0 0 0,0 1 0,0-2 15,0 0-15,3 19 0,-2 0 0,0 0 0,0-7 16,0-1-16,0 1 0,-1-12 0,1 5 0,-1-1 0,0 0 16,0-2-16,0 0 0,0 0 0,0-1 0,0-1 15,0 0-15,3-1 0,-1 1 0,0 0 0,0-2 16,-1 2-16,0 0 0,4-7 0,-3 0 0,0 0 15,-2 7-15,2-5 0,-1 1 0,0 0 0,1 2 0,-2 1 16,0-1-16,0 2 0,0-1 0,0 1 0,0-1 16,0 1-16</inkml:trace>
  <inkml:trace contextRef="#ctx0" brushRef="#br0" timeOffset="111883.2434">25191 12611 0,'4'-10'0,"-1"2"0,4-1 0,8 1 15,-1 3-15,2-5 16,0 0-16,6 10 15,-22 0-15,0 0 0,0 0 0,8-4 16,-1 1-16,-1 0 0,1-1 0,0 2 0,0-1 16,4 1-16,-3 0 0,0 0 0,5 1 0,-3-1 15,0 1-15,3 0 0,-2 0 0,1 0 0,4-3 0,0 0 16,-1 1-16,3 0 0,-3 2 0,1-1 0,-16 2 16,11-2-16,0 0 0,1 1 0,7-2 0,-1 3 15,0-1-15,4-5 0,-1 2 0,0 0 0,1-1 16,1 2-16,0 0 0,-23 3 0,24-2 0,-1 0 15,1-1-15,1-1 0,-2 0 0,-1 1 0,4-1 0,0 1 16,0 1-16,-26 2 0,27-4 0,-1 3 0,0-1 16,-3-3-16,1 1 0,0 0 0,4 2 0,-1 2 15,0-1-15,5 0 0,-1 0 0,0 0 0,-1-3 16,0 1-16,-1 0 0,-29 3 0,29-4 0,-2 0 16,0 0-16,-2 2 0,0 1 0,0 0 0,-25 1 0,34-2 15,-2 0-15,0 0 0,3 0 0,0 0 0,0 1 16,0-4-16,0 2 0,1 0 0,-36 3 0,34-2 15,-1 1-15,0-1 0,0 1 0,-2-1 0,0 0 16,-31 2-16,33-3 0,-2 0 0,0 1 0,-31 2 16,34-2-16,0 1 0,0 1 0,4-2 0,-3 1 0,0-1 15,-35 2-15,34-2 0,-1 1 0,0 0 0,3-1 16,0 2-16,1-1 0,-1-1 0,-1 1 0,0 0 16,-35 1-16,31-4 0,-2 1 0,0 0 0,3 2 15,-1 1-15,0-1 0,2 3 0,-1-1 0,0-1 16,-2-2-16,-2 1 0,0-1 0,-28 2 0,29-2 15,-2 0-15,0 0 0,5 0 0,-1 1 0,0-1 0,0-3 16,0 1-16,0 0 0,-31 4 0,24-2 0,-3 1 16,1-1-16,12 2 0,0 0 0,0 0 0,-2 0 15,-2-1-15,0 1 0,-30 0 0,30-3 0,-1 1 16,0 0-16,-1 1 0,0-1 0,0 1 0,-28 1 16,0 0-16,0 0 0,0 0 0,14-1 0,1 0 15,-1 0-15,11-1 0,-2 0 0,0 0 0,3 1 0,1 0 16,0-1-16,6 0 0,-2 0 0,0 0 0,0-1 15,-1 0-15,0 1 0,-10 0 0,-3 1 0,1 0 16,1-2-16,-2 2 0,1 0 0,4-1 0,-1 1 16,0-1-16,6 0 0,0 0 0,-1 0 0,2 0 0,-2 0 15,0 0-15,1 1 0,-1 1 0,0 0 0,-26 0 16,31 1-16,-3-1 0,1 0 0,0-1 0,0-1 16,0 1-16,1-1 0,-2 0 0,0 1 0,19 1 15,-2 0-15,0 0 0,-5 1 0,-1 0 0,0 0 16,1 1-16,-1 0 0,0 0 0,-11-3 0,-2 1 0,0 0 15,-5 1-15,1-1 0,0 0 0,-2 3 0,0-2 16,0 0-16,3 1 0,-2-2 0,1 1 0,3-1 16,-3 0-16,1 0 0,-23 0 0,23 0 0,0 0 15,-1 0-15,0-2 0,-2 2 0,-1-1 0,-19 1 16,0 0-16,0 0 0,32-1 0,-2 1 0,0 0 0,-8 0 16,-1 0-16,-1 0 0,2-1 0,-2 0 0,-1 0 15,-19 1-15,22-1 0,-2 1 0,-1 0 0,-4 0 16,-1-1-16,1 1 0,-6-2 0,0 2 0,1 0 15,1-1-15,-1 1 0,1 0 0,-11 0 0,0 0 0,0 0 16,15-2-16,-1 1 0,-1-1 0,-2 0 0,-1 1 16,-1-1-16,2 0 0,-1 0 0,-1-1 0,-4 2 15,0-1-15,1 2 0,-3-2 0,-1 2 0,0 0 16,1 0-16,-1 0 0,0 0 0,3 0 0,-2 0 16,0 0-16,-3 0 0,0 0 0,0 0 0,4 4 0,-2-1 15,0 1-15,3-2 0,-2 0 0,0-1 0,3 3 16,-2-2-16,0 1 0,1 1 0,-2 0 0,0-1 15,-1 2-15,0-1 0,0 0 0,0 1 0,-2 0 16,0 1-16,2 0 0,-2 0 0,0 0 0,1 1 16,-1-2-16,0 1 0,1 1 0,-1-1 0,0 0 0,-1 1 15,1 0-15,0-1 0,-1 2 0,0-1 0,0 0 16,0 2-16,0 0 0,0 0 0,-1 2 0,2 0 16,0-1-16,-1 3 0,0 0 0,0 0 0,-2 0 15,2-2-15,0 1 0,-1-1 0,0-1 0,-1 0 16,0 2-16,1-3 0,0 1 0,-2 0 0,2 1 0,0-1 15,0 1-15,0 0 0,0-1 0,-1 1 0,1 0 16,0 0-16,-2 2 0,2-1 0,0-1 0,-2 3 16,2-2-16,0 1 0,-2 1 0,2-2 0,0 0 15,-1 2-15,1-1 0,-1 0 0,0 1 0,1 1 0,0-1 16,-1-2-16,1 1 0,0-1 0,-1 1 0,2-1 16,0 1-16,1-2 0,0-1 0,0 1 0,-2-1 15,2 0-15,0 1 0,-1-1 0,0-1 0,0 0 16,0-2-16,1 0 0,0-1 0,-1-1 0,0-2 15,0 1-15,-2-1 0,2 0 0,0 0 0,-2-2 0,1 1 16,0 0-16,-1-1 0,0 0 0,0 0 0,-1 0 16,1 1-16,0-1 0,-2 0 0,2 0 0,0 0 15,-1 0-15,0 0 0,0 0 0,-2-1 0,0 0 16,1 0-16,-2 0 0,0 0 0,0 0 0,-3 0 16,3 0-16,0 0 0,-3 0 0,1 0 0,0 0 0,-4 3 15,2-1-15,0 0 0,-5 0 0,2 0 0,-1-1 16,0 0-16,-1 0 0,1 0 0,2 0 0,1-1 15,0 1-15,-2 0 0,1-1 0,-1 0 0,-3 1 16,-1-1-16,1 0 0,-6 0 0,0 0 0,0 0 0,-2 1 16,1-1-16,0 1 0,0-1 0,0 0 0,1 0 15,-7 1-15,1-1 0,0 0 0,-1 1 0,1-1 16,0 0-16,0 0 0,2 0 0,0 0 0,-5 2 16,2-2-16,0 0 0,-2 0 0,2 1 0,0-1 15,-20 1-15,1-1 0,0 0 0,8 2 0,0-2 16,-1 0-16,5 0 0,1 0 0,0 0 0,1-2 0,0 2 15,-1 0-15,0-1 0,2 1 0,0-1 0,1-1 16,0 2-16,0-1 0,-1-1 0,0 1 0,0-1 16,0 0-16,2 2 0,0-1 0,-2 0 0,1 0 15,0 0-15,-1-1 0,2 0 0,0 0 0,-1 1 16,1-1-16,0 1 0,-3 1 0,2-1 0,0 1 0,-1-2 16,2 2-16,0 0 0,-2-1 0,2 1 0,0-1 15,-4 1-15,2 0 0,0 0 0,0 0 0,1 0 16,0 0-16,-3-1 0,2 1 0,0 0 0,1-1 15,0 1-15,0 0 0,-2 0 0,0 0 0,0 0 0,1 0 16,1 0-16,0 0 0,-1-1 0,1 1 0,0 0 16,1 0-16,0 0 0,0 0 0,-2-1 0,1 1 15,0 0-15,2 0 0,0 0 0,0 0 0,-1-1 16,1 1-16,0 0 0,-5 0 0,3 0 0,0 0 16,0 0-16,0 1 0,0 0 0,0 0 0,1-1 0,0 0 15,0 1-15,2-1 0,0 0 0,0 1 0,0-1 16,0 0-16,-1 0 0,2 0 0,0 0 0,-1 1 15,0-1-15,0 0 0,0 1 0,1 0 0,0 0 16,-1-1-16,2 0 0,1 0 0,-1 0 0,0 0 0,0 0 16,-1 1-16,2 0 0,0-1 0,0 2 0,0-2 15,1 0-15,0 0 0,0 1 0,0-1 0,-2 2 16,2-2-16,0 1 0,3 0 0,-1 1 0,0-1 16,0 0-16,1 0 0,-1 0 0,0 1 0,0-1 15,1 0-15,1 0 0,0-1 0,0 0 0,1 2 16,1-1-16,0-1 0,-1 2 0,1-1 0,0 0 0,1 2 15,1-2-15,1 0 0,-1 0 0,2-1 0,-1 1 16,0 0-16,1 0 0,-1-1 0,1 2 0,0-2 16,1 1-16,-1 1 0,2-2 0,-1 1 0,2 0 15,1 0-15,-1 0 0,-1 1 0,1 0 0,1 0 16,6-1-16,-1-1 0,1 0 0,-1 0 0,0 0 16,0 0-16,-5-1 0,2 1 0,0-1 0,0 1 0,3 0 15,0 0-15,0 2 0,-1 1 0,1-1 0,0 2 16,0-2-16,-1 1 0,3-1 0,0 0 0,0 0 15,0-2-15,1 0 0,-1 0 0,2-2 0,0 2 16,0 0-16,0 0 0,2-1 0,0 1 0,-1 1 0,2-1 16,0 0-16,-2 0 0,2 0 0,0 0 0,-1 0 15,0 0-15,0 0 0,-1-1 0,2 0 0,0 1 16,1-2-16,-1 2 0,0 0 0,1 0 0,-1 0 16,0 0-16,-4 0 0,2 0 0,-1 0 0,-1 0 15,2 0-15,0 0 0,2-2 0,0 1 0,0 0 16,3-2-16,-2 0 0,0 0 0,3-3 0,1 0 0,-1 0 15,1-2-15,-1 0 0,0 1 0,1 0 0,1 2 16,-1 0-16</inkml:trace>
  <inkml:trace contextRef="#ctx0" brushRef="#br0" timeOffset="112599.4974">26614 12560 0,'0'0'0,"0"0"15,0 0-15,0 0 16,0 0-1,0 0-15,-11-17 16,3 6-16,8 11 0,0 0 0,0 0 16,-3-2-16,3 1 0,0 0 0,0 1 0,0 0 15,0 0-15,-1-2 0,1 2 0,0 0 0,-14 7 16,2-2-16,-1 0 0,4-1 0,2-1 0,-1 1 16,-6 3-16,-1 0 0,1 0 0,5-3 0,1 0 15,1-1-15,1 0 0,1 0 0,0 0 0,2-1 16,1-2-16,-1 1 0,3-1 0,-9 6 0,2 0 0,0-1 15,7-5-15,-6 3 0,2 0 0,0-1 0,1 0 16,2-1-16,0 1 0,-1-1 0,2-1 0,0 0 16,0 0-16,0 0 0,0 0 0,0 0 0,4 8 15,-1 1-15,0-1 0,-1-3 0,0 0 0,1 0 0,4-2 16,0 0-16,0 0 0,-2-1 0,0-1 0,-1 0 16,-1 0-16,-2-1 0,0 0 0,1 0 0,-2 0 15,0 0-15,0 0 0,1 0 0,-1 0 0,0 0 16,6 3-16,-2-2 0,0 1 0,0-1 0,-1 0 15,0-1-15,-1 2 0,-1-2 0,0 0 0,0 0 0,-1 0 16,0 0-16,0 0 0,0 0 0,0 0 0,-10 2 16,1 0-16,1 1 0,1-1 0,2 0 0,-1-1 15,3 1-15,1-2 0,0 0 0,-8 3 0,1-1 16,-1 1-16,4-2 0,1 1 0,0-1 0,-7 5 16,2-1-16,0 1 0,10-6 0,-8 3 0,3 1 0,0-1 15,-3 5-15,1 0 0,-1 1 0,8-9 0,-5 5 16,2-1-16,0 0 0,-3 5 0,1-1 0,-1 0 15,6-8-15,-3 5 0,1 0 0,0-1 0,1 8 16,1-1-16,0-1 0,1-3 0,-1-1 0,0 0 16,10 0-16,-3 0 0,0 1 0,-2-4 0,-1 0 15,0 0-15,-4-3 0,12 3 0,-1-1 0,1-1 0,-12-1 16,7 2-16,-1-1 0,0-1 0,9 0 0,-3 0 16,0 0-16,-4-1 0,-2 1 0,0 0 0,8 0 15,-1 0-15,0 0 0,-4 0 0,-3 0 0,0 0 16,6-4-16,1 1 0,-1 0 0</inkml:trace>
  <inkml:trace contextRef="#ctx0" brushRef="#br0" timeOffset="112889.4974">26799 12655 0,'0'0'0,"0"0"0,0 0 15,0 0-15,17-16 16,-7 7-16,-6 4 16,-3 5-16,-1 0 0,0 0 0,0 0 15,3 9-15,-1-1 0,0 0 0,-1-2 0,1-1 16,-1 0-16,1-2 0,-2-1 0,0 0 0,0-2 16,-3 10-16,0 0 0,1-1 0,0-3 0,0 0 15,0-1-15,0 6 0,0 0 0,0 1 0,1-6 16,0 0-16,0 1 0,-1-4 0,2-2 0,0 1 0,0-2 15,0 2-15,0-1 0,0-1 0,0 0 0,0 0 16,0 0-16,0 0 0,0 0 0,0 0 0,0 1 16,0-1-16,0 0 0</inkml:trace>
  <inkml:trace contextRef="#ctx0" brushRef="#br0" timeOffset="113315.9967">26694 12556 0,'7'-16'0,"4"6"0,6-3 16,12 7-16,-6 6 16,-2 3-16,7 0 15,10 6-15,-38-9 16,0 0-16,0 0 0,11 7 0,-2-2 0,0 0 0,3 1 15,-3-1-15,0 1 0,0 1 0,-2 0 0,0-1 16,-2 3-16,0 0 0,1 1 0,0 0 0,-2 0 16,0 0-16,-1 0 0,0 0 0,0 0 0,0 2 15,-2-1-15,1 2 0,-1-2 0,-1-1 0,0 1 0,-3 1 16,1 1-16,0-1 0,-3-2 0,2 0 0,0 0 16,-2-2-16,1 0 0,0 1 0,-5-2 0,3 0 15,0 0-15,-2 2 0,1 0 0,1 0 0,-3-5 16,0 1-16,-1 0 0,2-1 0,0-1 0,-1 0 15,1-3-15,0 1 0,0-1 0,-1 4 0,1-1 0,0 0 16,0-1-16,0 0 0,1-1 0,0-1 0,2 0 16,0 0-16,1-1 0,1 0 0,0 1 0,1-5 15,1 1-15,0 0 0,2-1 0,-1 0 0,0 0 16,0 5-16,0 0 0,0 0 0,1-3 0,-1 1 16,0 0-16</inkml:trace>
  <inkml:trace contextRef="#ctx0" brushRef="#br0" timeOffset="114083.2359">27405 12465 0,'1'-5'0,"-4"1"0,-5 3 16,-4 10-16,1 1 16,-1 2-16,-3 3 15,-2 1-15,17-16 16,0 0-16,0 0 0,-5 8 0,0 0 0,0-1 16,1 2-16,0 0 0,-1-1 0,5-8 0,-5 9 0,2-2 15,0 0-15,-4 7 0,1-1 0,-1 1 0,1 2 16,1-1-16,0 1 0,0-2 0,2-1 0,0 1 15,-1-2-15,2 1 0,0 0 0,1-3 0,1 0 16,0-1-16,2-1 0,-2 0 0,0-1 0,3 0 0,0-1 16,-1-1-16,2 1 0,-1-1 0,0 0 0,3 1 15,-1 0-15,0-1 0,2 0 0,-1-2 0,0 1 16,2-6-16,0 2 0,-1-1 0,5 2 0,-1 1 16,-1-1-16,-1-2 0,-1 0 0,1 0 0,0 0 15,-1-1-15,1 0 0,-2-1 0,0 1 0,0 1 16,-1-4-16,1-1 0,-1 1 0,2 2 0,-1 1 0,1-1 15,-3-1-15,0 0 0,0 0 0,-2-3 0,-1 1 16,0 0-16,-4 0 0,0 1 0,0 0 0,-1-1 16,2 0-16,0 0 0,-3 0 0,0 1 0,0 0 15,-1-2-15,1 1 0,0 0 0,-1 1 0,2 1 16,0 0-16,-1-3 0,1 0 0,-1 1 0,-1 1 0,2 0 16,0 0-16,1 0 0,0 0 0,0 1 0,2 0 15,0 1-15,0-1 0,2 1 0,-2 0 0,0 1 16,5-1-16,-2 1 0,0 0 0,4 4 0,-2-2 15,0 0-15,1 2 0,-1-2 0,0 1 0,4 1 0,-2-1 16,0 0-16,0 2 0,1-2 0,-1 1 0,1 1 16,0-1-16,1 0 0,-1 1 0,-1-1 0,0 1 15,0 1-15,-1 0 0,0-1 0,1 3 0,-1-2 16,1 0-16,-2 4 0,-1 0 0,0 0 0,-1 1 16,0 0-16,0-1 0,-2 0 0,-1-1 0,0 0 0,2 4 15,-1 1-15,1-1 0,0-1 0,0 0 0,0 0 16,-1 1-16,-1 0 0,0-1 0,-4 1 0,2-1 15,-1 1-15,2-5 0,0-1 0,0 1 0,0 0 16,1-1-16,0 0 0,-2 1 0,2-2 0,0 0 16,-1 1-16,1-1 0,0 0 0,1-3 0,-1 1 0,0 0 15,1-1-15,0-1 0,0 0 0,5-3 0,-3 0 16,0 1-16,1-3 0,0 1 0,0-1 0,0-2 16,-1 1-16,1 0 0,0-1 0,0 0 0,0 0 15,-1 2-15,0 0 0,0 0 0</inkml:trace>
  <inkml:trace contextRef="#ctx0" brushRef="#br0" timeOffset="114623.2343">27824 12586 0,'0'0'0,"0"0"16,0 0 0,0 0-16,0 0 15,-4 6-15,2-2 16,-2 19-16,4-23 0,0 0 15,0 0-15,-1 4 0,1 1 0,0 0 0,-3 7 16,2-1-16,0 1 0,0-7 0,0 2 0,0-1 16,0-3-16,1 0 0,0 0 0,0-3 0,-2 10 0,1 1 15,0-1-15,-1-3 0,2-1 0,0-1 0,-1-2 16,1-1-16,0 0 0,0 13 0,0 0 0,0-2 16,0-13-16,0 10 0,0-2 0,0 0 0,0-5 15,0 0-15,0 0 0,0-1 0,0-1 0,0-1 16,0 1-16,0-1 0,0 0 0,0 1 0,0-1 0,0 0 15,0 0-15,0 0 0,0 0 0,2-3 0,-2 0 16,0-1-16,1 1 0,-1 1 0,0 1 0,1-10 16,0 1-16,0 0 0,1 4 0,-2 0 0,0 0 15,0 6-15,1-3 0,-1 2 0,0-1 0,1-8 16,0 0-16,0 0 0,0 4 0,-1 1 0,0-1 0,3-7 16,-2-1-16,0 1 0,-1 13 0,1-8 0,0 1 15,0 0-15,1-9 0,-1 0 0,0 1 0,0 5 16,0 2-16,1 0 0,-2 8 0,4-17 0,-1 0 15,0 0-15,0 7 0,-1 1 0,0-1 0,4-4 16,0 0-16,1 1 0,-7 13 0,5-8 0,-2 0 0,0 1 16,5 0-16,0 2 0,-1-1 0,-3 3 0,0 0 15,0 0-15,5 3 0,1 0 0,-1 0 0,-9 0 16,5 1-16,0-1 0,1 0 0,3 4 0,0 0 16,1 0-16,-4-1 0,-2 0 0,0-1 0,-4-2 0,8 2 15,1 0-15,-1-1 0,-4 0 0,0 1 0,0-1 16,-1 0-16,-2-1 0,0 0 0,1 0 0,-2 0 15,0 0-15,0 0 0,0 0 0,0 0 0,0 0 16,0 0-16,0 0 0</inkml:trace>
  <inkml:trace contextRef="#ctx0" brushRef="#br0" timeOffset="114880.2611">27806 12648 0,'2'-4'0,"6"1"0,4 3 16,7 0-16,7-2 16,8 1-1,-11 6-15,12 6 16,-35-11-16,0 0 0,0 0 0,12 3 0,1-1 16,-1 1-16,0-1 0,-1-1 0,0 0 0,-3 2 15,-1 0-15,0-1 0,-1 0 0,0 0 0,1-1 16,-2-2-16,-1-1 0,0 1 0,-2 0 0,0 0 0,0 0 15,0 0-15,-2 0 0,0 0 0,1 1 0,-1 0 16,0 0-16,0 0 0,0 0 0,0 0 0</inkml:trace>
  <inkml:trace contextRef="#ctx0" brushRef="#br0" timeOffset="115119.4315">27731 12873 0,'11'-1'0,"1"2"0,6 2 0,12-2 16,10 7-16,-14-3 16,22-4-1,9-1-15,-57 0 0,0 0 16,0 0-16,0 0 0,17 2 0,-3-2 0,1 1 0,-7-1 15,-2 0-15,0 0 0,-2 2 0,-2-2 0,0 0 16</inkml:trace>
  <inkml:trace contextRef="#ctx0" brushRef="#br0" timeOffset="125154.6852">26112 13509 0,'0'0'0,"0"0"0,0 0 0,0 0 16,0 0-16,0 0 15,0 0-15,0 0 16,0 0-16,0 0 0,0 0 0,0 0 0,0 0 16,0 0-16,0 0 0,0 0 0,0 0 0,0 0 15,0 0-15,0 0 0,16-4 0,0 0 0,-1 0 16,-4 1-16,-3 1 0,0 0 0,4-5 0,-2 0 16,0 1-16,-5 2 0,1 1 0,-1-1 0,-5 4 0,2-1 15,0 0-15,0 0 0,0-1 0,-2 2 0,0 0 16,0 0-16,6-11 0,-2 1 0,1 0 0,-5 10 15,3-6-15,0 1 0,0 0 0,3-5 0,-2 0 16,0 0-16,-1 5 0,0-1 0,-1 1 0,5-4 16,-2 0-16,0-1 0,-5 10 0,4-5 0,-2 0 0,0 1 15,-1 1-15,0 2 0,1-1 0,4-8 0,-2 0 16,0 0-16,-4 10 0,3-6 0,-1 0 0,0 0 16,4-4-16,0 1 0,-1 0 0,-2 3 0,0 0 15,0 1-15,-2 3 0,0-1 0,0 1 0,3-7 16,0 2-16,1-1 0,-3 3 0,0 1 0,0-1 0,0 3 15,-2 1-15,0 0 0,1-1 0,-1 2 0,0-1 16,0 1-16,0 0 0,0 0 0,0 0 0,0 0 16,0 0-16,0 0 0,0 0 0,0 0 0,0 0 15,0 0-15,0 0 0</inkml:trace>
  <inkml:trace contextRef="#ctx0" brushRef="#br0" timeOffset="125691.6928">26744 13469 0,'1'-3'0,"2"-6"0,1 1 16,-2 2-16,1 1 16,-2 0-16,4-6 15,-1 2 1,-4 9-16,0 0 0,0 0 0,4-6 0,-2 0 0,0 0 15,0 1-15,0-1 0,-1 1 0,1-1 0,-1 2 16,0-1-16,2-1 0,-1 1 0,0-1 0,1-1 0,0 0 16,0 1-16,-1 0 0,0-1 0,0 1 0,3-2 15,-3 1-15,0-1 0,0 1 0,0 0 0,0 1 16,1-1-16,-1 1 0,0 0 0,1-1 0,0 1 16,0 0-16,1 1 0,-3 1 0,0-1 0,2-3 15,-1 1-15,0 0 0,0 3 0,0 0 0,0 0 0,2 0 16,-2 1-16,0-1 0,-1 0 0,-1-1 0,0 1 15,1 2-15,-1-1 0,0 0 0,1-1 0,-1 2 16,0 0-16,2-1 0,-2 0 0,0 1 0,3 0 0,-2 1 16,0 0-16,1 0 0,-2 1 0,0-1 0,3 0 15,-1 0-15,0 1 0,1-2 0,0 2 0,0-1 16,-3 1-16,0 0 0,0 0 0,2-1 0,-1 1 16,0 0-16,1-1 0,-2 1 0,0 0 0</inkml:trace>
  <inkml:trace contextRef="#ctx0" brushRef="#br0" timeOffset="126233.3848">27242 13406 0,'1'-1'0,"2"2"0,-2 4 16,1 0-16,1-12 15,0 5-15,-2 0 16,0 2-16,-1 0 0,0 0 15,0 0-15,1-2 0,-1 1 0,0 1 0,0-2 16,0 1-16,0 0 0,1-1 0,-1 2 0,0-1 16,2-3-16,-1 0 0,0 1 0,0-1 0,0 0 15,0 1-15,3-1 0,0 1 0,-1-1 0,2 1 0,-2 0 16,0 0-16,4 0 0,-2 1 0,1 0 0,-1-3 16,-1 3-16,0-1 0,1-4 0,-2 1 0,0 1 15,2-1-15,-2 1 0,0 0 0,2-1 0,-1-1 16,0 1-16,2-2 0,0-1 0,-1 1 0,-1 1 15,-2 2-15,0-1 0,0-1 0,0 2 0,0 0 0,1-2 16,-1 0-16,0 1 0,2 0 0,-1-1 0,0 1 16,-1 1-16,0-1 0,0 1 0,0 1 0,0 0 15,0 1-15,1-3 0,-1 1 0,0 0 0,-2 5 16,3-3-16,0-1 0,-1 1 0,1 1 0,-1 0 16,0 0-16,2-1 0,-2 1 0,0 0 0,0-1 15,-1 2-15,0 0 0,3-3 0,-2 1 0,1 0 0,-2 1 16,0 1-16,0-2 0,0 3 0,-1-1 0,0 1 15</inkml:trace>
  <inkml:trace contextRef="#ctx0" brushRef="#br0" timeOffset="126781.3834">27872 13395 0,'4'-3'0,"-2"-3"0,-1-2 0,1 2 15,-1-2-15,2 4 16,-3-3-16,8-7 16,-8 14-16,0 0 0,0 0 0,2-5 0,-1 3 15,0-1-15,3-1 0,-2 1 0,0 0 0,1 0 16,0-1-16,0 1 0,0-3 0,1 0 0,-1 1 15,0 2-15,0-1 0,0 1 0,2-3 0,-1 1 0,0-1 16,1-1-16,-1-1 0,0 1 0,-1 0 0,-1 0 16,0 0-16,4 0 0,0 2 0,1 0 0,0-2 15,-1 2-15,0 0 0,-1 0 0,1 1 0,-1 0 16,1-2-16,-2 1 0,0-1 0,-1 1 0,-1 0 16,1 1-16,0-1 0,0-1 0,0 1 0,1 2 0,-2 0 15,0 0-15,0 0 0,-1 2 0,0 0 0,2-1 16,-2 1-16,0-1 0,1 0 0,-2 0 0,0 0 15,5-1-15,-2 0 0,0 0 0,1 2 0,-2 0 16,0 0-16,-2 1 0,0 0 0,0 0 0,2-1 16,-1 1-16,0 0 0,0-1 0,-1 1 0,0 0 0,1 0 15,-1 0-15,0 0 0</inkml:trace>
  <inkml:trace contextRef="#ctx0" brushRef="#br0" timeOffset="127300.8804">28426 13344 0,'-1'0'0,"1"0"0,1 0 15,-1-1-15,1-1 16,1-2-16,3-4 16,-2 1-16,-3 7 0,0 0 15,0 0-15,2-3 0,-2 0 0,0 1 0,3 1 0,-1 0 16,0 0-16,1-2 0,0 2 0,0 1 0,2-7 15,-2 1-15,0 0 0,1 1 0,-1 1 0,-1 0 16,1 0-16,0 2 0,0-2 0,1 0 0,-2 1 16,0 0-16,2-3 0,-1-1 0,0 1 0,3-1 15,-3 2-15,0 0 0,2 1 0,-1 0 0,0 1 0,2-3 16,1 0-16,-1 0 0,0 0 0,-2 0 0,0-1 16,-1 2-16,0 0 0,-1 1 0,2-3 0,0 2 15,0 0-15,1 0 0,-1 1 0,0 0 0,-1 2 16,-1 0-16,0 0 0,-2 2 0,2-1 0,-2 0 15,0 1-15,0 0 0,0 0 0,0 0 0,0-1 0,0 1 16,0 0-16,2-2 0,0 2 0,0 0 0,4-4 16,-1 0-16,0 1 0,0 0 0,-3 1 0,0 0 15,-1 1-15,0 1 0,0-1 0,0 1 0,-1 0 16,0 0-16,0 0 0,0 0 0,0 0 0</inkml:trace>
  <inkml:trace contextRef="#ctx0" brushRef="#br0" timeOffset="127914.0553">28864 13274 0,'-1'0'0,"3"-5"0,-2-2 0,2 4 15,4 1-15,2 0 16,-3-2-16,1 1 16,-6 3-16,0 0 0,0 0 0,3-4 0,-1 2 15,0 0-15,1-1 0,0 1 0,-1 0 0,2 0 16,-2-1-16,0 1 0,2 0 0,0 0 0,0 1 16,0-2-16,1 0 0,-1 1 0,0 0 0,0 0 15,0 0-15,2-1 0,-1 0 0,1 1 0,0 0 0,-2-1 16,0 1-16,1-1 0,-2-1 0,0 1 0,2-1 15,-2 1-15,0 0 0,3 0 0,0-1 0,0 1 16,1-1-16,-2 1 0,0 1 0,0-1 0,-1 0 16,0 0-16,1 0 0,-2 1 0,0 0 0,1 2 15,-2-1-15,0 1 0,1-2 0,-2 2 0,0 0 0,2-1 16,0 1-16,0-1 0,1 0 0,-2 1 0,0 0 16,2 1-16,-2-1 0,0 0 0,1 2 0,-2 0 15,0-1-15,2 1 0,0 0 0,0 0 0,-1 2 16,0 0-16,-1-1 0,1 0 0,-2-1 0,0 1 15,2 0-15,-1-2 0,0 1 0,3 1 0,-2-1 16,0 0-16,1-2 0,-2 1 0,0-1 0,1 2 0,-2-2 16,0 0-16,0 1 0,0-1 0,0 0 0,1 0 15,-1 0-15,0 0 0,0 0 0,0 0 0,0 0 16</inkml:trace>
  <inkml:trace contextRef="#ctx0" brushRef="#br0" timeOffset="128283.0578">28943 13147 0,'-6'-2'0,"5"-6"0,1 2 0,5-2 15,5 5-15,6 5 16,-6-5-16,10 0 16,-20 3-16,0 0 0,0 0 0,5 0 0,-1 0 15,0 0-15,2 0 0,0 0 0,1 0 0,-7 0 16,9 2-16,-1 0 0,0 0 0,-1 1 0,-3-2 16,0 1-16,-1 0 0,0-2 0,0 1 0,1 0 15,-2 0-15,0 0 0,1 2 0,-2-1 0,0 0 0,0 2 16,-1-2-16,0 1 0,2 1 0,-2-1 0,0 1 15,0 1-15,0 0 0,0-1 0,-3 3 0,2 0 16,0-1-16,-4 2 0,1-1 0,0 1 0,0-2 16,2 0-16,0 0 0,-1-2 0,2 0 0,0 0 0,0-1 15,1-1-15,0 0 0</inkml:trace>
  <inkml:trace contextRef="#ctx0" brushRef="#br0" timeOffset="129018.5557">26089 13214 0,'6'1'0,"-2"2"16,0-2-16,4-5 15,-3 3-15,3 2 16,4-4-16,-12 3 0,0 0 16,0 0-16,0 0 0,6-5 0,-1 1 0,0-1 15,1-1-15,-1 0 0,-1 0 0,2-1 0,-2 2 16,0-1-16,-1 2 0,0 1 0,0 1 0,2-3 16,-1 2-16,0-1 0,2-1 0,-1 1 0,0-1 0,-5 5 15,6-5-15,-2-1 0,0 1 0,0 2 0,-2 0 16,0 1-16,2-1 0,-1-1 0,0 0 0,3 2 15,-3-1-15,0 1 0,1 0 0,0 1 0,0-1 16,1 1-16,-1 1 0,1 0 0,-5 0 0,4 1 16,0-1-16,0 0 0,0 3 0,0-1 0,0 0 0,1 2 15,-1-1-15,0 0 0,0 2 0,0 0 0,0-1 16,1 3-16,-2-2 0,1 0 0,0 2 0,-1-1 16,0 0-16,2 0 0,-2 0 0,0 1 0,-3-7 15,3 6-15,0 1 0,1-1 0,-1 0 0,0 0 16,0-1-16,2-1 0,-2 0 0,0 0 0,2 0 0,-1-1 15,-1 0-15,-1-1 0,0 0 0,0 0 0,0-1 16,-1 0-16,0 0 0,0 0 0,0 1 0,0-1 16,6-5-16,1 2 0,-1 0 0</inkml:trace>
  <inkml:trace contextRef="#ctx0" brushRef="#br0" timeOffset="129400.0558">26555 13162 0,'1'0'0,"0"0"0,-1-1 16,8-5-16,4 0 15,8-2-15,-2-4 16,0-2-16,-18 14 0,0 0 15,6-6-15,0 2 0,0-1 0,3 1 0,-3-1 16,0 0-16,4 1 0,-1-1 0,-1 0 0,1 2 16,-1 0-16,1 0 0,-2-1 0,-2 2 0,0-1 15,2 2-15,-1-1 0,0 1 0,0-2 0,0 0 16,1 1-16,-2 1 0,-2 1 0,0 0 0,1 2 0,0-1 16,0 1-16,1 1 0,-1 0 0,-1 0 0,1 1 15,-1-1-15,0 1 0,0 2 0,0 0 0,0-1 16,0 1-16,-1-1 0,1 1 0,2 2 0,-1-1 15,0 1-15,-1-1 0,-2 1 0,0 0 0,1-1 0,0 0 16,0 0-16,1 0 0,1 0 0,-1 0 0,1-1 16,0 1-16,0-1 0,2-4 0,-1 0 0,1 0 15</inkml:trace>
  <inkml:trace contextRef="#ctx0" brushRef="#br0" timeOffset="129904.1041">27160 13206 0,'5'-9'0,"4"-3"0,1 5 0,10-6 16,-6 2-16,7-3 15,-8-1-15,-3-1 16,-10 16-16,0 0 0,6-6 16,-1 0-16,-1 0 0,0 1 0,0 1 0,0-2 0,0 1 15,-1 0-15,0 0 0,2 1 0,-1 1 0,0 0 16,-4 3-16,2-3 0,0 2 0,0-1 0,3 1 15,-1-1-15,0 0 0,-4 2 0,0 0 0,0 0 16,4-1-16,-2 1 0,0-1 0,-1 0 0,0 1 16,0 0-16,6 5 0,-1-1 0,0 0 0,0 1 0,-2-1 15,0 1-15,-1 1 0,0-1 0,0 0 0,0 1 16,-2-1-16,0 0 0,5 4 0,-1-2 0,0 1 16,-1 1-16,-2-2 0,0 1 0,1-1 0,0-1 15,0-1-15,2 2 0,-2-2 0,0 0 0,3 0 16,-2 1-16,0-1 0,0 1 0,0-2 0,1 1 0,-1 0 15,-2-1-15,0 0 0,5-1 0,-2 1 0,0-1 16,2-1-16,-2-1 0,0 0 0,-1 1 0,-2-2 16,0 1-16,-2-1 0,0 0 0,0 0 0,1 0 15,0 0-15,0 0 0</inkml:trace>
  <inkml:trace contextRef="#ctx0" brushRef="#br0" timeOffset="130335.2503">27706 13201 0,'0'0'0,"2"0"0,-2-5 0,6-2 16,4 3-1,2-1-15,-2 0 16,9-8-16,-19 13 0,0 0 0,0 0 16,5-3-16,-1 1 0,0-1 0,1-2 0,-2 1 15,0 0-15,3-3 0,-1 2 0,0 0 0,1 1 0,0 0 16,0 1-16,2-2 0,-3 1 0,0 0 0,2 0 16,0 1-16,1 0 0,-2 1 0,-1 0 0,0-1 15,4 0-15,-1 1 0,0-1 0,0 1 0,1 1 16,-1 0-16,2-1 0,-2 2 0,1-1 0,-2-1 15,0 1-15,0 0 0,2 0 0,-2 0 0,0 1 0,-2 3 16,-2-1-16,1 0 0,0 0 0,-2 0 0,0 0 16,1 1-16,0-1 0,0 1 0,1 2 0,-2 0 15,0-1-15,3 2 0,-1-1 0,0-1 0,-3 5 16,0-2-16,0 1 0,3 0 0,-2-1 0,0 0 16,1 0-16,-1 1 0,0-1 0,-2-7 0,5 12 0,-2-1 15,0 0-15,2-4 0,-2-2 0,0 1 0</inkml:trace>
  <inkml:trace contextRef="#ctx0" brushRef="#br0" timeOffset="169788.6992">31651 12530 0,'0'0'0,"0"0"0,0 0 15,0 0-15,-13 69 16,5-27-16,-4 28 16,12-70-16,0 0 0,0 0 15,0 0-15,-2 17 0,0-1 0,-1 0 0,2-8 16,0-1-16,0 0 0,-1 11 0,0-1 0,0 0 16,1-7-16,0 1 0,0-2 0,-2 9 0,1-1 15,0 0-15,0-7 0,1-1 0,0 0 0,-6 12 16,2 0-16,0-1 0,2-8 0,0-1 0,0 1 0,0-7 15,2-1-15,0 1 0,0-13 0,0 1 0,0 0 16,0 2-16,1 1 0,0 0 0,0 2 0,0 0 16,0 0-16,-3-9 0,2 0 0,0 1 0,1 10 15,-2-7-15,2 1 0,0 0 0,0 6 0</inkml:trace>
  <inkml:trace contextRef="#ctx0" brushRef="#br0" timeOffset="170099.7008">31516 12554 0,'0'0'0,"-3"-50"0,5 14 15,-2 16-15,8 4 16,11-3-16,9 5 16,7 12-16,-35 2 15,0 0-15,14 3 0,-1-2 0,1 0 0,-14-1 16,15 4-16,-2 0 0,1 0 0,1 1 0,0 1 16,-1-2-16,-1 6 0,-1-2 0,1 1 0,-1 1 15,-1-1-15,1 1 0,-3 2 0,0 0 0,1 0 16,-6-1-16,-2-1 0,0 1 0,-1-2 0,-1 1 0,0 0 15,-2 0-15,2-1 0,0 0 0,-5 0 0,1 1 16,-1-1-16,-1-2 0,1 0 0,0 0 0,-2-1 16,-1-1-16,1 0 0,-2 2 0,2 0 0,-1-1 15,2 0-15,0 0 0,0-1 0,-1-2 0,0 0 16,1 0-16,-1 1 0,0 1 0,-1-1 0,5-1 16,0 0-16,0-1 0,8-5 0,-1-1 0,1 1 0,-5 3 15,0 0-15,0 0 0,4-3 0,-1 1 0,0 0 16,-1 0-16,-1 2 0,0-1 0</inkml:trace>
  <inkml:trace contextRef="#ctx0" brushRef="#br0" timeOffset="170833.2067">32064 12587 0,'0'5'0,"-2"6"0,0 4 15,-3 10-15,-5 3 16,-4 3-16,-1 5 15,0-5 1,15-31-16,0 0 0,0 0 0,-6 9 0,0-1 0,-1 0 16,3-1-16,0-1 0,0-1 0,2 2 0,0-3 15,0 1-15,0-3 0,2 0 0,0-1 0,-2-2 0,2 0 16,0 0-16,1-2 0,-1 1 0,0-1 0,3-2 16,-2 0-16,0 0 0,3-3 0,-1 1 0,0 0 15,2-3-15,1 1 0,-1 1 0,1-4 0,0 0 16,0 1-16,4 0 0,-2 0 0,0 0 0,1 1 15,-2 0-15,0 0 0,1 0 0,-2-1 0,1 1 0,-1 0 16,0 1-16,0 0 0,3 0 0,-1 0 0,0 1 16,-2 1-16,0-1 0,1 1 0,-1 2 0,0 3 15,0-1-15,0-1 0,-1 2 0,-1 0 0,2 3 16,-1-1-16,0 0 0,3 2 0,-3-1 0,0 0 16,0 1-16,-1-1 0,0 0 0,-1 1 0,-1-2 0,1 1 15,-1-1-15,-2 0 0,0 0 0,0 0 0,0 0 16,0 0-16,1 0 0,-1 0 0,0 0 0,0 0 15,0 0-15,0 0 0,0 0 0,0 0 0,0 0 16,0 0-16,0 0 0,0 0 0,-6 39 0,3 0 0,0 0 16,2-10-16,1-1 0,0 0 0,1-15 0,-1 0 15,0-1-15,1-8 0,-1-1 0,0 0 0,2-3 16,-1 0-16,0 0 0,4-3 0,-3 1 0,0 0 16,4-2-16,0 0 0,0 1 0,4 0 0,-1 2 15,0-1-15,-2-3 0,0 2 0,-1-1 0,5-2 0,-2 1 16,1-1-16,-1-2 0,0 1 0,1-1 0,-1 0 15,-2 1-15,0 0 0,0 1 0,-2-1 0,0 1 16,2 0-16,0 0 0,1 0 0,-4 0 0,0 0 16,0 0-16,-2 2 0,-1 1 0,0 0 0,1-1 15,-2 1-15,0-1 0,-4 2 0,2-1 0,0 1 0,-3 1 16,2 0-16,0 1 0,0 1 0,-1 0 0,1 1 16,-5 1-16,2-1 0,0 1 0,1 5 0,0-1 15,1 0-15,-2 0 0,0-1 0,0-1 0,-2 2 16,1-1-16,0 1 0,-2-2 0,1 2 0,1-1 15,7-6-15,0 0 0,0 0 0,-7 8 0,2 1 0,0-1 16,2-1-16,-1 0 0,1 0 0,1 1 0,0-1 16,0 1-16,3 1 0,-1-1 0,0 1 0,3 0 15,-1-1-15,0 0 0,6 0 0,-3 0 0,0-1 16,4 1-16,0-3 0,-1 1 0,-1-1 0,-1-1 16,0 0-16,0-1 0,-3-2 0,0 1 0,-1-1 0,0 0 15,0 1-15</inkml:trace>
  <inkml:trace contextRef="#ctx0" brushRef="#br0" timeOffset="171220.8532">31782 13180 0,'0'0'0,"17"25"0,-7-10 16,-2 37 0,-4-23-16,-2-18 15,-7 50-15,2-26 16,3-35-16,0 0 0,-1 4 0,1 1 0,0 0 15,-5 12-15,2 0 0,0 0 0,1-7 0,0 0 16,-1-1-16,-2 7 0,1-2 0,0 0 0,2-6 16,0-1-16,0 0 0,-1 4 0,2 0 0,0-1 0,1-10 15,0 0-15,0 0 0,-2 7 0,2-2 0,0 1 16,-1-3-16,1-1 0,0 0 0,0-2 0,0 1 16,0-1-16,0 1 0,0-1 0,0 0 0,0 0 15,0 0-15,0 0 0,0 2 0,0-1 0,0 0 16,0 0-16,0-1 0,0 0 0</inkml:trace>
  <inkml:trace contextRef="#ctx0" brushRef="#br0" timeOffset="172137.3864">31812 13141 0,'11'-13'0,"0"-4"16,8 14-16,7 2 16,-26 1-1,49 7-15,-8 5 16,-6 17-16,-35-29 0,0 0 0,0 0 15,8 9-15,1-1 0,-1-1 0,-2 3 0,-1-1 16,1 1-16,-3 0 0,-2 0 0,0-1 0,-3 0 16,1-1-16,0-1 0,-4 0 0,3-2 0,0 1 0,-3 1 15,0-2-15,0 0 0,5-5 0,0 0 0,0 0 16,-3 3-16,0 0 0,-1 0 0,-9 1 0,2 0 16,-1-1-16,2 0 0,0-1 0,-1 0 0,4-2 15,0 0-15,0 0 0,2 0 0,1 0 0,0 0 0,-1-1 16,0 0-16,0 1 0,5-3 0,0 0 0,0 1 15,4-2-15,-2 0 0,0 0 0,3-4 0,0 2 16,0-2-16,4 0 0,-1 1 0,0 0 0,4 0 16,-3-1-16,0 0 0,4-3 0,-2 2 0,0-1 15,-4 4-15,-1 1 0,0 0 0,-3 3 0,-1 0 16,0 1-16,-2 1 0,0 0 0,0 0 0,20 1 16,0 0-16,-1 0 0,-5 3 0,-2-2 0,0 0 0,-6 0 15,-1-1-15,0-1 0,-2 1 0,-2-1 0,0 1 16,1 3-16,-2-1 0,0 0 0,-2 3 0,2 0 15,0 0-15,-2 1 0,1 0 0,0 0 0,-1 3 0,0-2 16,0 1-16,-3-1 0,1-1 0,1 1 0,-4-1 16,2 0-16,0 0 0,2 0 0,0-1 0,-1 1 15,-1-3-15,2 0 0,0-1 0,0-1 0,1 0 16,0-1-16,0 0 0,2 0 0,0-1 0,0-3 16,0-1-16,0 1 0,3-1 0,-1 0 0,0-1 0,1-2 15,0 1-15,0-1 0,1-3 0,0 0 0,-1 0 16,4 0-16,-2 1 0,0-1 0,4-1 0,-2 0 15,0 0-15,2-2 0,-1 2 0,-1-1 0,1-2 16,-2 1-16,0 1 0,-1 5 0,-1 1 0,0 0 16,0 1-16,-1 2 0,0-1 0,3 0 0,0 0 0,-1 1 15,2 2-15,0 1 0,0-1 0,-11 9 0,1-1 16,0 0-16,6-3 0,0-1 0,0-1 0,4 0 16,-1 0-16,0 0 0,2-1 0,-2 1 0,1 0 15,-1 0-15,-1-1 0,0 0 0,1 1 0,0 0 16,-1-1-16,1 2 0,-2-1 0,0 1 0,2 0 0,0 0 15,-1 0-15,5-1 0,-2 0 0,1-1 0,4 1 16,-1 0-16,1 0 0,-3-1 0,1-1 0,-1 1 16,-10-1-16,8-1 0,-2 0 0,1 1 0,-2-2 15,-2 1-15,0 1 0,-2-3 0,-1 1 0,0 0 16,-2-1-16,0 2 0,0-1 0,-4 0 0,1 1 16,1 0-16,-4 0 0,2 0 0,0 0 0,6 1 0,-9 2 15,1-1-15,0-1 0,0 3 0,0-2 0,1 1 16,-1 2-16,1-2 0,-1 0 0,-2 3 0,2 0 15,-1-1-15,0 2 0,0 0 0,0 0 0,1 0 16,1-1-16,0 1 0,1 1 0,-1-1 0,1 0 16,2 1-16,0-1 0,0 1 0,4-7 0,-2 5 0,2-1 15,0 1-15,2-1 0,-1 0 0,0-1 0,4 1 16,-1-2-16,0 0 0,5 1 0,-3 0 0,0 1 16,-6-4-16,9 1 0,-1 0 0,-1 1 0,3-1 15,-2-1-15,1 0 0,-1-2 0,0 0 0,0 1 16,1-4-16,-1 1 0,0 1 0,-8 3 0,9-6 0,-1 0 15,0 1-15,0-4 0,-1 2 0,-1-1 0,1 0 16,-2 1-16,0 0 0,-5 7 0,9-4 0,-3 0 16,0 1-16</inkml:trace>
  <inkml:trace contextRef="#ctx0" brushRef="#br0" timeOffset="172749.4827">32683 13193 0,'0'0'0,"0"0"0,0 0 0,-21 11 15,7-5-15,-17 14 16,15-10-16,9-4 16,7-6-16,0 0 0,0 0 0,-9 9 15,1-1-15,0 0 0,1-2 0,2-1 0,0 0 0,-1 4 16,0-1-16,-1 1 0,3-4 0,1 0 0,0 0 15,3-5-15,-2 2 0,1 0 0,0 0 0,6 4 16,0-1-16,0 0 0,0-1 0,-2-2 0,0 0 16,6 2-16,-1-1 0,1 1 0,-3-2 0,-2-1 15,0 1-15,8-1 0,-1-1 0,-1 0 0,-10 0 0,7 1 16,-1-1-16,-1 0 0,9-3 0,-1-1 0,-1 1 16,-4 1-16,-2 0 0,1 0 0,6-3 0,-2 0 15,1-1-15,-6 3 0,0 1 0,0-1 0,7-1 16,-1 0-16,1 1 0,-6 1 0,0 0 0,0 0 15,-4 2-15,0-1 0,-1 1 0,-1 0 0,0 0 0,0 0 16,0-2-16,-1 2 0,0 0 0,0 0 0,0 0 16,0 0-16,0 0 0,0 0 0,0 0 0,-2 0 15,1 0-15,0 0 0,-1 0 0,2 0 0,0 0 16,0 0-16,0 0 0,0 0 0,-2 0 0,2-1 16,0 1-16,0 0 0,0 0 0,0 0 0,-1 7 0,1 1 15,0-1-15,-1-2 0,1 0 0,0-1 0,0-1 16,0-2-16,0 0 0,0-1 0,10 6 0,-2-2 15,0 1-15,-2-1 0,-1-2 0,-1 0 0,8 1 16,-2 0-16,1 0 0,-5-1 0,-1-2 0,0 1 0,7 0 16,-3 0-16,0-1 0,-2 0 0,-2 0 0,0 0 15,7-1-15,-1 0 0,-1 1 0,-10 0 0,7-1 16,-2 1-16,0 0 0,6 1 0,-1-1 0,0 1 16,-3 0-16,-2-1 0,0 1 0,6 3 0,0-1 15,-1 1-15,-4-2 0,-1 0 0,1 1 0,-3-3 0,-1 1 16,0 0-16,7 10 0,-2 0 0,1 0 0,-4-5 15,0 0-15,0 1 0,-4-7 0,0 0 0,0 0 16</inkml:trace>
  <inkml:trace contextRef="#ctx0" brushRef="#br0" timeOffset="176133.2047">29058 13701 0,'0'0'0,"0"0"0,0 0 0,0 0 16,0 0 0,0 0-16,0 0 15,0 0-15,0 0 0,0 0 0,0 0 16,0 0-16,0 0 0,0 0 0,0 0 0,0 0 15,0 0-15,0 0 0,0 0 0,0 0 0,1 6 0,0 1 16,0-1-16,1-2 0,-2 0 0,0 0 0,1-2 16,-1-1-16,0 0 0,0 0 0,0-1 0,0 1 15,3 13-15,0 0 0,0-1 0,0-4 0,-2-1 16,0 0-16,0-4 0,0-1 0,0 0 0,2-1 16,0 0-16,1-1 0,-4-1 0,2 1 0,0 0 15,0-1-15,8-2 0,0 1 0,1 0 0,-5 0 0,0 0 16,0 1-16,44-8 0,-1-1 0,-1 1 0,-48 8 15,56-8-15,-1-1 0,0 1 0,-2 2 0,-1 1 16,0-1-16</inkml:trace>
  <inkml:trace contextRef="#ctx0" brushRef="#br0" timeOffset="200285.7802">26169 11068 0,'0'0'0,"0"0"0,0 0 0,0 0 16,0 0-16,0 0 16,0 0-1,0 0-15,0 0 0,0 0 0,0 0 16,0 0-16,0 0 0,0 0 0,3 17 0,-1-2 15,0 0-15,0-5 0,-1 0 0,0 0 0,1-6 16,-2 0-16,0-1 0,1 11 0,0-1 0,0 1 16,1-6-16,-2 0 0,0 0 0,3 4 0,-2 0 15,0 0-15,-1-12 0,3 7 0,-3 0 0,0-1 0,2 9 16,-2 0-16,0 0 0,0-15 0,1 9 0,-1-1 16,0-1-16,1 12 0,-1-1 0,0 0 0,0-18 15,0 11-15,0-1 0,0 0 0,0-10 0,2 15 16,-2-1-16,0 0 0,1-7 0,-1 1 0,0-1 0,4 6 15,-2-2-15,0 0 0,-2-11 0,2 6 0,0 0 16,0 1-16,0-5 0,-2 0 0,0 1 0,0-1 16,0-1-16,0-1 0,1 0 0,-1 0 0,0 0 15,0 0-15,0 0 0,0 0 0,0 1 0,0-1 0,0 0 16,0 0-16,0 0 0,0 0 0,0 0 0,0 0 16,0 0-16,0 0 0,1-11 0,-1 1 0,0 0 15,1 3-15,-1 1 0,0-1 0,2-2 0,-2 0 16,0-1-16,2 5 0,-2 0 0,0 1 0,0 2 15,0-1-15,0 1 0,0 1 0,0 1 0,0 0 0,0 0 16,2-15-16,-2 1 0,0-1 0,0 6 0,0 0 16,0 0-16,-2-6 0,-1 0 0,1 0 0,1 7 15,0 0-15,0 0 0,1 8 0,-3-11 0,1 0 16,0 1-16,0 3 0,2 2 0,0 0 0,-1-7 16,0 0-16,0 1 0,-1 5 0,2 0 0,0 0 15,0 6-15,0-4 0,0 2 0,0 0 0,0 1 0,0 0 16,0 0-16,1-7 0,0 0 0,0 1 0,1 1 15,-2 2-15,0-1 0,0 5 0,1-2 0,-1 1 16,0-1-16,0 1 0,0 0 0,0 1 0,0 0 16,0 0-16,0 0 0,0 0 0,0-2 0,0 2 0,0 0 15,12-4-15,0 1 0,-1-1 0,-11 4 0,7-2 16,0 0-16,-1-1 0,-6 3 0,10-4 0,-1 0 16,1-1-16,-4 4 0,-2-1 0,0 0 0,-4 2 15,18-4-15,-3 1 0,1 0 0,-16 3 0,9-2 16,0 0-16,1 1 0,-10 1 0,17-3 0,-1 1 0,-1 1 15,-15 1-15,11-2 0,-3 1 0,0 1 0,12-3 16,-1 0-16,1 0 0,-20 3 0,27-5 0,0 2 16,0-1-16,-27 4 0,0 0 0,28-4 0,-1 1 15,1-1-15,-28 4 0,28-5 0,0 2 0,0-1 16,7-1-16,0 0 0,1 1 0,-36 4 0,35-6 0,0 1 16,0 1-16,-35 4 0,41-7 0,-1 2 0,-1 0 15,-39 5-15,38-6 0,-2 2 0,0-1 0,20-2 16,-2 0-16,0 1 0,-54 6 0,56-7 0,-1 1 15,1 1-15,-56 5 0,52-7 0,-3 2 0,1-1 0,-4 1 16,-1-1-16,1 1 0,-46 5 0,39-4 16,0 0-16,0 0 0,-39 4 0,37-4 0,-2 1 0,0 0 15,-35 3-15,35-3 0,-1-2 0,0 2 0,-34 3 16,36-4-16,0 1 0,1-1 0,-2 0 0,-1 1 16,0-1-16,-34 4 0,34-4 0,-1 0 0,0 1 15,-3-1-15,0 0 0,0 0 0,-30 4 0,30-5 16,0 1-16,0 1 0,1-1 0,-1 0 0,0 0 0,1-1 15,-1 0-15,0 1 0,-13 3 0,-3-2 0,1 0 16,9-1-16,-1 1 0,0 1 0,2-3 0,-1 1 16,1 0-16,-25 4 0,14-2 0,-3 0 0,0-1 15,15 0-15,-1-1 0,0 1 0,3-1 0,-2 0 0,-1 1 16,1-1-16,0 2 0,0 0 0,-14 0 0,1 1 16,-1 1-16,-12 0 0,32 0 0,-1 0 0,0 0 15,-13 0-15,-1 0 0,1 0 0,4-5 0,-3 2 16,1-1-16,3-2 0,-1 1 0,1-1 0,-10 3 15,-2 0-15,0 1 0,-7 1 0,1 0 0,-1 0 0,15 5 16,-1 0-16,-1 1 0,-6-3 0,-1 1 0,0-1 16,-5 0-16,-1-2 0,0 1 0,-4-1 0,0 0 15,0 0-15,13-3 0,-1 1 0,-1-1 0,-4 2 16,-1 0-16,1-1 0,-3 1 0,-2 1 0,0-1 16,8 0-16,1 1 0,-1-1 0,-4 0 0,0 1 0,1 0 15,-4-1-15,-1 1 0,0 0 0,7 3 0,0 0 16,1 1-16,-5-2 0,0 0 0,0 0 0,3 5 15,-1-2-15,-1 0 0,-1-2 0,-2 0 0,0 0 16,7 3-16,-1 1 0,0-1 0,-4-3 0,0 0 16,1 0-16,0 6 0,-1 0 0,0-1 0,-1-2 15,-2-2-15,0 0 0,2 7 0,-2-1 0,0 0 0,-1-5 16,0 1-16,0-1 0,2 7 0,-2 0 0,0-2 16,1-2-16,-2-2 0,0 0 0,5 9 0,-2 0 15,0 0-15,0-5 0,-2-2 0,1 0 0,0 8 16,0-1-16,0 0 0,0-6 0,-2-1 0,0 0 0,2 5 15,0 0-15,0 0 0,-1-6 0,0 0 0,0 0 16,3 9-16,-2 0 0,0-1 0,0-5 0,-1-2 16,1 1-16,0 4 0,-1 0 0,0-1 0,0-3 15,0-3-15,0 1 0,-1 3 0,0 1 0,0-1 16,-1-4-16,1-1 0,0 1 0,-2 6 0,2-1 0,0 0 16,-2-5-16,2 1 0,0 0 0,-6 1 0,3 1 15,0-1-15,0-4 0,1 1 0,0 0 0,-6 0 16,0 0-16,1 0 0,3-3 0,0 1 0,0 0 15,-10 0-15,3-1 0,0 0 0,2 1 0,3-3 0,0 0 16,-10 4-16,3-1 0,0 0 0,4 0 0,2-2 16,0 1-16,-16 0 0,1 0 0,1 0 0,8 0 15,1-2-15,0 1 0,-11-2 0,0 1 0,0 0 16,11 0-16,-1 0 0,1 0 0,-12 0 0,3 0 16,-1 0-16,8 1 0,2-1 0,0 0 0,-17-1 15,2 0-15,0 0 0,-2 1 0,2 0 0,0 0 0,-7 0 16,2 0-16,0 0 0,-1-2 0,2 2 0,0 0 15,-5-2-15,0 2 0,-1 0 0,3-2 0,0 2 16,0-1-16,-4 0 0,1 1 0,0 0 0,1 1 16,3-1-16,0 0 0,-25 2 0,0-1 0,1 1 0,6-1 15,2 0-15,1 1 0,9-1 0,-1 0 0,1 0 16,3 0-16,0-1 0,-1 1 0,2-1 0,2 1 16,0 0-16,-1 0 0,2 1 0,0-1 0,0 0 15,2 1-15,0-1 0,-2 1 0,2-2 0,0 1 16,0 0-16,1 1 0,0-1 0,0-1 0,0 1 0,0-1 15,1 2-15,1-1 0,-1 1 0,1-1 0,0 0 16,0 1-16,-1 0 0,1-1 0,0 0 0,0 0 16,3 1-16,-1-1 0,-1 1 0,2-2 0,0 1 15,-2 1-15,1-1 0,0 0 0,12 0 0,0-1 16,1 1-16,-16 1 0,1-1 0,0 0 0,-3 1 0,2-1 16,0 0-16,13 0 0,1 0 0,1 0 0,-14 1 15,0-1-15,0 0 0,-1 2 0,2-2 0,-1 1 16,13-1-16,2 0 0,-1 0 0,-14 1 0,1-1 15,0 0-15,10 1 0,2-2 0,-1 1 0,-10 1 0,0 1 16,0-1-16,11 0 0,1-1 0,0 0 0,-12 1 16,1 0-16,0 0 0,10-2 0,1 1 0,1-1 15,-11 2-15,1-2 0,-1 1 0,10-1 0,1 0 16,0 0-16,6 2 0,2-2 0,0 0 0,-11 0 16,-1 0-16,1 0 0,5 1 0,2-1 0,0 0 0,-8 0 15,1 0-15,-1 0 0,7 1 0,2-1 0,0 0 16,-6-1-16,2 0 0,-1-1 0,5 2 0,2 0 15,0 0-15,2-1 0,1 1 0,0 0 0,-1 0 16,3 0-16,0 0 0,0 0 0,0 0 0,0 0 16,-1-6-16,1 2 0,0-1 0,0 2 0,0 0 0,0 0 15,0 3-15,0 0 0,0 0 0</inkml:trace>
  <inkml:trace contextRef="#ctx0" brushRef="#br0" timeOffset="201101.5513">30469 10827 0,'0'0'0,"0"0"0,0 0 0,0 0 15,0 0 1,0 0-16,0 0 15,0 0-15,0 0 0,0 0 0,0 0 0,-7 16 16,2-2-16,0 0 0,1-5 0,1 0 0,-1-1 16,2-4-16,1-1 0,0 1 0,-1 7 0,0-1 15,0 0-15,0-4 0,1-1 0,0 1 0,0 10 16,0 1-16,0-1 0,0-7 0,1 1 0,0-1 16,1-3-16,0-1 0,0 1 0,0-3 0,-1-2 15,0 1-15,1-1 0,-1 0 0,0 1 0,1-2 0,-1 0 16,0 0-16,0 0 0,0 0 0,0 0 0,0 0 15,0 0-15,0 0 0,4 0 0,-1 0 0,0 0 16,-1 1-16,1-1 0,-1 0 0,-2 0 0,0 0 16,0 0-16,4-11 0,0-1 0,0 1 0,-2 3 0,0 3 15,0-2-15,0 4 0,-2 0 0,0 0 0,3-9 16,0 1-16,1 0 0,-2 4 0,-1 0 0,0 1 16,4-7-16,-2 2 0,0-1 0,0 5 0,-2 0 15,0 1-15,4-12 0,1 0 0,-1 0 0,-1 9 16,-2-2-16,0 2 0,3-7 0,-2 1 0,0 1 0,-1 7 15,1-2-15,-1 2 0,7-11 0,-2 1 0,0 0 16,-3 7-16,1 1 0,-1 0 0,3-4 0,-2 1 16,0-1-16,-2 6 0,1 2 0,-1-1 0,5 2 15,0 0-15,0 0 0,-2 1 0,-1 1 0,0 0 0,10-1 16,-1 0-16,-1 0 0,-4 1 0,-1 0 0,0 0 16,11 5-16,-2-1 0,1 0 0,-8-1 0,1 0 15,-1 1-15,-6-1 0,0-1 0,0 0 0,-3 1 16,0-1-16,0 0 0,0 0 0,-1 0 0,0 0 15</inkml:trace>
  <inkml:trace contextRef="#ctx0" brushRef="#br0" timeOffset="201433.0526">30512 10839 0,'12'-3'0,"0"3"0,12 3 0,8 0 16,-32-3-16,56 6 16,-5 6-16,3-11 15,-54-1-15,0 0 0,0 0 0,14 1 16,-1 0-16,1 0 0,3 2 0,1-1 0,0 1 15,-5 0-15,-2-1 0,1 0 0,0 1 0,-1-1 0,-1 0 16,0 0-16,1-1 0,-1-1 0,2 0 0,1 0 16,-1 0-16,-12 0 0,0 0 0,0 0 0,6-1 15,0 1-15,1 0 0,-4 0 0,-1 0 0,0 0 16,0 0-16,-2 0 0,0 0 0</inkml:trace>
  <inkml:trace contextRef="#ctx0" brushRef="#br0" timeOffset="201900.9003">31341 10715 0,'4'-14'0,"-2"6"0,-8-5 0,-2 9 16,-2 2-1,-9 2-15,-1 1 16,3 4-16,17-5 0,0 0 0,0 0 15,-10 2-15,2 0 0,-1 0 0,1 4 0,0-1 0,0-1 16,-2 4-16,3 0 0,0-1 0,-1 2 0,1 0 16,1 0-16,-4 1 0,-1 0 0,1-2 0,0 6 15,2-2-15,-1 0 0,2 0 0,1-1 0,0 0 16,1 0-16,1 0 0,0 0 0,4-11 0,0 0 0,0 0 16,-2 12-16,1-1 0,0 1 0,3-3 0,-1-2 15,0 1-15,3 0 0,-1-1 0,1 0 0,4-2 16,-1-1-16,0 0 0,3 0 0,-2-1 0,0 0 15,4-3-15,-1 0 0,0 0 0,2-2 0,-2 2 16,0-1-16,0-4 0,-1 0 0,0-1 0,1 0 0,-2 1 16,0 0-16,3-2 0,-2 1 0,0-1 0,-2-1 15,-2 1-15,0-1 0,-6 8 0,8-9 0,1 0 16,-1-1-16,-2 1 0,0 0 0,0-1 0,-2 0 16,-1-1-16,0 1 0,0 0 0,0 1 0,0-1 15,0 2-15,-2 0 0,0 1 0,0-1 0,0 2 0,0 0 16,0-1-16,-1 2 0,0 1 0,0 1 0,0 0 15,0 1-15,-1-1 0,1 0 0,0 0 0,4 0 16,1-1-16,-1 0 0,-4 4 0,0 0 0,0 0 16,2-2-16,0 0 0,0 0 0,-1 2 0,0-1 15,0 1-15</inkml:trace>
  <inkml:trace contextRef="#ctx0" brushRef="#br0" timeOffset="202532.6543">31803 10633 0,'3'-3'0,"-2"0"16,-5 0-16,1 2 16,3 1-16,-17 6 15,-2 5-15,-4 4 16,-4 6-16,-8 7 15,3 8 1,8-5-16,1 11 16,9 9-1,5-11-15,4 6 16,5-5 0,12-8-1,6-3-15,9-3 16,0-14-1,0-14-15,4 1 16,-3-6 0,3-5-16,-8-1 15,-7-5 1,-4-3-16,-1-4 16,-5-1-1,2 4-15,-3 0 16,-2 9-16,1-3 15,5 5-15,0 6 16,7 2-16,-3 0 16,4-1-16,-2 9 15,9-1 1,-24-5-16,31 7 0,-10 0 16,-4 8-1,-17-15-15,15 30 16,-9 0-16,-5 5 15,-3 6-15,0 4 16,-6 2-16,-7 2 16,3-14-16</inkml:trace>
  <inkml:trace contextRef="#ctx0" brushRef="#br0" timeOffset="273203.4064">24483 12539 0,'0'0'0,"0"0"0,0 0 0,0 0 15,0 0 1,0 0-16,0 0 15,0 0-15,0 0 0,0 0 0,0 0 16,9 16-16,0 0 0,-1-1 0,-2-5 0,-1-1 16,0 1-16,-3-6 0,0 0 0,1-1 0,-2-1 15,-1-1-15,0 0 0,0-1 0,5 9 0,-1 0 16,0 0-16,-1-2 0,-1-2 0,0 0 0,-1-3 0,0 0 16,0 0-16,-1-1 0,0 0 0,0-1 0,9 12 15,-1-1-15,0 0 0,-3-4 0,1 0 0,-1-1 16,5 3-16,0-1 0,1-1 0,-5-2 0,-1-2 15,0 1-15,7-2 0,-3 0 0,0 1 0,-4-2 0,1 0 16,-1 0-16,6-5 0,-1-1 0,1 1 0,-5 1 16,-1 1-16,0 0 0,16-4 0,-1 0 0,-1 0 15,-19 6-15,12-4 0,-1 1 0,0-1 0,12-6 16,-1-1-16,-1 1 0,-21 10 0,14-6 0,-3 0 16,1 0-16,10-6 0,1 1 0,0 0 0,-11 4 15,1 1-15,-1-1 0,17-6 0,-2 1 0,0 0 0,-27 12 16,27-13-16,-1 1 0,1 0 0,3-1 0,0-1 15,0 1-15,-30 13 0,29-12 0,-2 1 0,0-1 16,-27 12-16,29-10 0,0 0 0,0 0 0,-14 5 16,-1 0-16,-1-1 0,12-1 0,-1 0 0,0 0 0,-10 3 15,-2 0-15,1 0 0,-8 2 0,0 1 0,0 0 16,-3 0-16,-1 1 0,0-1 0,1 1 0,-2 0 16,0 0-16,10-6 0,-3 0 0,0 0 0,-2 3 15,1-1-15,-1 1 0</inkml:trace>
  <inkml:trace contextRef="#ctx0" brushRef="#br0" timeOffset="273966.4089">25477 11242 0,'1'-9'0,"-2"-2"16,0 6-16,0 2 15,1 1-15,2 11 16,4-1-16,2 5 15,-8-13-15,0 0 0,0 0 0,1 7 16,0 1-16,0-2 0,2 2 0,-2 0 0,0 0 16,2 1-16,-2-1 0,0 0 0,1 1 0,-2-1 15,0 0-15,2 2 0,-1 0 0,0-1 0,3 1 16,0 0-16,-1 0 0,0-3 0,-2 0 0,0 0 0,2 2 16,-1-3-16,0 1 0,4 0 0,-2-1 0,1 0 15,1-2-15,-1 1 0,0 0 0,0-3 0,0 0 16,1 0-16,-1-5 0,0 1 0,0 0 0,4-5 15,-1 2-15,-1 0 0,-7 5 0,9-7 0,-1 1 0,1 0 16,-9 6-16,11-7 0,0 1 0,1-1 0,0-5 16,1 1-16,-1-2 0,-12 13 0,18-14 0,-1 1 15,1-1-15,-18 14 0,26-17 0,-2 1 0,1 0 16,-25 16-16,28-14 0,-1 0 0,0 0 0,-27 14 16,33-15-16,-1 0 0,0 1 0,1 0 0,-2 1 0,0 0 15,2-2-15,0 2 0,0-1 0,-16 6 0,-2 1 16,1 0-16</inkml:trace>
  <inkml:trace contextRef="#ctx0" brushRef="#br0" timeOffset="283599.843">15832 6886 0,'0'0'16,"0"0"-16,0 0 15,0 0-15,0 0 16,0 0-16,0 0 15,0 0-15,0 0 0,0 0 0,0 0 16,0 0-16,0 0 0,0 0 0,17 9 0,-2-1 16,1-1-16,-6-2 0,-1-1 0,1 0 0,-10-4 15,4 2-15,0 0 0,0-1 0,10-8 0,1 0 16,-1-1-16,-14 8 0,24-16 0,-2 2 0,0-2 16,-22 16-16,0 0 0,30-21 0,-3-1 0,1 1 0,-28 21 15,0 0-15,50-31 0,0 1 0,-1 1 0,-49 29 16,0 0-16,75-33 0,-2 0 0,0 1 0</inkml:trace>
  <inkml:trace contextRef="#ctx0" brushRef="#br0" timeOffset="301733.0915">29239 12483 0,'0'0'0,"0"0"0,0 0 15,0 0-15,0 0 16,0 0-16,0 0 16,0 0-16,0 0 0,0 0 15,0 0-15,0 0 0,0 0 0,0 0 0,0 0 0,0 0 16,0 0-16,0 0 0,0 0 0,0 0 0,12 18 15,-3-1-15,0 0 0,-1-6 0,-3-1 0,0-1 16,-3-4-16,0-1 0,0-1 0,-1 9 0,-1 0 16,0 1-16,0-6 0,0 0 0,0-1 0,-1-3 15,1 0-15,0-1 0,-3 10 0,1 0 0,0 1 0,-1-6 16,2 0-16,0 0 0,-3 7 0,2-2 0,-1 1 16,3-13-16,-2 8 0,1-1 0,0 0 0,-2 5 15,0-2-15,0 1 0,0-5 0,2-1 0,0 1 16,-1 4-16,0-2 0,0 1 0,1-4 0,0-1 15,0 1-15</inkml:trace>
  <inkml:trace contextRef="#ctx0" brushRef="#br0" timeOffset="302750.0894">29046 12594 0,'3'2'0,"2"-3"0,7-7 16,14 8-16,10 8 16,15-3-16,-8 4 15,-43-9-15,0 0 0,0 0 16,0 0-16,33 5 0,-1 0 0,0 1 0,-32-6 16,29 7-16,-1 0 0,0 0 0,-7-3 0,1-3 0,0 2 15,-22-3-15,20 0 0,-1 0 0,1 0 0,-3-2 16,0 1-16,-1 0 0,-16 1 0,20-2 0,-2 0 15,-1 0-15,-4-4 0,-3 1 0,0 0 0,-4-1 16,1 1-16,-1 0 0,1 2 0,-2 0 0,0 0 16,2 0-16,-3 0 0,0 1 0,-1 0 0,-1 2 0,0-1 15,0 0-15,-2 0 0,0 1 0,-5-1 0,1 1 16,0 0-16,-1 1 0,0 0 0,1 0 0,-3 1 16,0 0-16,0-1 0,-5 3 0,3-1 0,0 0 15,-5-1-15,3 1 0,0-1 0,-2 2 0,1-1 16,-1-1-16,-2 5 0,1-1 0,1-1 0,1 2 0,1-1 15,1 0-15,0-1 0,1 1 0,1-1 0,0 2 16,0-1-16,1 1 0,2-2 0,2 0 0,0 0 16,0 0-16,1 0 0,0-1 0,4 1 0,-1-1 15,0 1-15,3-3 0,0 1 0,0-1 0,1 0 16,-1 0-16,1-1 0,3-1 0,0 0 0,0 0 0,5-2 16,-3 0-16,0-1 0,1-1 0,-2 1 0,0 0 15,2-1-15,-2 2 0,0-1 0,3-3 0,-2 1 16,0-1-16,1 1 0,-3-1 0,0 0 0,0 3 15,-2 1-15,0-2 0,-1 2 0,-2 1 0,0-1 0,0 1 16,-2 1-16,0 0 0,0 0 0,1 0 0,-1 0 16,0 1-16,-1-1 0,0 0 0,1 2 0,-1-1 15,0 1-15,-2 2 0,2-1 0,0-1 0,-3 4 16,3-1-16,0 0 0,-2 2 0,2-2 0,0 1 16,-1-1-16,0 1 0,0-1 0,0 1 0,1-2 15,0 1-15,0-5 0,0 0 0,0 0 0,0 2 0,0 1 16,0-1-16,8 7 0,-2 0 0,0 0 0,-4-16 15,-2 2-15,0-1 0,4 7 0,-2-1 0,0 0 16,4 4-16,1 0 0,-1-1 0,4 0 0,-1 0 16,1 0-16,-2-2 0,0 0 0,1 0 0,0-3 0,-1 0 15,0 0-15,3-1 0,-3-1 0,0 1 0,2-2 16,-1 0-16,0 0 0,3-1 0,-3 0 0,0 0 16,-9 6-16,12-7 0,-1 1 0,0 1 0,3-3 15,-3 1-15,0 0 0,1-1 0,-2 0 0,1 1 16,-3 1-16,0 0 0,0 0 0,-1 1 0,-1 0 0,0 0 15,-3 2-15,0-2 0,0 1 0,0-1 0,0 1 16,1-1-16,-3 0 0,-1 0 0,0 1 0,-4 0 16,2 1-16,0 0 0,-3 0 0,0 2 0,0-1 15,-1 1-15,-1 1 0,1 0 0,1 1 0,0 0 16,0-1-16,0 2 0,0 0 0,1 0 0,1 1 0,0 0 16,0 0-16,3-3 0,-2 4 0,1 0 0,0 0 15,2 3-15,-1-2 0,0 0 0,2 3 0,0-2 16,0 1-16,-2-7 0,3 9 0,0-1 0,0 0 15,3 0-15,-3 2 0,0-2 0,0 1 0,0-2 0,0 1 16,0-1-16,-2 0 0,0 0 0,0 0 0,0 0 16,0-1-16,-1-1 0,0 0 0,0-1 0,-1 0 15,0 0-15,0-1 0,-1 0 0,0-1 0,0 0 16,2-2-16,-3 2 0,1-1 0,0-1 0,-1-1 16,2 0-16,0 0 0,-1-1 0,2-1 0,0 0 0,1-2 15,0 0-15,0 1 0,4-2 0,-2 0 0,0 0 16,3-1-16,0 0 0,1 0 0,-7 7 0,8-7 15,-1 0-15,0 1 0,-7 6 0,11-5 0,-3 3 16,0-1-16,-8 3 0</inkml:trace>
  <inkml:trace contextRef="#ctx0" brushRef="#br0" timeOffset="303233.0914">30273 12598 0,'0'0'0,"14"-8"0,-5 2 16,-6 4-16,-1 1 15,-2 20-15,0-7 16,-2 14-1,2-26-15,0 0 0,0 0 0,-2 5 0,2 0 0,0 0 16,-2 10-16,1-1 0,0 1 0,0-7 0,0 0 16,0 0-16,-5 8 0,1 0 0,0-1 0,2-6 15,0 0-15,0-1 0,1-3 0,1-2 0,0 0 16,0-1-16,1-1 0,0-1 0,0 0 0,-6 12 16,3-2-16,0 1 0,1-5 0,0 1 0,0-1 0,1-4 15,0 1-15,0-1 0,0-1 0,1 0 0,0-1 16,-1 2-16,1-2 0,0 0 0,0 0 0,9-6 15,-1 1-15,1 0 0,-3 1 0,-2 1 0,0 0 16,7-7-16,-1 1 0,-1 1 0,-2 2 0,-2 1 16,1 0-16,5-5 0,-2 1 0,1 1 0,-4 2 0,-1 2 15,0 0-15,6-2 0,-2 0 0,0 0 16,-3 2-16,-2 1 0,1 0 0,3-1 0,0 1 0,0 0 16,-2 1-16,-2 1 0,0 0 0,-1 0 0,-2 0 15,0 0-15,1 1 0,-2 0 0,0 0 0,0 0 16,0 0-16,0 0 0,0 0 0,0 0 0,0 0 0,0 0 15,0 0-15,0 0 0,-9 5 0,2 0 0,-1-1 16,3-1-16,1 0 0,0 0 0,2-1 0,0-2 16,0 1-16,0 0 0,2-1 0,0 0 0,0 1 15,0-1-15,0 0 0,0 0 0,0 0 0,0 0 16,0 0-16,0 0 0,0 0 0,-2 7 0,0 0 0,1-1 16,0-1-16,1-2 0,0 1 0,7 7 0,-2 1 15,0 0-15,-5-12 0,3 7 0,0-1 0,0 0 16,-3-6-16,0 0 0,0 0 0,2 3 0,-1 1 15,0-2-15</inkml:trace>
  <inkml:trace contextRef="#ctx0" brushRef="#br0" timeOffset="303911.2393">28446 12303 0,'0'0'0,"0"0"15,0 0-15,0 0 16,0 0-16,0 0 16,7-24-16,-3 11 15,-4 13-15,0 0 0,0 0 0,1-3 16,-1 1-16,0 1 0,4-14 0,-2 2 0,0-1 16,0 6-16,-1 0 0,0 0 0,-1 8 0,1-4 15,-1 1-15,0 1 0,0 2 0,-2-17 0,1 1 16,0 0-16,0 6 0,0 1 0,0 0 0,2-8 0,-1 0 15,0 0-15,0 8 0,0 1 0,0-1 0,0 9 16,2-15-16,-2 0 0,0 0 0,2 6 0,-2 1 16,0 1-16,0 7 0,2-14 0,-2 2 0,0-1 15,2 5-15,-2 2 0,0 0 0,3-14 0,-2 1 16,0-1-16,2-4 0,0 1 0,0-1 0,-3 24 0,2-12 16,-1 0-16,0 0 0,-1 12 0,3-19 0,-1 1 15,0-1-15,-2 19 0,2-10 0,-1 0 0,0 0 16,2 6-16,-3 0 0,0 1 0,0 1 0,0 1 15,0 1-15,2-14 0,-1 2 0,0 0 0,-1 12 16,2-7-16,-2-1 0,0 1 0,1 3 0,-1 2 0,0-1 16,0 2-16,0 0 0,0 0 0,0 1 0,0 0 15,0 0-15,0-1 0,0 1 0,0 0 0</inkml:trace>
  <inkml:trace contextRef="#ctx0" brushRef="#br0" timeOffset="304299.7694">28213 11815 0,'-1'-1'0,"0"-1"0,2-2 0,6-11 16,4-2-16,8-2 16,3-2-1,-1-3-15,-21 24 0,0 0 0,0 0 0,0 0 16,6-8-16,0 1 0,0 0 0,6-5 0,-2 1 15,0-1-15,-2-2 0,-1 0 0,0 0 0,-7 14 0,6-15 16,-1 2-16,1-1 0,1 4 0,-1 0 0,0 0 16,1-1-16,0 1 0,-1 0 0,1 1 0,0 0 15,1 0-15,-5 2 0,0 0 0,0 0 0,1 5 16,-2-1-16,0 1 0,3-2 0,-1 0 0,1 1 16,-2 1-16,-1 2 0,0-1 0,1 2 0,-1 0 0,0 0 15,3 1-15,0-1 0,0 0 0,1 2 0,-3-1 16,0 0-16,3 3 0,-1 0 0,0 1 0,2 1 15,-1 0-15,0 0 0,1 2 0,0 0 0,1 0 16,1 0-16,0 0 0,1 1 0,0 3 0,-1-1 0,1 1 16,0-1-16,0-1 0,1 1 0,-2 1 0,-1-2 15,0 0-15,1 1 0,-3-1 0,0 0 0</inkml:trace>
  <inkml:trace contextRef="#ctx0" brushRef="#br0" timeOffset="304666.9486">29051 12122 0,'9'-12'0,"-1"-5"0,-1 0 0,1-23 16,3 2 0,-4-2-16,-1-6 15,-1 1-15,-5 45 0,0 0 0,2-13 16,-2 0-16,0 1 0,2 0 0,-1-1 0,0 0 16,-1 13-16,3-17 0,-2 1 0,0 1 0,2 0 15,-1 1-15,0-1 0,1 3 0,-1 0 0,0-1 16,0-1-16,-1 1 0,0 0 0,1 2 0,0 0 0,0 0 15,1 0-15,-3 1 0,0 0 0,0 2 0,0 1 16,0-1-16,1 2 0,-1 0 0,0 1 0,0 5 16,0 0-16,0 0 0,0-3 0,0 0 0,0 1 15,0 0-15,0 1 0,0 0 0,0 0 0,0 1 0,0 0 16</inkml:trace>
  <inkml:trace contextRef="#ctx0" brushRef="#br0" timeOffset="304966.4596">28873 11650 0,'0'-3'0,"0"3"0,1-15 15,3-3 1,2 1-16,8 1 16,4-4-16,6-4 15,-24 24-15,0 0 0,0 0 16,11-7-16,-2 2 0,1 0 0,-5 2 0,0 1 0,0-1 15,3-4-15,1-1 0,-1 1 0,4 2 0,-1 2 16,-1-2-16,-1 2 0,0 1 0,-1-1 0,-8 3 16,0 0-16,0 0 0,17 0 0,0-1 0,0 1 15,-5-1-15,-1 0 0,1 0 0,-12 1 0,11 6 0,-2-2 16,1 0-16,0 4 0,-1 0 0,1 0 0,4 5 16,-2-1-16,1-1 0,-3 5 0,-1 0 0,1-1 15,-2 2-15,-1 0 0,1 0 0</inkml:trace>
  <inkml:trace contextRef="#ctx0" brushRef="#br0" timeOffset="306216.3211">28424 10909 0,'0'0'0,"0"0"0,0 0 15,0 0-15,0 0 16,0 0 0,0 0-16,0 0 15,0 0-15,0 0 0,0 0 0,0 0 0,0 0 0,0 0 16,0 0-16,0 0 0,0 0 0,0 0 0,0 0 15,0 0-15,5-24 0,-2 0 0,0 0 0,0 8 0,-1 2 16,1-1-16,-2 10 0,0-2 0,0 2 0,2-9 16,-2 0-16,0 2 0,-1 12 0,1-9 0,0 2 15,0-1-15,0 5 0,-1 0 0,0 1 0,0 2 16,1-11-16,0-2 0,0 2 0,0 4 0,0 1 16,0 0-16,1-15 0,-1 1 0,0-1 0,0 9 15,0 1-15,0-1 0,2-9 0,0 1 0,-1-1 0,-2 21 16,2-23-16,-1-1 0,0 0 0,0-3 0,0 0 15,0 1-15,0 13 0,-1-1 0,0 1 0,0 13 16,3-23-16,-2 0 0,0 1 0,1 9 0,-2 1 16,0 0-16,0 12 0,1-5 0,-1 0 0,0 0 0,0 4 15,0-1-15,0 0 0,1 2 0,-1-1 0,0 0 16,0 1-16,0 0 0,0 0 0,0 0 0,0 0 16,0 0-16,0 0 0,2-6 0,0 0 0,0 0 15,0 2-15,-1 0 0,1 1 0</inkml:trace>
  <inkml:trace contextRef="#ctx0" brushRef="#br0" timeOffset="306599.315">28235 10459 0,'0'0'0,"1"-5"0,-4 0 15,3-8-15,4 2 16,1 0-16,4-17 16,0 9-16,-9 19 0,0 0 15,0 0-15,7-9 0,-2 0 0,0 0 0,-5 9 16,0 0-16,0 0 0,3-5 0,0 0 0,0 0 16,10-13-16,-3-1 0,1 0 0,0 7 0,-2 0 15,1 0-15,-3-2 0,-1 1 0,0 0 0,1 6 0,-1-1 16,-1 1-16,-5 7 0,6-9 0,0 3 0,0-1 15,-2 2-15,0 1 0,-1 0 0,-3 4 0,5-5 16,-2 0-16,0 1 0,-3 4 0,3-3 0,-1 1 16,0-1-16,2 6 0,0-2 0,-1 0 0,2 2 15,-1 0-15,0-1 0,5 1 0,-1-1 0,-1 0 0,-7-2 16,7 5-16,0 0 0,1 0 0,-8-5 0,7 8 16,-1-1-16,0 1 0,8-1 0,-3 0 0,0 0 15,1 4-15,-1-3 0,0 2 0,-1 0 0,-2 0 16,0-2-16,1 2 0,-1-3 0,0 0 0</inkml:trace>
  <inkml:trace contextRef="#ctx0" brushRef="#br0" timeOffset="307183.8182">29024 10647 0,'4'-3'0,"0"-9"0,0-1 0,-3 4 16,-3-9-1,-2 1-15,4 0 16,0 17-16,0 0 0,0 0 0,0 0 16,0-3-16,0 0 0,0 0 0,-3-9 0,-1 0 0,1-1 15,3 13-15,-1-11 0,0 2 0,0-1 0,-1-3 16,0 1-16,0-1 0,2-2 0,0-1 0,0 1 16,-1 0-16,1 1 0,0 0 0,2-1 0,-2 1 15,0 0-15,0 1 0,0-1 0,0 0 0,0-1 16,0 1-16,0 0 0,-1-1 0,1 1 0,0 1 0,-1 0 15,1 2-15,0 0 0,1-1 0,-1 1 0,0 0 16,-3-2-16,2 1 0,0-1 0,1 13 0,-2-10 16,0 1-16,0 0 0,0 2 0,2 2 0,0-1 15,-1-1-15,0 1 0,0 1 0,-2-4 0,2 2 0,0 0 16,-1 4-16,2-1 0,0 1 0</inkml:trace>
  <inkml:trace contextRef="#ctx0" brushRef="#br0" timeOffset="307482.947">28796 10172 0,'0'0'0,"0"0"0,0 0 16,0 0-16,0 0 16,0 0-16,0 0 15,0 0-15,0 0 16,0 0-16,0 0 0,0 0 0,0 0 0,0 0 0,10-21 15,0 2-15,-1-2 0,-9 21 0,10-17 0,1 1 16,-1-1-16,-1 3 0,0 0 0,-1 1 0,-8 13 16,8-9-16,0 0 0,1-1 0,2 0 0,-2 1 15,1 0-15,1 1 0,-2 0 0,1 1 0,1 3 16,-2 2-16,1 0 0,-10 2 0,10-2 0,-1 1 16,0 0-16,-9 1 0,8 3 0,-1 1 0,0-1 0,4 5 15,-1 1-15,0-1 0,1 6 0,-2-1 0,0 0 16,0 5-16,1 0 0,-1 0 0,-9-18 0,10 20 15,0-2-15,-1 0 0</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34:10.485"/>
    </inkml:context>
    <inkml:brush xml:id="br0">
      <inkml:brushProperty name="width" value="0.05292" units="cm"/>
      <inkml:brushProperty name="height" value="0.05292" units="cm"/>
      <inkml:brushProperty name="color" value="#FF0000"/>
    </inkml:brush>
  </inkml:definitions>
  <inkml:trace contextRef="#ctx0" brushRef="#br0">27432 6154 0,'0'0'0,"0"0"0,0 0 0,0 0 16,0 0-16,0 0 15,0 0-15,0 0 16,0 0-16,0 0 0,0 0 0,0 0 16,0 0-16,0 0 0,0 0 0,0 0 15,0 0-15,9-7 0,-2 0 0,0 0 0,0 3 16,-3 0-16,0 1 0,-1 0 0,-2 2 0,0 0 15,1 0-15,-2 0 0,0 0 0,1 1 0,-1 0 0,0 0 16,0 0-16,0 0 0,0 0 0,0 0 0,0 0 16,0 0-16,0 0 0,0 0 0,0 0 0,0 0 15,3 8-15,-1 1 0,0-1 0,1-3 0,-2 0 16,0 0-16,0-3 0,-1-1 0,0 1 0,1-1 0,-1-1 16,0 1-16,0 0 0,0-1 0,0 0 0,0 0 15,6 3-15,-2-1 0,0 0 0,-4-2 0,3 3 16,0-3-16,0 2 0,-3-2 0,19-11 0,-2 1 15,-1 0-15,-16 10 0,23-14 0,-1 2 0,-1-1 16,-21 13-16,66-26 0,1 0 0,-1-1 0,-27 13 16,-2-1-16,0 1 0</inkml:trace>
  <inkml:trace contextRef="#ctx0" brushRef="#br0" timeOffset="3166.4265">9915 8280 0,'0'0'0,"0"0"16,0 0-16,0 0 15,0 0-15,0 0 16,0 0-1,0 0-15,0 0 0,0 0 0,0 0 0,0 0 16,0 0-16,0 0 0,0 0 0,0 0 0,0 0 16,0 0-16,-6-4 0,2 0 0,-1 1 0,2-1 15,0 2-15,0 0 0,3 2 0,-2-1 0,1 1 16,0-1-16,0 0 0,1 1 0,0 0 0,2 2 0,0 1 16,0-1-16,-2-2 0,2 2 0,-1 0 0,0 0 15,0-2-15,-1 0 0,0 0 0,0 0 0,1 1 16,-1-1-16,0 1 0,19-4 0,-2 0 0,-1 1 15,-16 2-15,11-2 0,0 1 0,-1 0 0,-10 1 16,27-12-16,-2 2 0,0-1 0,-25 11 0,29-11 0,-3-2 16,1 1-16,2-1 0,-1 2 0,0 0 0,-28 11 15,33-14-15,-2 2 0,0-1 0,-31 13 0,0 0 16,0 0-16,43-19 0,-2 0 0,0 1 0</inkml:trace>
  <inkml:trace contextRef="#ctx0" brushRef="#br0" timeOffset="3650.0858">12117 8185 0,'0'0'0,"0"0"0,0 0 16,0 0-1,0 0-15,0 0 16,53 28-1,-53-28-15,0 0 0,0 0 0,0 0 0,11 5 16,-1 0-16,0 0 0,17-9 0,-2 0 0,0-1 16,-25 5-16,33-11 0,0 0 0,0 0 0,-33 11 15,42-16-15,1 0 0,-1 1 0,-42 15 0</inkml:trace>
  <inkml:trace contextRef="#ctx0" brushRef="#br0" timeOffset="4200.5866">15085 8111 0,'0'0'0,"0"0"0,0 0 16,0 0-1,2 24-15,-1-10 16,-1-14-16,0 0 0,0 0 16,0 0-16,8 5 0,-2 1 0,1-1 0,-7-5 15,4 3-15,0 0 0,0 0 0,-4-3 0,14-3 0,-1 1 16,-1 0-16,-12 2 0,0 0 0,23-6 0,0-1 16,-1 2-16,-22 5 0,37-11 0,-3 1 0,0 0 15,-34 10-15,0 0 0,46-18 0,-1 1 0,-1-1 16</inkml:trace>
  <inkml:trace contextRef="#ctx0" brushRef="#br0" timeOffset="6983.5444">22188 8370 0,'0'0'0,"0"0"16,0 0-16,0 0 16,0 0-1,0 0-15,-19-44 16,19 44-16,0 0 0,0 0 0,0 0 16,-4-9-16,0 0 0,-1 0 0,5 9 0,-2-4 15,1 1-15,0 0 0,-1 1 0,2 1 0,0 0 0,0 1 16,0-1-16,0 1 0,0 0 0,0-1 0,0 1 15,0 0-15,0 0 0,0 0 0,0 0 0,0 0 16,0 0-16,0 0 0,0 0 0,0 0 0,5 11 16,-2-1-16,1 0 0,-1-4 0,-1-1 0,0 2 15,-2-7-15,1 2 0,0 0 0,0 1 0,-1-3 0,4 7 16,0 0-16,0 0 0,-4-7 0,4 4 0,-1 0 16,-1 0-16,10-5 0,-1 0 0,1 1 0,-12 0 15,0 0-15,7-2 0,-1 1 0,0 0 0,-6 1 16,0 0-16,26-15 0,-1 1 0,0 0 0,14-6 15,-2 1-15,1 0 0,7 5 0,-2 1 0,1 0 0</inkml:trace>
  <inkml:trace contextRef="#ctx0" brushRef="#br0" timeOffset="13716.8236">26865 8343 0,'0'0'0,"0"0"0,0 0 0,0 0 16,0 0-16,0 0 15,0 0-15,0 0 16,0 0-16,0 0 0,0 0 0,0 0 16,0 0-16,0 0 0,0 0 0,0 0 0,0 0 15,-2 3-15,1-1 0,0 0 0,0 0 0,0 0 0,0 0 16,1-2-16,-1 1 0,1-1 0,0 0 0,0 1 15,0-1-15,0 0 0,0 0 0,-3 9 0,0-1 16,0 1-16,1-4 0,1 1 0,0-1 0,-1-2 16,2-2-16,0 1 0,0-2 0,-1 1 0,1 0 15,0-1-15,0 1 0,0-1 0,0 0 0,0 0 0,0 0 16,0 0-16,0 0 0,0 0 0,8-2 0,0 1 16,0-1-16,-8 2 0,28-12 0,-2-1 0,0 0 15,-26 13-15,43-18 0,1 2 0,-1-2 0,-43 18 16,55-20-16,0-2 0,-1 1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36:43.169"/>
    </inkml:context>
    <inkml:brush xml:id="br0">
      <inkml:brushProperty name="width" value="0.05292" units="cm"/>
      <inkml:brushProperty name="height" value="0.05292" units="cm"/>
      <inkml:brushProperty name="color" value="#FF0000"/>
    </inkml:brush>
  </inkml:definitions>
  <inkml:trace contextRef="#ctx0" brushRef="#br0">5859 7971 0,'0'0'0,"0"0"0,0 0 0,0 0 16,50-12-1,-19 5-15,26-2 16,-24 5-16,-33 4 15,0 0-15,0 0 0,21-1 0,-1-1 0,1 2 16,-10 0-16,1-1 0,-1 0 0,-11 1 0,5-1 16,0 1-16,-2 0 0,19-1 0,-2 1 0,-1 0 0,-19 0 15,13 0-15,-2 0 0,2 0 0,5-1 16,2 1-16,-1 0 0,-6-2 0,-3 2 0,0 0 0,-10 0 16,35 2-16,-5-2 0,1 0 0,10 1 0,0-1 15,1 1-15,-42-1 0,20 1 0,1-1 0,0 1 16,15 0-16,-3 1 0,1-2 0,-34 0 0,33 2 15,0-1-15,0 0 0,-2 0 0,-3 0 0,1 0 0,3-1 16,-1 1-16,0 0 0,-31-1 0,30 3 0,0-1 16,-1 0-16,1 1 0,1-2 0,0 1 0,-31-2 15,15 2-15,0-1 0,-1-1 0,18 2 0,-1 0 16,0-2-16,-31 0 0,18 1 0,0 0 0,-1 0 16,7 1-16,-1-2 0,-1 0 0,-8 2 0,-3-1 0,1-1 15,-12 0-15,22 2 0,0-1 0,0-1 0,-9 1 16,-1-1-16,-1 0 0,-11 0 0,5 1 0,-1-1 15,0 0-15,8 1 0,-1 0 0,0 0 0,-11-1 16,9 2-16,-3-2 0,0 0 0,-2 1 0,-3-1 16,1 0-16,-2 0 0,2 0 0,-2 0 0,0 0 0,8 4 15,-3-2-15,0 1 0,-5-3 0,4 2 0,-1-1 16,0 0-16,-1 0 0,-1-1 0,0 1 0,-1-1 16,0 0-16,1 2 0,-1-2 0,0 0 0</inkml:trace>
  <inkml:trace contextRef="#ctx0" brushRef="#br0" timeOffset="3308.8799">20215 7947 0,'0'0'0,"0"0"0,0 0 15,0 0 1,50-16-16,-21 5 16,21 0-1,-50 11-15,0 0 0,0 0 0,10-2 0,-2 0 16,0 0-16,-8 2 0,23 1 0,-2-1 0,0 0 15,-21 0-15,12 1 0,-1-1 0,1 0 0,-12 0 16,6 0-16,-2 0 0,0 0 0,18-1 0,0 1 16,-1-1-16,-21 1 0,36 0 0,1 0 0,-1 0 0,-36 0 15,18 0-15,1 0 0,0 0 0,2 1 0,1-1 16,0 1-16,-22-1 0,0 0 0,23 0 0,1 0 16,0 0-16,-24 0 0,29 0 0,0 0 0,0 0 15,-29 0-15,41 1 0,-2-1 0,1 0 0,-40 0 16,40 1-16,-1-1 0,1 0 0,-40 0 0,46 1 0,-1 0 15,-1-1-15,32 2 0,-1 0 0,-1-1 0,-10 1 16,-1-1-16,0 0 0,-63-1 0,52 2 0,-1-1 16,-1 0-16,-50-1 0,40-2 0,-1 0 0,0-1 15,-39 3-15,44 1 0,-2-1 0,0 0 0,-42 0 0,50 6 16,-2 0-16,-1-1 0,-47-5 0,46 3 0,-1-3 16,1 2-16,-3-2 0,-1 0 0,1 0 0,-43 0 15,47 2-15,0 1 0,-1 0 0,-46-3 0,0 0 16,43 3-16,-1-2 0,0 1 0,-42-2 0,40 2 15,-2-2-15,0 0 0,-38 0 0,0 0 0,47 3 0,-3-2 16,1 1-16,-45-2 0,0 0 0,53 4 0,0-1 16,0-2-16,8 5 0,-2-3 0,0 1 0,-1 1 15,0-1-15,0 1 0,-58-5 0,0 0 0,47 4 16,-3-2-16,1 0 0,-45-2 0,0 0 0,36 0 16,-1 0-16,0 0 0,4 5 0,1-1 0,-1 0 0,-39-4 15,44 3-15,1 0 0,-1 0 0,-3 1 0,-1 0 16,0-1-16,-40-3 0,40 2 0,-1 0 0,-1 0 15,-3 0-15,-1-2 0,0 1 0,-16 0 0,-2-1 16,1 0-16,8-1 0,0 1 0,-1 0 0,-24 0 16,15 0-16,-3 0 0,1 0 0,7-5 0,-1 3 0,0-1 15,-9 1-15,0 0 0,1 0 0,-11 2 0,14-1 16,-1-1-16,1 2 0,-6 0 0,-2 0 0,1 0 16,-7 0-16,4-1 0,-2 1 0,0 0 0,-2 0 15,1 0-15,0 0 0,0 0 0,-1 0 0,0 0 16,0 0-16,0 0 0,0 0 0,0 0 0,1 0 0,-1 0 15,0 0-15,4-2 0,0 1 0,0 1 0,0-1 16,-1 1-16,-1-1 0,-2 1 0,0 0 0,0 0 16</inkml:trace>
  <inkml:trace contextRef="#ctx0" brushRef="#br0" timeOffset="36749.7685">28625 10117 0,'0'0'0,"0"0"0,0 0 16,0 0-16,51-17 16,-20 7-1,20 3-15,-51 7 0,0 0 16,0 0-16,0 0 0,9-1 0,0 0 0,1-1 0,5-1 15,0 1-15,-1 0 0,-14 2 0,8-2 0,1 1 16,-1 0-16,-8 1 0,3-1 0,0 0 0,0 0 16,-3 1-16,20-2 0,-3 1 0,1 0 0,-18 1 15,12-1-15,-1-1 0,-1 1 0,-10 1 0,24 1 16,-1-1-16,-1 0 0,-22 0 0,13 2 0,-1-2 16,1 0-16,31-2 0,-2 0 0,1 1 0,-43 1 0,25-1 15,-2 0-15,1 1 0,0 0 0,0 0 0,-1 0 16,-23 0-16,28 0 0,-1 0 0,0 0 0,-27 0 15,31-2-15,-1 1 0,0 1 0,-30 0 0,33-2 16,0 1-16,0 0 0,-33 1 0,41-2 0,-3 1 0,0 0 16,-1-1-16,-1 2 0,1 0 0,-37 0 0,41-2 15,-1 2-15,1-1 0,-41 1 0,64-2 0,-2 2 16,0 0-16,-62 0 0,54-3 0,0 2 0,0 0 16,-6 0-16,-1 0 0,0 1 0,-6-2 0,-1 1 15,0 0-15,-40 1 0,37-2 0,-3 2 0,0 0 0,2-2 16,-2 2-16,0 0 0,-34 0 0,32 0 0,-1-1 15,0 0-15,-15 0 0,-2 1 0,1 0 0,14 1 16,0-1-16,0 0 0,-29 0 0,16 0 0,0 0 16,-1 0-16,9 5 0,-2-2 0,-1 1 0,6-2 15,-2 1-15,0-1 0,-25-2 0,13 2 0,0-1 0,-1-1 16,-12 0-16,22 2 0,-1 0 0,1 0 0,-9-1 16,-2-1-16,0 1 0,5 0 0,-3-1 0,1 0 15,-7 0-15,0 0 0,0 0 0,-3 0 0,-1 0 16,-1 0-16,-1 0 0,0 0 0,0 0 0,0 0 15,-1 0-15,0 0 0,11 1 0,-1 0 0,1 1 0,-4-2 16,-1 0-16,0 1 0,-2 0 0,-2-1 0,0 0 16,-1 0-16,0 0 0,0 0 0,-1 0 0,0 0 15,0 0-15,-8 5 0,1-1 0,1 0 0,2-1 16,0 0-16,0-1 0,4-2 0,0 0 0,0 0 16,-15 2-16,2-1 0,-1-1 0,6 1 0,1 0 0,0-1 15</inkml:trace>
  <inkml:trace contextRef="#ctx0" brushRef="#br0" timeOffset="39432.2337">3570 11121 0,'0'0'0,"0"0"0,0 0 16,0 0-16,0 0 15,0 0 1,0 0-16,0 0 16,0 0-16,0 0 0,0 0 0,0 0 0,0 0 15,0 0-15,0 0 0,0 0 0,20-2 0,-1 1 16,1 1-16,-7-1 0,-1 1 0,-2 0 0,-4-1 15,-2 0-15,1 1 0,-5 0 0,17-2 0,-3 1 0,1 0 16,11-4-16,-1 2 0,-1-1 0,-9 2 0,-2-1 16,1 1-16,4-2 0,2 1 0,-2-1 0,-7 2 15,-2 1-15,2-1 0,-11 2 0,22-3 0,-3 0 16,1 1-16,-8-1 0,-2 1 0,2 0 0,18-2 16,1 1-16,0 0 0,32-1 0,-1 0 0,1 0 15,-8 2-15,-4 1 0,2 0 0,-10 1 0,0 1 0,-1-1 16,-42 0-16,39 0 0,-1 0 0,-1 0 0,-20 0 15,2 0-15,-3 0 0,6-1 0,0 0 0,0 0 16,-22 1-16,25-1 0,-1 1 0,1 0 0,6 0 0,-1 0 16,0 0-16,6 0 0,-1 0 0,0 0 0,28 0 15,1 0-15,-4 0 0,-3 1 0,-1-1 0,0 0 16,-6 2-16,-2-2 0,1 1 0,-4 0 0,-1 0 16,-1 0-16,-43-1 0,40 1 0,0 0 0,0 0 15,0-1-15,0 1 0,-1-1 0,-39 0 0,39 1 0,-2 0 16,0 0-16,1 0 0,-1 0 0,1 0 0,-38-1 15,38 1-15,0-1 0,-1 0 0,2 0 0,-2 0 16,0-1-16,-37 1 0,34-2 0,-1 2 0,0 0 16,-1 0-16,-2 0 0,0 0 0,-30 0 0,16-1 15,0 1-15,-2 0 0,-14 0 0,25 0 0,-1 0 0,0 0 16,-10 1-16,-2-1 0,2 0 0,-14 0 0,21-1 16,0 0-16,-1 0 0,-8 1 0,0 0 0,-1 0 15,5-1-15,-4 0 0,1-1 0,-13 2 0,9-1 16,-3 0-16,0 0 0,-3 0 0,0 1 0,1 0 0,-4 0 15,1 0-15,0 0 0,-1 0 0,0 0 0,-1-12 16,0 2-16,1-2 0</inkml:trace>
  <inkml:trace contextRef="#ctx0" brushRef="#br0" timeOffset="66849.1776">3876 16515 0,'0'0'0,"0"0"0,0 0 16,0 0-16,0 0 15,0 0-15,0 0 16,0 0-16,0 0 0,0 0 16,0 0-16,0 0 0,0 0 0,0 0 0,0 0 15,0 0-15,0 0 0,0 0 0,0 0 0,0 0 16,6-3-16,-1 0 0,1 0 0,-2 1 0,-1 0 16,0 1-16,-2 0 0,0 0 0,0 1 0,8-4 0,0 0 15,-1 1-15,-2 1 0,-3 0 0,1 0 0,1 0 16,-3 1-16,1 0 0,1 0 0,-3 1 0,0 0 15,9-3-15,-1 2 0,-2 0 0,0 0 0,-3 0 16,1 1-16,6-2 0,1 1 0,-1 0 0,-5 0 16,2 1-16,-3-1 0,8 0 0,0 0 0,-1 1 0,-5 0 15,-1 0-15,1 0 0,7 1 0,-1 0 0,1 0 16,-6 0-16,-2-1 0,3 1 0,8-2 0,1 1 16,-1 0-16,-6 0 0,-2 0 0,1 0 0,8-1 15,1 1-15,-1 0 0,-7 0 0,-1 0 0,0 0 0,10-1 16,-1 0-16,1 1 0,-8-1 0,-1 1 0,-1-1 15,12 1-15,-4 0 0,2 0 0,5 2 0,-1-2 16,0 1-16,-12 0 0,-1-1 0,1 0 0,13 0 16,0 0-16,-2 0 0,-9 1 0,0-1 0,-1 0 15,9 1-15,0 0 0,-1-1 0,-7 1 0,-5-1 0,1 0 16,18 2-16,-1-1 0,0 0 0,-11 0 0,-2 1 16,1-1-16,12 1 0,0-1 0,0 0 0,-11-1 15,-3 1-15,1 0 0,18 0 0,-2 1 0,0-1 16,-13 0-16,-1-1 0,0 1 0,10 0 0,-2 0 15,0 1-15,3-1 0,1-1 0,0 1 0,-13-1 0,-2 1 16,1 0-16,9 0 0,1-1 0,0 0 0,3 0 16,-1 1-16,1-1 0,-14 2 0,-2-2 0,2 0 15,11 1-15,-2-1 0,-1 1 0,5 0 0,-1-1 16,-1 1-16,-11 0 0,-1-1 0,1 0 0,10 1 16,0 0-16,0 0 0,-9 1 0,-1-2 0,-1 1 15,15 0-15,-2 0 0,1 0 0,-11 0 0,-1 0 0,-1 0 16,27-3-16,-1 1 0,0 1 0,-16-2 0,-2 2 15,1-1-15,-11 2 0,1 0 0,-1 0 0,-6-1 16,0 1-16,1-1 0,8 0 0,-2 0 0,1 0 16,-6-1-16,0 1 0,1 0 0,20-4 0,-1 0 0,0 0 15,-11 1-15,-1 1 0,1-1 0,-10 2 0,0 0 16,0 1-16,5 1 0,-1 0 0,0-1 0,-2 2 16,-3-2-16,0 1 0,-3 0 0,0-1 0,1 0 15,-2 0-15,-1 0 0,0 0 0,0 0 0,0 0 16,0 0-16,1 0 0,-1 0 0,0 0 0,0 0 15,0 0-15,0 0 0,0 0 0,0 0 0,0 0 0,0 0 16,0 0-16,0 0 0,0 0 0,0 0 0,0 0 16,0 0-16,0 0 0,0 0 0,-8-1 0,2 0 15,0-1-15,0 2 0,2-1 0,0 1 0,1 0 0,2 0 16,0 0-16</inkml:trace>
  <inkml:trace contextRef="#ctx0" brushRef="#br0" timeOffset="68699.3946">6673 12416 0,'0'0'16,"0"0"-16,0 0 0,0 0 16,0 0-16,0 0 15,0 0-15,0 0 16,0 0-16,0 0 0,0 0 0,0 0 0,0 0 16,0 0-16,0 0 0,0 0 0,0 0 0,-10-9 15,1 2-15,0-1 0,3 3 0,0 0 0,1 1 16,0 8-16,1-1 0,1 1 0,3-4 0,-3 2 0,1 1 15,0 0-15,10 5 0,-2-1 0,1 1 0,-2-3 16,0-1-16,0 1 0,-5-5 0,2 2 0,-1 0 16,0 0-16,0-1 0,-1-1 0,0 0 0,1 0 15,-1 0-15,0 0 0,0 0 0,8 3 0,-4-1 16,2 0-16,-6-2 0,4 2 0,-2-1 0,1 1 0,-3-2 16,24-21-16,-5 2 0,3 0 0,-22 19 0,0 0 15,28-36-15,-3 1 0,0-1 0,-25 36 0,0 0 16,33-41-16,-2-1 0,0 0 0,12-5 0,0 2 15,1 0-15,-44 45 0,50-44 0,1 0 0,0 1 16,-25 21-16,-2 1 0,1 0 0,-25 21 0,20-20 16,-1 0-16,1 1 0</inkml:trace>
  <inkml:trace contextRef="#ctx0" brushRef="#br0" timeOffset="78249.2746">8295 16354 0,'0'0'0,"0"0"0,0 0 0,0 0 15,0 0 1,0 0-16,57 12 16,-24-5-16,-33-7 0,0 0 15,0 0-15,14 3 0,-1-2 0,1 1 0,-7-1 16,-1-1-16,0 1 0,16 1 0,0-1 0,-1 0 15,-7 0-15,-3 0 0,1-1 0,-7 1 0,0-1 16,0 0-16,11 0 0,-2 0 0,0 0 0,-5 0 16,-1 0-16,0 0 0,11 1 0,-2-1 0,1 0 0,-8 0 15,0 0-15,-1 0 0,13 0 0,-2 0 0,1 0 16,6-1-16,-1 1 0,0-1 0,-26 1 0,53-4 16,-1 0-16,0 1 0,-8-2 0,-1 2 0,1-1 15,-23 2-15,-2 1 0,1-1 0,-13 1 0,0 0 16,1 0-16,31 4 0,-1-2 0,0 0 0,-16 0 0,0-1 15,-1 1-15,-11 0 0,-1-1 0,0 0 0,17-3 16,-1 1-16,0-1 0,-10 2 0,-1-1 0,-1 0 16,17-1-16,-2 0 0,0 1 0,-12-1 0,0 1 15,-1 1-15,23-2 0,-3 1 0,0 0 0,-35 2 16,53-3-16,-2 1 0,1-1 0,-5 1 0,-3 1 0,0 0 16,-5 2-16,-1-1 0,0 0 0,-2 1 0,-1-1 15,1 1-15,-2 1 0,0 0 0,0-1 0,9 3 16,0 0-16,-1 0 0,-3 1 0,-1-1 0,-1 0 15,-20-2-15,1 0 0,0-1 0,-18-1 0,29 3 16,-1-1-16,0-1 0,3 1 0,0-1 0,0-1 0,1 1 16,-1-1-16,0 0 0,5-1 0,-3-1 0,0 1 15,11-3-15,0 1 0,-1 0 0,-2 1 0,0 0 16,-1-1-16,-20 2 0,-1 0 0,1 1 0,13-2 16,0 1-16,0 1 0,-33 0 0,34 1 0,0 0 15,0 0-15,0 1 0,0-2 0,-1 1 0,3 0 0,-2 0 16,0 1-16,4 0 0,0 0 0,1 0 0,-4 1 15,0 0-15,0-1 0,-1 0 0,-1-1 0,0 0 16,2 0-16,-3-1 0,0 0 0,3 0 0,-1 0 16,0 0-16,2 2 0,-2-1 0,0 0 0,3 2 15,-2-2-15,0 0 0,0 1 0,-2-2 0,0 1 0,0 0 16,-1-1-16,0 0 0,1 1 0,-1-1 0,0 0 16,-1 1-16,-1-1 0,0 0 0,0 1 0,-2-1 15,0 0-15,1 2 0,0-2 0,0 1 0,4-1 16,-1 0-16,0 0 0,-1 1 0,0-1 0,0 0 15,3 0-15,-1 0 0,0 0 0,-1 0 0,0 0 0,0 0 16,1 2-16,-3-2 0,-1 1 0,1-1 0,-2 0 16,0 0-16,-1 0 0,0 0 0,0 0 0,3 0 15,-2 0-15,0 0 0,0 0 0,-2 0 0,1 0 16,-1 0-16,0 0 0,0 0 0,-13 0 0,0 0 16,-1 0-16,15-2 0,0 2 0,0-1 0,-12 0 0,0 1 15,-1 0-15,11 1 0,-1-1 0,-1 0 0,-9 0 16,-2 0-16,1 0 0,9 8 0,1-2 0,0 0 15,-11-2-15,1 0 0,-1-1 0,1 4 0,-1-1 16,0-1-16,-5 0 0,-1-3 0,0 1 0,-3-1 0,-1-1 16,0-1-16,0 1 0,-2 0 0,0 0 0,1-1 15,-1 0-15,0 0 0,7 7 0,-3-2 0,0 1 16,0-1-16,-1-2 0,0 1 0,-1-2 0,-1-1 16,0 0-16,0 0 0,-1 0 0,0-1 0</inkml:trace>
  <inkml:trace contextRef="#ctx0" brushRef="#br0" timeOffset="98782.5349">12277 16234 0,'0'0'0,"0"0"0,0 0 15,0 0 1,0 0-16,0 0 16,52 4-16,-19-1 15,-33-3-15,0 0 0,0 0 0,18 3 16,0-1-16,-1 0 0,-6 0 0,-1-1 0,-1 0 15,14 2-15,-1 0 0,-1-1 0,-7 0 0,-3-1 16,0 0-16,-5 0 0,-2-1 0,0 0 0,-4 0 16,15 2-16,1-1 0,-1 0 0,-5 1 0,-2-1 15,0-1-15,17 3 0,-2-2 0,-1 1 0,-7-1 0,-3 0 16,1-1-16,19 3 0,0 0 0,0-1 0,0 2 16,-1-1-16,0 0 0,-3 0 0,0 0 0,0-1 15,-15 0-15,1-1 0,-1 1 0,19 1 0,0 0 16,0 0-16,0 0 0,-2-1 0,0 0 0,4 1 15,-2-1-15,0 0 0,31-3 0,-1-1 0,0 1 0,-8-2 16,-1-1-16,0 1 0,-13 1 0,0-1 0,0 1 16,-20 0-16,-1 0 0,-1 1 0,7-2 0,0 0 15,0 0-15,-25 3 0,28-5 0,-3 1 0,1 0 16,9-5-16,-2 2 0,1-1 0,0-3 0,0 1 16,0 0-16,-3 1 0,-1 0 0,0 0 0,-3-2 0,0 1 15,-1 0-15,-12 5 0,-2 0 0,1 1 16,-13 4-16,27-12 0,-2-1 0,1 1 0,-1-3 0,0 1 15,0 0-15,-12 6 0,-2 1 0,1 0 0,-12 7 16,17-11-16,-1 1 0,-1-1 0,-4 5 0,-3 0 16,0 1-16,11-10 0,0 0 0,-1 0 0,-7 6 0,-1 1 15,-1 0-15,-9 8 0,20-18 0,-3 1 16,1 0-16,-8 7 0,-1 0 0,1 0 0,4-9 0,1 0 16,-1-1-16,-14 20 0,8-10 0,0 0 0,-1 0 15,6-11-15,-1 0 0,-1 0 0,-4 9 0,0 0 16,-1 1-16,-1-9 0,-1 0 0,0 1 0,-2 8 15,0 1-15,0-1 0,-1-9 0,-1 1 0,0-1 0,0 8 16,0 2-16,0-1 0,-7-7 0,2 0 0,0 1 16,5 17-16,-5-10 0,2 0 0,-1 0 0,-6-5 15,1 0-15,0 0 0,2 7 0,2 0 0,0-1 16,5 9-16,-21-18 0,2 0 0,-1 0 0,9 8 0,-1 1 16,1 0-16,11 9 0,-21-13 0,2 0 0,-1 0 15,-5 0-15,2-1 0,1 0 0,-4 2 0,2 0 16,0 1-16,24 11 0,-24-11 0,-1 1 0,0 1 15,25 9-15,-28-10 0,0 1 0,0 0 0,-2 2 16,1 0-16,0 1 0,29 6 0,-30-7 0,1 2 0,1 0 16,-7 0-16,3 0 0,0-1 0,1 2 15,0 1-15,0 0 0,-3 1 0,0 0 0,0 1 0,3-1 16,0 1-16,0 0 0,-4 1 0,2 0 0,0 0 16,1 1-16,2 0 0,0-1 0,30 0 0,-33 3 15,0-1-15,-1 0 0,3 1 0,1 0 0,1 0 16,-5 2-16,3-1 0,0 0 0,1 1 0,3-1 0,-1 0 15,-2 2-15,0-1 0,0 0 0,2 1 0,0 0 16,0-1-16,28-5 0,0 0 0,-13 3 0,-1 0 16,1 0-16,-13 3 0,0-1 0,0 0 0,-9 7 15,0-1-15,0-1 0,35-10 0,-32 13 0,1 0 0,0 0 16,0 2-16,0 0 0,0 0 0,14-7 0,3-1 16,-1 1-16,-10 10 0,3-1 0,-1 1 0,11-8 15,-1 0-15,1-1 0,-1 8 0,1 0 0,-1 0 16,7-8-16,0 0 0,0 0 0,-3 12 0,-1 1 15,1-1-15,4-8 0,0-2 0,-1 1 0,5 8 0,0-1 16,0 0-16,1-9 0,0 0 0,0 0 0,6 15 16,-2 0-16,0-1 0,-1-10 0,-1-1 0,0 1 15,6 8-15,0 0 0,-1 0 0,4 4 0,-2-1 16,1 1-16,1-1 0,1 0 0,-1-1 0,1 0 16,1-1-16,-1-1 0,3 3 0,-1 0 0,0 0 0,1 0 15,-1-1-15,1 1 0,-1-2 0,1 0 0,-1 0 16,5 2-16,-3 1 0,1 0 0,1-3 0,-1 1 15,1-1-15,-2-2 0,1 1 0,-1-1 0,3 1 16,0 0-16,-1 0 0,-8-11 0,-1-2 0,-1 1 16,9 8-16,-1-1 0,1-1 0,2 3 0,0-1 0,-1-1 15,-7-8-15,-3-1 0,0 0 0,8 2 0,-1 1 16,1-1-16,-7-3 0,-2-2 0,1 0 0,10 3 16,0-2-16,-1 1 0,-6-4 0,-2 1 0,0-1 15,7-8-15,-3 1 0,1-1 0,-5 2 0,-2 0 0,0 0 16,10-16-16,0 0 0,-1 0 0</inkml:trace>
  <inkml:trace contextRef="#ctx0" brushRef="#br0" timeOffset="119733.2524">4987 16536 0,'0'0'0,"0"0"0,0 0 0,0 0 0,0 0 16,0 0-1,0 0-15,0 0 16,0 0-16,0 0 0,0 0 0,0 0 0,0 0 16,0 0-16,0 0 0,0 0 0,0 0 0,15 5 15,0 1-15,-1 0 0,-4-2 0,-1 0 0,-2 0 0,-3-3 16,0 1-16,-1-1 0,6 3 0,-1-1 0,1 1 16,-3-3-16,-2 1 0,1 0 0,-3-1 0,-1-1 15,0 1-15,7-3 0,-2 0 0,3 0 0,-6 1 16,1 0-16,0-1 0,4-10 0,1 1 0,-3 0 15,-1 4-15,-1 0 0,-2 0 0,10-24 0,-4 2 0,1 0 16,-9 29-16,6-17 0,0 0 0,-1 0 0,4-5 16,-2 0-16,0 0 0,9-24 0,-1 2 0,1-1 15,2 0-15,0 0 0,-1 1 0,1-3 0,1 1 16,0 0-16,-19 46 0,0 0 0,0 0 0</inkml:trace>
  <inkml:trace contextRef="#ctx0" brushRef="#br0" timeOffset="129666.0493">29218 7130 0,'0'0'0,"0"0"0,0 0 0,0 0 16,0 0-16,0 0 16,-15-53-1,7 20-15,8 33 0,0 0 0,0 0 16,-10-8-16,0 1 0,1 0 0,2 3 0,2 2 16,-1-1-16,-7 6 0,0-1 0,-1 0 0,6 0 15,1 0-15,-1 0 0,-12 10 0,-1-3 0,0 2 16,10-5-16,0 0 0,-1-1 0,12-5 0,-5 4 15,1-2-15,0 1 0,-13 10 0,2 0 0,-1 0 0,6-5 16,1 0-16,-1-1 0,-3 9 0,1-1 0,-1 0 16,13-15-16,-8 10 0,2-2 0,-1 2 0,7-10 15,-12 16-15,2 2 0,-1 0 0,11-18 0,-7 9 16,2 0-16,0 1 0,2 8 0,1 1 0,0 0 16,2-19-16,-2 10 0,2 1 0,0-1 0,0-10 0,6 18 15,-2-2-15,0 1 0,-1-7 0,0-1 0,0 0 16,-3-9-16,16 9 0,-1 0 0,1 0 0,-16-9 15,10 4-15,-2 1 0,1-1 0,9-6 0,-1 1 16,-1 0-16,-5-1 0,-3 1 0,0 1 0,-8 0 0,18-3 16,-2 0-16,1 0 0,-8 1 0,-1 2 0,1-2 15,-5 2-15,-1-1 0,0 0 0,-1 1 0,-1 0 16,0 0-16,-1 0 0,0-1 0,0 1 0,0 0 16,-2-4-16,0-1 0,0 1 0,0 2 0,1 0 15,0-1-15,-13 8 0,2-1 0,0 1 0,12-5 0,-8 4 16,1-1-16,0 1 0,-10 7 0,1 0 0,-1 0 15,8-4-15,0-2 0,-1 2 0,10-7 0,-16 16 16,1 0-16,1 0 0,14-16 0,-9 9 0,0 0 16,1 0-16,5-4 0,0-3 0,0 1 0,-7 20 15,3-1-15,0 0 0,7-22 0,-5 14 0,1-2 16,0 1-16,7 5 0,-2-2 0,0 0 0,-1-16 0,2 9 16,-1 0-16,0-1 0,-1-8 0,11 8 0,0 1 15,-1-1-15,-10-8 0,7 5 0,-1-2 0,1 1 16,13-6-16,1 2 0,0-1 0,-21 1 0,12-1 15,0 0-15,1 1 0</inkml:trace>
  <inkml:trace contextRef="#ctx0" brushRef="#br0" timeOffset="130116.1092">29270 7493 0,'0'0'0,"0"0"0,0 0 15,0 0-15,0 0 16,4-1-1,-2 0-15,12 30 16,-14-29-16,0 0 0,0 0 0,4 6 0,-2-1 16,0 0-16,6 13 0,-2-1 0,0 0 0,-6-17 15,5 9-15,-2 1 0,0-1 0,0 9 0,-2 0 16,1 0-16,0-9 0,-2 0 0,0 0 0,1-4 0,-1-1 16,0-1-16,0-3 0,-3 9 0,0 0 0,1 0 15,-1-3-15,2-1 0,0-1 0,-1-2 0,2 0 16,0 0-16,0-1 0,0 1 0,0-2 0,-7-5 15,2 1-15,0 0 0,1 1 0,1 1 0,0 0 0,3 2 16,-3-14-16,2 2 0,0 0 0,-1 3 0,2 2 16,0 0-16,2-9 0,-2 1 0,0 0 0,1 6 15,-1 0-15,0 1 0,0 8 0,0-11 0,0-2 16,0 2-16,0 4 0,0 2 0,0-1 0,0 4 0,0-1 16,0 1-16,0 1 0,0 0 0,0-1 0,0 2 15,0 0-15,0 0 0,0 0 0,0 0 0,0 0 16,4 0-16,-2 0 0,0 0 0,2 0 0,-3 0 15,0 0-15,-1 0 0,0 0 0,0 0 0,4 10 16,-1 0-16,0 0 0,0-4 0,-2 0 0,0 0 16,3 7-16,-1-2 0,0 1 0,-3-12 0,2 7 0,1-1 15,-1 0-15,6 8 0,-2-1 0,0 0 0,-6-13 16,5 9-16,-1-1 0,-1 0 0,0-6 0,-2 1 16,0 0-16</inkml:trace>
  <inkml:trace contextRef="#ctx0" brushRef="#br0" timeOffset="130416.1103">29540 7207 0,'-5'-17'0,"1"9"0,3 6 16,1 2-16,32 22 15,-6 1 1,-10 2-16,10 24 16,-26-49-16,0 0 0,0 0 0,11 23 0,-1 1 15,-1-1-15,-2-3 0,-2-1 0,1 1 0,-6-20 16,6 17-16,-2 1 0,0-2 0,4 7 0,1-1 16,-1 1-16,-1 1 0,-1-1 0,1 0 0,-2-6 15,-1-1-15,0 1 0,0-5 0,-1 0 0,0 0 16,0-2-16,-2-1 0,1 1 0,-1-4 0,0 1 0,0-1 15,-1-2-15,0-1 0,0 0 0</inkml:trace>
  <inkml:trace contextRef="#ctx0" brushRef="#br0" timeOffset="131149.5813">29547 7614 0,'-14'-13'0,"11"-3"0,11 3 15,11-8-15,1 6 16,21-3-16,4-3 16,6-3-16,-51 24 15,0 0-15,0 0 0,22-8 0,-3 1 0,1 0 16,-5 1-16,1-2 0,-1 1 0,-1 0 0,-2 0 16,1 1-16,-2-2 0,0 1 0,1 1 0,-4-1 15,-1 1-15,0 1 0,0-1 0,-2 2 0,0-1 16,-1 1-16,-2 0 0,0 1 0,0-1 0,-2 2 0,0-1 15,1 2-15,-1 1 0,0-2 0,-2 2 0,2 0 16,0 0-16,-2 2 0,2 0 0,0 0 0,-2 3 16,0 0-16,0-1 0,-3 3 0,2 0 0,0 0 15,-4 1-15,3 0 0,0-1 0,-1 3 0,1-3 0,0 2 16,2 5-16,2 0 0,0 0 0,2 2 0,-1-2 16,0 1-16,4-1 0,-1 0 0,0-1 0,2 0 15,-1 1-15,-1-2 0,1-1 0,0-2 0,0 1 16,3-3-16,-1-2 0,-1 0 0,-1-3 0,0-1 15,0 1-15,5-2 0,-3-1 0,0 0 0,1-4 0,0 2 16,-1-2-16,-1-2 0,0 1 0,0 0 0,0-3 16,-1 0-16,0 1 0,0-3 0,-1-2 0,0 2 15,3-1-15,-3 1 0,0 0 0,3-2 0,-1 1 16,1-2-16,-3 1 0,-2 0 0,0 0 0,0 3 16,0 0-16,0 0 0,0 3 0,-2 0 0,0 0 0,2 1 15,-2 2-15,0-1 0,4 3 0,-1 1 0,0 0 16,1 0-16,-1 1 0,0 0 0,2 0 0,-2 0 15,0 0-15,3 3 0,-1 1 0,1-2 0,-1 4 16,0 1-16,0-1 0,-1 1 0,0-2 0,1 0 0,1 3 16,0 0-16,0 0 0,0 2 0,-1-3 0,-1 0 15,0 0-15,-2-1 0,0 0 0,1-1 0,-2-2 16,0 1-16,0-3 0,-1 0 0,0 1 0,0-1 16,0-1-16,0 0 0,0-2 0,0 1 0,0 1 15,-1-2-15,1 0 0,0-1 0,-4-4 0,0 1 0,0-1 16,3 5-16,1 0 0,0-1 0,-1-3 0,0-1 15,0 0-15,-2-2 0,2 0 0,0 0 0,3-2 16,-2 2-16,0-2 0,3 4 0,-3 0 0,0-1 16,2 1-16,-1 2 0,0-1 0,2-1 0,0 2 15,0 0-15,2-1 0,-2 1 0,0-1 0,3-1 0,-1 0 16,0 0-16,3-1 0,-2 1 0,1 0 0,2 3 16,-1-1-16,0 0 0,1 0 0,-1 1 0,0-2 15,-8 6-15,0 0 0,0 0 0,6-3 0,1-1 16,-1 1-16,-6 3 0,0 0 0,0 0 0</inkml:trace>
  <inkml:trace contextRef="#ctx0" brushRef="#br0" timeOffset="132136.7911">30527 7220 0,'0'0'0,"0"0"0,6 21 0,-1-8 16,-4-10 0,14 32-16,-7-15 15,10 44-15,-18-64 0,0 0 0,0 0 16,4 13-16,-1-2 0,0 2 0,-1-8 0,-1-1 15,0 1-15,0-4 0,-1 1 0,0 0 0,3 8 16,-2-1-16,0 1 0,-1-10 0,2 7 0,-2-2 16,0 1-16,1-4 0,-1 0 0,0 0 0,0-1 15,0-1-15,0 2 0,-3-9 0,1-1 0,-1 1 0,0 2 16,2 1-16,0 0 0,-1-6 0,1-1 0,0 1 16,-1 3-16,2 2 0,0-1 0,0 4 0,0-1 15,0 1-15,-1-11 0,1 1 0,0 0 0,0 5 16,0 0-16,0 0 0,2-6 0,-2 2 0,0-1 15,2 5-15,-2 1 0,0 0 0,1 3 0,-1 1 0,0 0 16,6-10-16,-1 1 0,-1 2 0,0 2 0,-2 0 16,0 1-16,7 1 0,1 1 0,-1-1 0,-4 3 15,0 0-15,0 2 0,7 2 0,-3-1 0,0 2 16,-2-2-16,-2 1 0,0 0 0,5 7 0,1-2 0,-1 1 16,-5-4-16,0 1 0,0 0 0,3 4 0,-1 0 15,0 0-15,-3-3 0,0-2 0,0 2 0,0-5 16,-3 1-16,0 0 0,0-1 0,-1 0 0,0-1 15,0 0-15,0 0 0,0 0 0,13 4 0,1-1 16,-1-1-16,-4 0 0,-1 0 0,-1 0 0,-3-2 0,-1 1 16,0-1-16,11-4 0,-1 1 0,0-1 0,-3 1 15,-3 1-15,0 0 0,5-7 0,-2 0 0,0 2 16,-5 2-16,1 0 0,-1 0 0,4-3 0,-2-1 16,1 1-16,-3 2 0,-1 1 0,0 1 0,-2 1 15,0 2-15,0 1 0,-1-2 0,-1 2 0,0-1 16,-3-3-16,0-1 0,0 1 0,0 2 0,2-1 0,0 0 15,-8 9-15,1-3 0,0 0 0,2 0 0,2-1 16,-1 1-16,-6 6 0,0 0 0,-1 0 0,6-4 16,0 1-16,0-1 0,2-3 0,2 0 0,-1 0 15,1-1-15,2 0 0,0-1 0,-1 1 0,1-1 0,0 0 16,-3 7-16,1-1 0,0-2 0,0-1 0,1 1 16,0-2-16,0 1 0,1-3 0,0 2 0,7-4 15,0 2-15,1-2 0,-4 0 0,0 2 0,0-1 16,4-4-16,0 0 0,-1 0 0,-2 2 0,-2-1 0,0 0 15,-1 3-15,-1 0 0,0 0 0,1-1 0,-2 2 16,0 0-16,0 0 0,0 0 0,0 0 0,0 0 16,0 0-16,0 0 0,8-3 0,-2 1 0,0 0 15,-2-1-15,0 2 0,0 0 0,0-1 0,-3 2 16,0 0-16,3 7 0,0 0 0,0-2 0,-1-1 16,0 0-16,0-1 0,-2-1 0,0 0 0,0 0 0,0-1 15,-1-1-15,0 0 0,0 1 0,0-1 0,0 0 16,11 5-16,-1-3 0,0 1 0,-2-1 0,-3 1 15,0-1-15,-1-1 0,-2-1 0,0 1 0,9-8 16,-3 0-16,0 0 0,-3 3 0,0-1 0,1 1 0,1-7 16,-1 0-16,0 1 0,-2 3 0,0 1 0,-1 1 15,1-8-15,-1 1 0,0-1 0,-1 5 0,0 0 16,0 1-16,2-6 0,-1 0 0,0 1 0,0 5 16,-1 1-16,0-1 0,1-9 0,-1-1 0,0 2 15,0 5-15,-1 1 0,0 0 0,-4-2 0,2 0 0,0 1 16,0 3-16,0 3 0,0-1 0,1 5 0,-1-4 15,1 2-15,0 1 0,-1 1 0,1-2 0,0 2 16,0 0-16,0 0 0,0 0 0,0 0 0,0 0 16,0 0-16,2-1 0,-1 1 0,0 0 0,1 0 15,-2 0-15,0 0 0,5 13 0,-2 0 0,0-2 0,-3-11 16,2 9-16,0-2 0,0 0 0,7 13 16,-3-2-16,0 2 0,-2-10 0,0 1 0,1-1 0,6 13 15,-2-1-15,1 1 0,-10-23 0,0 0 0,0 0 16</inkml:trace>
  <inkml:trace contextRef="#ctx0" brushRef="#br0" timeOffset="133415.7943">30784 7693 0,'0'0'0,"0"0"0,0 0 16,0 0-16,0 0 16,0 0-16,0 0 15,0 0 1,0 0-16,0 0 0,0 0 0,0 0 0,0 0 0,0 0 15,0 0-15,0 0 0,0 0 0,0 0 0,0 0 16,-3-2-16,2-1 0,0 1 0,-1 0 0,2 0 16,0 1-16,0-1 0,0 2 0,0 0 0,-1-1 15,1 1-15,0 0 0,0 0 0,0 0 0,0 0 0,0 0 16,0 0-16,0 0 0,0 0 0,0 0 0,0 0 16,0 0-16,0 0 0,0 0 0,0 0 0,0 0 15,0 0-15,0 0 0,0 0 0,0 0 0,0 0 16,0 0-16,0 0 0,0 0 0,0 0 0,0 0 15,0 0-15,0 0 0,0 0 0,0 0 0,0 0 0,0 0 16,0 0-16,0 0 0,0 0 0,0 0 0,0 0 16,0 0-16,0 0 0,0 0 0,0 0 0,0 0 15,0 0-15,0 0 0,0 0 0,0 0 0,0 0 16,0 0-16,0 0 0,0 0 0,0 0 0,0 0 16,0 0-16,4 14 0,-1-2 0,-1 1 0,-1-5 0,0-1 15,0 1-15,1-4 0,-2-1 0,0 0 0,3 10 16,-1-1-16,0 1 0,0-5 0,-1-1 0,0 0 15,3 9-15,-1-2 0,0 2 0,0-7 0,-1 0 16,0-1-16,3 14 0,0-1 0,0 0 0,-2-9 16,0 0-16,0-1 0,2 8 0,-1 1 0,0-1 15,-1-8-15,-1-1 0,0 0 0,3 7 0,-2-2 16,0 1-16,0-7 0,-1 0 0,0 0 0,2 3 0,-1-1 16,0 0-16,-1-5 0,0 1 0,0 0 0,0-6 15,-2 1-15,0 0 0,1-1 0,-1 0 0,0 0 16,0-1-16,0 0 0,0 0 0,0 0 0,0 0 0,0 0 15,-4-8-15,0-1 0,0 0 0</inkml:trace>
  <inkml:trace contextRef="#ctx0" brushRef="#br0" timeOffset="134215.9368">30736 7711 0,'4'-21'0,"-1"7"0,7 5 0,-4 3 15,7-2-15,18-5 16,-10 10-16,4 1 16,-25 2-16,0 0 0,0 0 15,11-2-15,-1 0 0,1-1 0,1 0 0,1 0 16,-1 1-16,2 1 0,0-1 0,-1 1 0,-13 1 0,9-1 15,-1 1-15,0-1 0,10 1 0,-3 0 0,1 0 16,-1 0-16,-1 0 0,-1 0 0,3 1 0,-3-1 16,0 0-16,-2 0 0,-1 0 0,0 0 0,2 0 15,-3 0-15,0 0 0,1 1 0,-2-1 0,0 0 16,-1 2-16,0-1 0,-1 0 0,0-1 0,-2 0 0,0 0 16,0 0-16,-1 0 0,-1 0 0,0 2 0,-2-1 15,0 0-15,-2 4 0,0-1 0,-1 0 0,-1 2 16,1-1-16,0 0 0,-5 2 0,0-1 0,-1 0 15,2 0-15,1 0 0,0 0 0,-4 1 0,1 0 0,0 0 16,-2-1-16,3 1 0,0 0 0,-1-2 0,-1 1 16,1-1-16,-1 2 0,-1 0 0,1 0 0,1 1 15,0-1-15,1-1 0,-2 1 0,2 0 0,-1 0 16,2-2-16,1 1 0,0-1 0,-3 2 0,3-1 16,0 0-16,3-2 0,0-1 0,0 1 0,1 0 0,1-1 15,0-1-15,-2 0 0,3-1 0,0 1 0,0 0 16,0 0-16,0-1 0,1 1 0,-1 0 0,0 0 15,2-1-15,-2 0 0,0-1 0,4 1 0,-2-1 16,0 0-16,5 1 0,-1 0 0,0 1 0,4-4 0,-1 0 16,0 0-16,3 2 0,-3 0 0,0 0 0,3 1 15,-2-1-15,0 0 0,1 0 0,-1 0 0,0 0 16,3 1-16,-3-1 0,0 0 0,2 0 0,-1 0 16,1 0-16,-1 7 0,-2-2 0,1 1 0,2-3 15,-2 1-15,1 0 0,-5-1 0,0 1 0,0-2 16,5 2-16,-2-1 0,0 1 0,-3 1 0,0-2 0,-1 1 15,0 3-15,-2-2 0,0 1 0,0 2 0,-2-2 16,0 0-16,1 1 0,-2-2 0,0 1 0,-8-8 16,2-1-16,0 1 0,6 2 0,0 0 0,0 0 15,-8 7-15,3 0 0,0 0 0,-2 0 0,0 1 16,-1 0-16,1-2 0,2-1 0,0 0 0,-2 0 0,1-1 16,1-1-16,-1 1 0,0 0 0,0 0 0,-3 0 15,2 0-15,0-1 0,-1 4 0,-1-1 0,1 0 16,-1 2-16,2-2 0,-1 0 0,1 0 0,0-1 15,0 1-15,1-4 0,1 1 0,0 1 0,5-4 0,0 0 16,0 0-16,-6 0 0,1 0 0,0 0 16,1-3-16,2 1 0,0-1 0,1 0 0,0 1 0,0 0 15,1 2-15,0 0 0,0 0 0</inkml:trace>
  <inkml:trace contextRef="#ctx0" brushRef="#br0" timeOffset="134672.6942">31471 7496 0,'0'0'0,"0"0"0,0 0 0,0 0 15,11 29-15,-5-11 16,5 30-16,-5-22 15,-6-26-15,0 0 0,0 0 0,2 4 0,-2 0 16,0-1-16,4 17 0,-1-1 0,0 0 0,-1-8 16,1 0-16,-1-1 0,0-4 0,-2-2 0,0 0 0,2 11 15,0 0-15,0 0 0,-1-7 0,0 0 0,0 1 16,4 13-16,0 0 0,0 0 0,0-9 0,-2-1 16,0 0-16,2 8 0,-1 0 0,0 0 0,0-10 15,-2 0-15,1 1 0,-1-7 0,-2 0 0,0 0 16,6 1-16,0-1 0,0-1 0,-6-3 0,0 0 0,0 0 15,4 3-15,-1-1 0,1-1 0,-2 1 0,-1-1 16,0-1-16</inkml:trace>
  <inkml:trace contextRef="#ctx0" brushRef="#br0" timeOffset="135065.6925">31615 7778 0,'-1'-1'0,"1"1"0,0 0 0,2 11 16,3 4-16,0 4 15,5-2-15,-3 8 16,-7-25-16,0 0 0,0 0 0,6 9 0,-1-1 0,0-1 16,-5-7-16,0 0 0,0 0 0,4 5 0,-2-2 15,0 1-15,-2-4 0,0 0 0,0 0 0,19 9 16,-1 0-16,1-1 0,-5-3 0,-1-2 0,0 1 16,-3-6-16,-1 2 0,0 0 0,1-4 0,-3 1 15,0 1-15,-1-4 0,-1 3 0,1-2 0,2-4 0,-2 0 16,0-1-16,1-1 0,1 0 0,-1 0 0,-3-3 15,-1 0-15,0 1 0,0-2 0,-1 0 0,1 1 16,-2 0-16,0 1 0,0 0 0,-2 1 0,1 3 16,0-2-16,-2 0 0,-1 0 0,1 1 0,-2 0 15,1 0-15,0 1 0,1 2 0,0 1 0,0-1 0,-1 1 16,0 0-16,0 0 0,-1 1 0,2 0 0,0 1 16,0 0-16,0 0 0,0 1 0,2-3 0,0 1 15,0 0-15,3 0 0,-2 0 0,0 0 0,1 0 16,-2-2-16,0 1 0,3-2 0,1 0 0,-1 1 15,6-4-15,-2-2 0,0 2 0,-2 5 0,-1 0 0,0 0 16,-1 3-16,-2 1 0,0-1 0</inkml:trace>
  <inkml:trace contextRef="#ctx0" brushRef="#br0" timeOffset="135782.9839">31969 7351 0,'-2'-9'0,"-1"2"0,1 3 0,1 4 0,5 9 15,2 2 1,0 4-16,15-3 15,-21-12-15,0 0 0,0 0 0,4 8 0,0 0 0,0 0 16,-1 2-16,1 0 0,-1 0 0,0 3 0,-1-2 16,0 1-16,-1-1 0,0 0 0,0 1 0,1 1 0,-2-2 15,0 1-15,1-3 0,0 0 0,0 0 0,1 2 16,-2-1-16,0 0 0,4-1 0,-2 0 0,1-1 16,-1 2-16,-1 0 0,0 0 0,0-1 0,-1-2 15,0 1-15,2-2 0,-2 1 0,0-1 0,2-2 16,-1 1-16,0-2 0,1 1 0,-2 0 0,0-1 0,0 0 15,0 0-15,0-2 0,1 3 0,-1-2 0,0 0 16,1 1-16,-1 1 0,0-2 0,0 1 0,0-1 16,0 1-16,-1-1 0,1 0 0,0 1 0,-3 0 15,0-2-15,0 2 0,0-2 0,0-1 0,-1 0 16,0 0-16,2 0 0,0-1 0,0 0 0,1 0 16,0 0-16,-1 3 0,2 0 0,0 0 0,0 1 0,0-1 15,0 1-15,0 2 0,0 0 0,0-1 0,0 0 16,0-1-16,0 0 0,0-1 0,0-1 0,0 0 15,0-1-15,0 1 0,0-1 0,0 2 0,0-2 16,0 0-16,0 0 0,0 0 0,0 0 0,0 0 0,0 0 16,0 0-16,0-2 0,0 1 0,0-1 0,2-3 15,-2 2-15,0 0 0,3-4 0,-1 2 0,0-2 16,4-2-16,0 0 0,-1 1 0,-1-1 0,0 2 16,0 0-16,3-2 0,1 0 0,-1 0 0,-1-2 15,-1 0-15,0 1 0,-1-3 0,-2 2 0,0-1 0,3-1 16,-1 1-16,0 0 0,-1-1 0,0 0 0,0 2 15,-2 0-15,0 2 0,0-2 0,2 4 0,-3-1 16,0 1-16,-1 0 0,-1 2 0,1-1 0,0 1 16,0-1-16,0 1 0,-2 2 0,0 1 0,0-2 15,0 3-15,2 0 0,0 0 0,-3 3 0,0-1 0,-1 1 16,-2 5-16,2-2 0,0 1 0,2 12 0,1-2 16,0 1-16,-1-7 0,-1-1 0,1 0 0,-1-1 15,2 0-15,0-1 0,1 3 0,0-1 0,0 0 16,0 0-16,1-1 0,0 0 0,0-1 0,0-1 0,0 1 15,2 3-15,-2-1 0,0-1 0,3 4 0,-1-3 16,0 2-16,3 0 0,0-1 0,-1 0 0,2 0 16,0-1-16,0 1 0,2-2 0,-2-1 0,0 1 15,2-2-15,-1-2 0,1 1 0,3 1 0,-2-1 16,1-1-16,2 0 0,-1-1 0,1 0 0,1-4 0,-1 1 16,-1 0-16,-1-5 0,1 2 0,-1-1 0,-4 0 15,0 1-15,1-1 0,4-5 0,-1 1 0,1 0 16,-11 8-16,0 0 0,0 0 0</inkml:trace>
  <inkml:trace contextRef="#ctx0" brushRef="#br0" timeOffset="136070.4786">32417 7211 0,'0'0'0,"14"43"0,-6-20 16,8 40-16,-8-27 15,-5-22-15,6 29 16,-3-17-16,-6-26 16,0 0-16,0 0 0,4 25 0,0-2 0,0 1 15,-2-10-15,0-1 0,0 1 0,1 0 0,0 1 16,1-2-16,-1-6 0,-2 0 0,0-1 0,0-2 15,-1-2-15,0 0 0,1 0 0,-1-1 0,0-1 16,0 1-16,0-1 0,0 0 0,4 14 0,0 0 0,0 0 16,-2-5-16,0 0 0,0-2 0</inkml:trace>
  <inkml:trace contextRef="#ctx0" brushRef="#br0" timeOffset="136598.9777">32376 7520 0,'2'-21'0,"2"7"0,16 1 0,8 5 16,5-2-16,2-1 15,0 3-15,-1 1 16,-34 7-16,0 0 0,0 0 0,13-7 0,-2 2 16,1 0-16,-2 1 0,0 2 0,1-1 0,-2 0 15,-1 0-15,0 0 0,1 0 0,-2 2 0,0 1 16,-2-2-16,-2 1 0,1 0 0,-1 0 0,-1 1 15,0 0-15,-2 1 0,0-1 0,0 0 0,-1 0 16,1 0-16,0 0 0,-2 2 0,1 0 0,0-1 0,-3 4 16,0-1-16,1 0 0,3-4 0,-4 7 0,1 0 15,0 0-15,-3 2 0,0 0 0,-1-1 0,4 5 16,0-2-16,0 0 0,-3 3 0,1-3 0,0 1 16,5-12-16,0 0 0,0 0 0,-6 18 0,1 0 15,0-1-15,3-4 0,2-1 0,0 0 0,1-5 16,0 1-16,0-2 0,5-3 0,-2 0 0,1-2 0,1 0 15,-2-1-15,0 0 0,0-2 0,-1 2 0,0 0 16,8-6-16,-3 2 0,0-1 0,-1-2 0,0 2 16,-1-1-16,0-3 0,0 1 0,0 1 0,2 1 15,-2 0-15,0 0 0,-2-2 0,-1 0 0,0 0 0,-1-1 16,0 0-16,-1 0 0,0-1 0,-1 0 0,0 1 16,2-2-16,-2 1 0,0 0 0,-6 2 0,3-2 15,0 2-15,-2 3 0,2 0 0,0 1 0,1 1 16,0 1-16,0 0 0,0-1 0,1 2 0,0 1 15,1-3-15,0 2 0,0 0 0,1 0 0,-1 1 0,0 0 16,0 0-16,0 0 0,0 0 0,0 0 0,0 0 16,0 0-16,0 0 0,0 0 0,0 0 0,0 0 15,0 0-15,1-5 0,-1 2 0,0-1 0,0 4 16,0 0-16,0 0 0,0 0 0</inkml:trace>
  <inkml:trace contextRef="#ctx0" brushRef="#br0" timeOffset="136899.0143">32952 7369 0,'0'0'0,"0"2"0,0-2 15,-17 12 1,2 2-16,-8 7 16,-5 6-16,14-13 15,14-14-15,0 0 0,0 0 0,-3 2 0,2 0 0,0-1 16,-1 0-16,2 0 0,0-1 0,0 0 0,0 0 16,0 0-16,-1 5 0,0-1 0,-1 2 0,4 10 15,-1 2-15,0 0 0,0-9 0,0 2 0,0-2 16,0-5-16,-1 0 0,0-1 0,0-1 0,0-1 15,0-1-15,0 1 0,0 0 0,0-1 0,3 0 0,-2-1 16,0 0-16,16-14 0,0 1 0,0 0 0,-7 5 16,-1 0-16,0 0 0,-3 5 0,-3 1 0,0 1 15,0-1-15,-2 2 0,0 0 0,5-15 0,0 1 16,1-1-16,-3 2 0,-1 0 0,0 0 0,-2 2 16,0 2-16,0 0 0,-3-2 0,2 2 0,0 0 0,0 10 15,0 0-15,0 0 0,-2-4 0,2-2 0,0 1 16,0 5-16,0-2 0,0 0 0,0 0 0</inkml:trace>
  <inkml:trace contextRef="#ctx0" brushRef="#br0" timeOffset="137155.6941">33117 7086 0,'1'6'0,"-1"8"0,2 4 0,10 10 16,-6 7-16,-1 5 15,3 10-15,0 1 16,-8-51-16,0 0 0,0 0 16,1 18-16,0-1 0,0 0 0,-1-1 0,0 0 0,0 0 15,0-1-15,0-2 0,0 1 0,0 2 0,0-2 16,0 1-16,1-2 0,-1-1 0,0 1 0,-1-3 16,1 0-16,0 0 0,-1-4 0,1 0 0,0 0 15,-2-4-15,2 0 0,0 0 0,-2-4 0,2 1 0,0 0 16,0 1-16,0 0 0,0 0 0,-1-2 0,1 1 15,0 0-15</inkml:trace>
  <inkml:trace contextRef="#ctx0" brushRef="#br0" timeOffset="137668.6976">32980 7338 0,'0'-18'0,"2"-1"0,10 8 0,13 4 15,3-4-15,8 2 16,6 0-16,-6-7 16,-36 16-16,0 0 0,0 0 0,11-6 15,0 1-15,1 0 0,-1-1 0,-1 1 0,-1 1 16,0-1-16,-1-1 0,1 0 0,2 0 0,-1-1 16,1 0-16,-4 2 0,-2 0 0,0-1 0,0 1 15,-1 1-15,-1-1 0,2 4 0,-2-1 0,0 0 16,2 0-16,-1 1 0,0 1 0,-4 0 0,5 2 0,-3 0 15,0 0-15,0 2 0,0 0 0,0-1 0,2 5 16,-2 0-16,0 1 0,3 1 0,-2 1 0,1-2 16,0 5-16,0-2 0,0 1 0,-2 2 0,0 1 15,0-2-15,0-1 0,-2 0 0,0 0 0,0-13 16,0 0-16,0 0 0,0 6 0,0 0 0,0 0 16,0-4-16,0 0 0,0 1 0,3 9 0,-2 1 0,0-1 15,3-4-15,-2-1 0,0 0 0,0-4 0,-2 0 16,0 0-16,2-5 0,-2 1 0,0 1 0,2-5 15,-2 1-15,0 0 0,3-1 0,-2 2 0,0-1 16,5-2-16,-2 0 0,0 0 0,3-1 0,-3 0 16,0 0-16,0 0 0,-2 1 0,0 1 0,3-1 0,-2 1 15,1-1-15,-2 3 0,0 1 0,0-1 0,1 3 16,0 0-16,0 0 0,5 1 0,0 1 0,-1-1 16,0 3-16,0 0 0,1 1 0,3 3 0,-2 0 15,1 0-15,-1 2 0,0 0 0,0 0 0,-2 1 0,-2-1 16,0 1-16,1 1 0,-2 0 0,0 1 0,-3-4 15,0 0-15,1 0 0,-2-9 0,0 0 0,0 0 16</inkml:trace>
  <inkml:trace contextRef="#ctx0" brushRef="#br0" timeOffset="144700.4209">5491 16580 0,'0'0'0,"0"0"0,0 0 0,0 0 15,0 0-15,0 0 16,0 0 0,42 25-16,-42-25 0,0 0 0,0 0 15,9 5-15,-1 0 0,2-1 0,-8-1 0,1-1 16,0 0-16,6-2 0,0 0 0,-1 0 0,-8 0 16,6 0-16,-3 0 0,1 0 0,6-7 0,0-1 0,-1 1 15,-3 1-15,-2 2 0,2 0 0,-6 4 0,9-23 16,1 1-16,-2 0 0,0 8 0,-4 1 0,1 0 15,3-9-15,-2 1 0,1 0 0,1-4 0,0 1 16,1-1-16,2 0 0,-2 1 0,0 0 0,-9 24 16,13-28-16,-3 0 0,2 1 0,-12 27 0,0 0 0,0 0 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40:08.540"/>
    </inkml:context>
    <inkml:brush xml:id="br0">
      <inkml:brushProperty name="width" value="0.05292" units="cm"/>
      <inkml:brushProperty name="height" value="0.05292" units="cm"/>
      <inkml:brushProperty name="color" value="#FF0000"/>
    </inkml:brush>
  </inkml:definitions>
  <inkml:trace contextRef="#ctx0" brushRef="#br0">29240 8486 0,'0'0'0,"0"0"0,0 0 16,0 0-1,0 0-15,0 0 16,0 0-16,0 0 15,0 0-15,0 0 0,0 0 0,0 0 0,0 0 16,0 0-16,0 0 0,0 0 0,0 0 0,0 0 16,0 0-16,0 0 0,12-7 0,-1 1 0,1 0 15,-4 2-15,-2 1 0,0 0 0,-6 3 0,4-3 16,-2 2-16,1 0 0,-3 1 0,16-1 0,1 1 16,-1 0-16,-16 0 0,24-2 0,-1 2 0,-1-1 0,-22 1 15,29-2-15,-2 1 0,0 0 0,-11 0 0,-3 1 16,0-1-16,-13 1 0,27-2 0,0 2 0,0-2 15,13-1-15,1 0 0,-1 1 0,2 0 0,-1 0 16,-1 0-16,4 0 0,0-1 0,-1 1 0,-1 0 0,-3 0 16,0 0-16,-39 2 0,69 2 0,-1 0 0,-1 0 15,-67-2-15,57 0 0,-3 1 0,1-1 0,-5 3 16,-3-2-16,1 1 0,-48-2 0,49 1 0,0 2 16,0-1-16,-2 1 0,-1-1 0,-1-1 0,-3 5 15,1-3-15,-1 1 0,-5 2 0,-1 0 0,-1 0 0,-35-6 16,40 6-16,-1 0 0,1 0 0,-20-3 0,0-1 15,0 2-15,-20-4 0,21 3 0,1-1 0,0 0 16,-10 0-16,-1-1 0,1 0 0,14-4 0,-1 1 16,1-1-16,-10 2 0,-3-1 0,1 0 0,-7 2 15,-2-1-15,0 0 0,-2 0 0,-2 1 0,0 0 16,1 0-16,-2 0 0,0 0 0,3 1 0,-3 0 0,0 0 16,0-1-16,0 0 0,2 0 0,-2 0 0,0 0 15</inkml:trace>
  <inkml:trace contextRef="#ctx0" brushRef="#br0" timeOffset="25131.8881">13901 13185 0,'0'0'0,"0"0"0,0 0 16,0 0-16,63-3 15,-24 0 1,28-1-16,-67 4 15,0 0-15,0 0 0,12 0 0,0-1 0,-1 0 16,-11 1-16,13-1 0,-1 1 0,-1-1 0,-11 1 16,6 0-16,0 0 0,-1 0 0,24-3 0,-2 2 15,-1 0-15,-26 1 0,33-3 0,0 1 0,-1-1 0,-32 3 16,34-3-16,0 0 0,0 0 0,8-2 0,-1 0 16,-1 0-16,-40 5 0,43-5 0,0 0 0,-1 0 15,7-2-15,-1 2 0,1 0 0,31-3 0,-1 0 16,-1 0-16,-78 8 0,70-7 0,-3 0 0,0 1 15,-8-1-15,-2 2 0,0-1 0,-6 1 0,0 1 0,0 0 16,-51 4-16,48-5 0,0 0 0,-1 0 0,0 1 16,-1 0-16,1 0 0,-2 0 0,-1 2 0,-1-1 15,-43 3-15,39 2 0,0-2 0,-1 0 0,-38 0 16,34 0-16,0 0 0,0 0 0,-3 0 0,-1 1 16,0-1-16,-30 0 0,29 2 0,-1-2 0,0 0 0,-28 0 15,13 0-15,1 0 0,-1 0 0,-13 0 0,26-4 16,-1 2-16,0-1 0,-11 1 0,0 0 0,-1 1 15,-13 1-15,16-4 0,-3 1 0,0 0 0,-13 3 16,9-3-16,-3 1 0,0 0 0,-3 1 0,-1 1 0,0-1 16,-2 1-16,-5-2 0,0-1 0,0 1 0,5 2 15,-4-2-15,1 0 0,-1 0 0,4 2 0,-9-2 16,1 0-16,0-1 0,2 1 0,2 1 0,0-1 16,4 2-16,-3-1 0,2 1 0,0 0 0,-2-9 15,2 0-15,0 1 0</inkml:trace>
  <inkml:trace contextRef="#ctx0" brushRef="#br0" timeOffset="25945.4519">19305 13159 0,'0'0'0,"0"0"16,0 0 0,19-15-16,-7 5 15,27 1 1,-39 9-16,0 0 0,0 0 0,0 0 0,8-2 15,0 1-15,-1 0 0,-7 1 0,21 2 0,-2-2 16,1 1-16,-8 0 0,0-1 0,-1 1 0,-11-1 16,4 1-16,0-1 0,0 0 0,21 2 0,0 0 15,0 0-15,-25-2 0,27 2 0,0 0 0,-1 1 16,1-2-16,0 1 0,0-1 0,-27-1 0,29 2 0,-1-1 16,0 0-16,22 2 0,1-1 0,0 0 0,-51-2 15,50 2-15,0-1 0,0 0 0,-26 1 0,0-2 16,0 1-16,9-2 0,0-1 0,0 1 0,54-2 15,0 0-15,0 0 0,-39 1 0,1 1 0,-1-1 0,-48 2 16,0 0-16,51-4 0,-1 1 0,-1 0 0,-24 1 16,0 0-16,0 1 0,44-3 0,-1 0 0,0-1 15,-68 5-15,65-5 0,-1 1 0,1 0 0,-65 4 16,51-3-16,-1 1 0,-1 0 0,-49 2 0,23-2 16,0 1-16,0 0 0,-23 1 0,31-2 0,0 1 0,0-1 15,-15 1-15,1-1 0,-1 1 0,6 1 0,-2-1 16,-1 1-16,-19 0 0,11-2 0,-1 2 0,0 0 15,-5 0-15,-1 0 0,-1 0 0,-3 0 0,2 0 16,-1 0-16,0 0 0,-5 2 0,0-2 0,-1 1 0,5-1 16,0 0-16,0 0 0</inkml:trace>
  <inkml:trace contextRef="#ctx0" brushRef="#br0" timeOffset="43827.8336">9937 15475 0,'0'0'0,"0"0"0,0 0 16,0 0-16,53-5 16,-22 3-16,14-4 15,-21 5 1,-24 1-16,0 0 0,0 0 0,0 0 0,22-2 0,0 1 15,0 1-15,-9-1 0,0 1 0,-1 0 0,8-2 0,-1 2 16,1 0-16,-8-1 0,-1 1 0,-1 0 0,-10 0 16,24 0-16,-3-1 0,1 0 0,-9 0 0,-1 1 15,0 0-15,18-1 0,0 0 0,0 0 0,0 0 16,0 0-16,0 0 0,-1 1 0,-2 0 0,0 0 16,4-1-16,-2 0 0,0 1 0,1-1 0,-2 0 15,0 1-15,-14-1 0,-1 1 0,1 0 0,19-1 0,-2 0 16,0 1-16,-31 0 0,48-2 0,-1 0 0,1 1 15,-5-2-15,-2 2 0,1 0 0,-8-1 0,0 1 16,0 0-16,-3-1 0,0 2 0,0-1 0,-31 1 16,29-1-16,-2 0 0,0 1 0,1-1 0,-2 1 15,-1 0-15,-12 0 0,-1 0 0,1 0 0,13 3 0,0 0 16,0 0-16,3 2 0,-1 0 0,0-1 0,-28-4 16,15 4-16,-1-2 0,-1 1 0,8 3 0,-1-1 15,-1 0-15,-7-1 0,-3-2 0,0 1 0,-1 4 16,1 0-16,-1 0 0,-8-7 0,4 5 0,0-1 15,0 0-15,-1-2 0,-2-1 0,1 1 0,-1-1 0,-1-1 16,0 1-16,1-1 0,-1 0 0,0 0 0,0 0 16,0 0-16,0 0 0,0 0 0</inkml:trace>
  <inkml:trace contextRef="#ctx0" brushRef="#br0" timeOffset="65178.1462">10505 15476 0,'0'0'0,"0"0"0,0 0 16,0 0-16,0 0 15,0 0-15,0 0 16,52 17 0,-52-17-16,0 0 0,0 0 0,12 4 0,-1-1 0,-1 1 15,-6-3-15,0 1 0,0-1 0,-4-1 0,16 1 16,-2 0-16,1 0 0,-5 0 0,-2-1 0,1 1 15,15-3-15,-1 1 0,0 0 0,-10 0 0,0 1 0,-1-1 16,-7 0-16,0 1 0,1 0 0,-6 0 0,25-6 16,-1 0-16,0 1 0,2-2 0,0 1 0,0-1 15,-1 1-15,0 0 0,0-1 0,3-1 0,0 0 16,0 1-16,0-2 0,-2 2 0,1-1 0,-27 8 16,27-8-16,-2 0 0,0 0 0,4-2 0,0 1 0,0 0 15,-1-2-15,-2 0 0,1 1 0,0-2 0,-2 2 16,0-1-16,-25 11 0,28-14 0,-1 0 0,-1 1 15,1-1-15,-1 0 0,0 0 0,-2-1 0,0 0 16,-1 0-16,-23 15 0,26-19 0,-1 1 0,0 0 0,-1-2 16,-3 0-16,1 1 0,-2 0 0,-1-1 0,1 0 15,-20 20-15,20-23 0,0 1 0,0-1 0,-3 1 16,1 0-16,-1 0 0,-7 10 0,-3 2 0,0-1 16,-7 11-16,17-27 0,-3 1 0,1 0 0,-7 11 15,0 0-15,1 1 0,-9 14 0,7-22 0,0 0 16,0 1-16,-2-3 0,1 0 0,-1 0 0,-1 12 0,-2 1 15,0 0-15,-2 11 0,-2-25 0,1 0 0,0 0 16,1 25-16,0 0 0,-2-14 0,2 1 0,0 0 16,-4-17-16,0 0 0,-1 0 0,5 30 0,-7-29 15,1 1-15,0 0 0,2 14 0,1 1 0,-1 0 0,-9-16 16,1 2-16,-1 0 0,13 27 0,-8-15 0,2-1 16,0 1-16,-10-4 0,2-1 0,-1 1 0,-6 1 15,3-1-15,-1 0 0,19 19 0,-10-10 0,0 1 16,-1 0-16,11 9 0,-20-12 0,1 0 0,0 0 15,-5-1-15,-1 0 0,0 0 0,-3 2 0,1 0 0,0 1 16,27 10-16,0 0 0,-28-8 0,1 0 0,1-1 16,-5 3-16,0 0 0,0 0 0,-1 4 0,2 0 15,0-1-15,-1 5 0,2-2 0,0 0 0,-5 2 16,2 0-16,0 1 0,32-3 0,-31 4 0,-1 0 16,1-1-16,-4 3 0,1-1 0,0 0 0,3 1 0,1 0 15,0-1-15,-4 3 0,2-1 0,0 0 0,2 2 16,1-1-16,0 0 0,-2 2 0,0 0 0,0 0 15,3 1-15,0-2 0,0 0 0,-1 4 0,1-1 16,-1-1-16,2 1 0,1 0 0,0 0 0,-2 1 0,0 0 16,0 1-16,2-1 0,2-1 0,-1 1 0,-2 2 15,1-1-15,0 1 0,3 0 0,-1-1 0,0 0 16,12-7-16,1 0 0,1-1 0,-16 12 0,0-2 16,0 0-16,11-7 0,1 1 0,1-1 0,-7 6 15,2-1-15,-1 1 0,-1 3 0,-1-1 0,0-1 0,10-7 16,0-1-16,1 0 0,-6 9 0,0 0 0,1-1 15,-3 5-15,1-1 0,1 0 0,8-9 0,-1-1 16,1 0-16,-5 12 0,1-1 0,1 1 0,-1 3 16,0 1-16,1 0 0,5-13 0,0 0 0,1-1 15,-3 12-15,2 0 0,0-1 0,-2 5 0,3-1 16,0 0-16,1-13 0,2 0 0,0-1 0,-1 11 0,2 0 16,0 0-16,0 3 0,1 0 0,0 0 0,0-13 15,0 0-15,0 0 0,4 8 0,0 1 0,0 0 16,3 3-16,-1-1 0,1 0 0,-3-12 0,-1-1 15,0 0-15,6 10 0,1-1 0,-1 1 0,2 2 0,1-1 16,-1 0-16,-4-11 0,-2 0 0,1 0 0,8 6 16,-1 0-16,1-1 0,4 3 0,-1-2 0,0 1 15,-8-9-15,-1 0 0,0-1 0,11 4 0,-1-1 16,-1 0-16,5 2 0,0-1 0,-1 0 0,-8-6 0,-3-1 16,0 0-16,12 2 0,-1-1 0,-1 0 0,6-1 15,-1 0-15,0 1 0,-12-4 0,-1-1 0,-1 0 16,12-2-16,-1 0 0,1 0 0,4-3 0,-1 1 15,0 0-15,-1-5 0,-2 0 0,1 0 0,-11 3 16,-2 0-16,0 0 0</inkml:trace>
  <inkml:trace contextRef="#ctx0" brushRef="#br0" timeOffset="68428.0364">28294 8138 0,'0'0'0,"0"0"0,0 0 0,0 0 16,0 0-16,0 0 15,0 0 1,0 0-16,0 0 0,0 0 0,0 0 15,18 2-15,1-1 0,0 1 0,-19-2 0,22 11 16,0 0-16,0 0 0,-10-4 0,-2-1 0,1 1 16,-11-7-16,5 3 0,-1-2 0,0 2 0,-4-3 0,1 1 15,0 1-15,0-1 0,9 13 0,-2 1 0,0 0 16,-2-6-16,-2 0 0,1 0 0,2 9 0,-2 0 16,0 0-16,-5-18 0,3 9 0,0 1 0,0 0 15,-2-5-15,1-1 0,-1-2 0,0 0 0,-1-1 16,0 0-16,7 9 0,0-1 0,0 0 0,-3-3 0,1-1 15,-1 0-15,-2-3 0,-1 0 0,0 0 0</inkml:trace>
  <inkml:trace contextRef="#ctx0" brushRef="#br0" timeOffset="68561.1583">28670 8071 0,'-18'-6'0,"-1"10"0,-18 16 15,-9 30-15,-6 3 16,-53 56-1,-30 47-15,135-156 16,0 0-16,0 0 0,-56 62 0,1-2 0,0 1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0" timeString="2026-07-31T08:42:04.518"/>
    </inkml:context>
    <inkml:brush xml:id="br0">
      <inkml:brushProperty name="width" value="0.05292" units="cm"/>
      <inkml:brushProperty name="height" value="0.05292" units="cm"/>
      <inkml:brushProperty name="color" value="#FF0000"/>
    </inkml:brush>
  </inkml:definitions>
  <inkml:trace contextRef="#ctx0" brushRef="#br0">3156 9008 0,'0'0'0,"0"0"16,0 0-1,0 0-15,0 0 16,0 0-1,0 0-15,0 0 0,0 0 16,0 0-16,0 0 0,0 0 0,0 0 0,0 0 16,0 0-16,0 0 0,0 0 0,-8 3 0,-1-1 15,2 0-15,7-2 0,0 0 0,0 0 0,-4 5 16,1 0-16,1 1 0,2-6 0,6 7 0,-2-2 0,-1 1 16,-3-6-16,0 0 0,5 4 0,0 0 0,-2 0 15,1 0-15,-1-1 0,2 1 0,3 1 0,0-1 16,-2 0-16,-6-4 0,14-2 0,-3 1 0,1 1 15,5-5-15,-1 0 0,-1 1 0,-15 4 0,14-7 16,-1 2-16,0-2 0,23-16 0,-4 2 0,1-2 0,-33 23 16,44-32-16,-1 0 0,-1 0 0,6-7 0,1 3 15,1-2-15,8-2 0,-1 2 0,1-1 0,-58 39 16,60-45-16,1 2 0,-2-1 0</inkml:trace>
</inkml:ink>
</file>

<file path=ppt/ink/ink1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11.56627" units="1/cm"/>
          <inkml:channelProperty channel="Y" name="resolution" value="11.56317" units="1/cm"/>
          <inkml:channelProperty channel="T" name="resolution" value="1" units="1/dev"/>
        </inkml:channelProperties>
      </inkml:inkSource>
      <inkml:timestamp xml:id="ts0" timeString="2026-07-31T08:42:46.463"/>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32767" units="cm"/>
          <inkml:channel name="Y" type="integer" max="32767" units="cm"/>
          <inkml:channel name="T" type="integer" max="2.14748E9" units="dev"/>
        </inkml:traceFormat>
        <inkml:channelProperties>
          <inkml:channelProperty channel="X" name="resolution" value="341.67883" units="1/cm"/>
          <inkml:channelProperty channel="Y" name="resolution" value="596.30573" units="1/cm"/>
          <inkml:channelProperty channel="T" name="resolution" value="1" units="1/dev"/>
        </inkml:channelProperties>
      </inkml:inkSource>
      <inkml:timestamp xml:id="ts1" timeString="2026-07-31T08:42:51.328"/>
    </inkml:context>
  </inkml:definitions>
  <inkml:trace contextRef="#ctx0" brushRef="#br0">7655 35 0</inkml:trace>
  <inkml:trace contextRef="#ctx1" brushRef="#br0">5190 11746 0,'0'0'0,"0"0"0,0 0 0,0 0 15,0 0-15,0 0 16,0 0-16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274494-65A5-45D5-A25A-68C732A8C6CB}" type="datetimeFigureOut">
              <a:rPr lang="en-IN" smtClean="0"/>
              <a:t>07-08-2026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6982AF-F831-4D42-ADA7-9D409D5B8CB5}" type="slidenum">
              <a:rPr lang="en-IN" smtClean="0"/>
              <a:t>‹#›</a:t>
            </a:fld>
            <a:endParaRPr lang="en-IN"/>
          </a:p>
        </p:txBody>
      </p:sp>
    </p:spTree>
    <p:extLst>
      <p:ext uri="{BB962C8B-B14F-4D97-AF65-F5344CB8AC3E}">
        <p14:creationId xmlns:p14="http://schemas.microsoft.com/office/powerpoint/2010/main" val="1519125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268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3689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0081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50917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6654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0590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3814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6666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78186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1321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8008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4816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11819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extLst>
      <p:ext uri="{BB962C8B-B14F-4D97-AF65-F5344CB8AC3E}">
        <p14:creationId xmlns:p14="http://schemas.microsoft.com/office/powerpoint/2010/main" val="3984432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571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50657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54103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79614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 name="Google Shape;33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0159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8398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6" name="Google Shape;35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08788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62246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4" name="Google Shape;37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096429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2D5C26-5C1D-4F03-B83D-CE8A6A38FE2D}" type="slidenum">
              <a:rPr lang="en-IN" smtClean="0"/>
              <a:t>35</a:t>
            </a:fld>
            <a:endParaRPr lang="en-IN"/>
          </a:p>
        </p:txBody>
      </p:sp>
    </p:spTree>
    <p:extLst>
      <p:ext uri="{BB962C8B-B14F-4D97-AF65-F5344CB8AC3E}">
        <p14:creationId xmlns:p14="http://schemas.microsoft.com/office/powerpoint/2010/main" val="397134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148C5-F4F5-48DA-B9C4-D93D80457B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AF7220-C799-4651-A980-67BA0D369F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135F93-A8D2-42DC-BDEF-59F299AD1656}"/>
              </a:ext>
            </a:extLst>
          </p:cNvPr>
          <p:cNvSpPr>
            <a:spLocks noGrp="1"/>
          </p:cNvSpPr>
          <p:nvPr>
            <p:ph type="dt" sz="half" idx="10"/>
          </p:nvPr>
        </p:nvSpPr>
        <p:spPr/>
        <p:txBody>
          <a:bodyPr/>
          <a:lstStyle/>
          <a:p>
            <a:fld id="{C0D70AA2-2EA5-447B-A1B1-0C0E5B6A76EE}" type="datetime1">
              <a:rPr lang="en-IN" smtClean="0"/>
              <a:t>07-08-2026</a:t>
            </a:fld>
            <a:endParaRPr lang="en-IN"/>
          </a:p>
        </p:txBody>
      </p:sp>
      <p:sp>
        <p:nvSpPr>
          <p:cNvPr id="5" name="Footer Placeholder 4">
            <a:extLst>
              <a:ext uri="{FF2B5EF4-FFF2-40B4-BE49-F238E27FC236}">
                <a16:creationId xmlns:a16="http://schemas.microsoft.com/office/drawing/2014/main" id="{BE37505E-0C33-4B35-8C34-60511987951C}"/>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95918376-6200-4C6A-B73B-514B1EC91D5A}"/>
              </a:ext>
            </a:extLst>
          </p:cNvPr>
          <p:cNvSpPr>
            <a:spLocks noGrp="1"/>
          </p:cNvSpPr>
          <p:nvPr>
            <p:ph type="sldNum" sz="quarter" idx="12"/>
          </p:nvPr>
        </p:nvSpPr>
        <p:spPr/>
        <p:txBody>
          <a:bodyPr/>
          <a:lstStyle/>
          <a:p>
            <a:fld id="{1B54D8FF-EF5B-4EB3-8932-2954AF2E825B}" type="slidenum">
              <a:rPr lang="en-IN" smtClean="0"/>
              <a:t>‹#›</a:t>
            </a:fld>
            <a:endParaRPr lang="en-IN"/>
          </a:p>
        </p:txBody>
      </p:sp>
    </p:spTree>
    <p:extLst>
      <p:ext uri="{BB962C8B-B14F-4D97-AF65-F5344CB8AC3E}">
        <p14:creationId xmlns:p14="http://schemas.microsoft.com/office/powerpoint/2010/main" val="3312080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3EAD8-2B42-4EEB-B610-78E66070D2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504675-3148-4D03-B663-59C545DA97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83D87B-9EA9-4114-9869-3490728A1985}"/>
              </a:ext>
            </a:extLst>
          </p:cNvPr>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a:extLst>
              <a:ext uri="{FF2B5EF4-FFF2-40B4-BE49-F238E27FC236}">
                <a16:creationId xmlns:a16="http://schemas.microsoft.com/office/drawing/2014/main" id="{AF4A59BF-D699-4374-8A02-1569EC81DA0A}"/>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B0DCDDDD-5310-4984-B529-349342AB48D8}"/>
              </a:ext>
            </a:extLst>
          </p:cNvPr>
          <p:cNvSpPr>
            <a:spLocks noGrp="1"/>
          </p:cNvSpPr>
          <p:nvPr>
            <p:ph type="sldNum" sz="quarter" idx="12"/>
          </p:nvPr>
        </p:nvSpPr>
        <p:spPr/>
        <p:txBody>
          <a:bodyPr/>
          <a:lstStyle/>
          <a:p>
            <a:fld id="{1B54D8FF-EF5B-4EB3-8932-2954AF2E825B}" type="slidenum">
              <a:rPr lang="en-IN" smtClean="0"/>
              <a:t>‹#›</a:t>
            </a:fld>
            <a:endParaRPr lang="en-IN"/>
          </a:p>
        </p:txBody>
      </p:sp>
    </p:spTree>
    <p:extLst>
      <p:ext uri="{BB962C8B-B14F-4D97-AF65-F5344CB8AC3E}">
        <p14:creationId xmlns:p14="http://schemas.microsoft.com/office/powerpoint/2010/main" val="2931555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E241E-EF67-45D9-AF7F-34CE20AE97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C89BCD2-8884-46E6-9263-D3FB938F16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C54C3E-CB72-4988-BF5D-780D9B4AC043}"/>
              </a:ext>
            </a:extLst>
          </p:cNvPr>
          <p:cNvSpPr>
            <a:spLocks noGrp="1"/>
          </p:cNvSpPr>
          <p:nvPr>
            <p:ph type="dt" sz="half" idx="10"/>
          </p:nvPr>
        </p:nvSpPr>
        <p:spPr/>
        <p:txBody>
          <a:bodyPr/>
          <a:lstStyle/>
          <a:p>
            <a:fld id="{A3AEDC4F-CE07-4957-AE0E-ED1993A6BC04}" type="datetime1">
              <a:rPr lang="en-IN" smtClean="0"/>
              <a:t>07-08-2026</a:t>
            </a:fld>
            <a:endParaRPr lang="en-IN"/>
          </a:p>
        </p:txBody>
      </p:sp>
      <p:sp>
        <p:nvSpPr>
          <p:cNvPr id="5" name="Footer Placeholder 4">
            <a:extLst>
              <a:ext uri="{FF2B5EF4-FFF2-40B4-BE49-F238E27FC236}">
                <a16:creationId xmlns:a16="http://schemas.microsoft.com/office/drawing/2014/main" id="{0274D7C9-6D13-468D-AAA1-51F98846AE0B}"/>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C8020311-97FB-4E43-AEC5-DFCB5CB6198F}"/>
              </a:ext>
            </a:extLst>
          </p:cNvPr>
          <p:cNvSpPr>
            <a:spLocks noGrp="1"/>
          </p:cNvSpPr>
          <p:nvPr>
            <p:ph type="sldNum" sz="quarter" idx="12"/>
          </p:nvPr>
        </p:nvSpPr>
        <p:spPr/>
        <p:txBody>
          <a:bodyPr/>
          <a:lstStyle/>
          <a:p>
            <a:fld id="{1B54D8FF-EF5B-4EB3-8932-2954AF2E825B}" type="slidenum">
              <a:rPr lang="en-IN" smtClean="0"/>
              <a:t>‹#›</a:t>
            </a:fld>
            <a:endParaRPr lang="en-IN"/>
          </a:p>
        </p:txBody>
      </p:sp>
    </p:spTree>
    <p:extLst>
      <p:ext uri="{BB962C8B-B14F-4D97-AF65-F5344CB8AC3E}">
        <p14:creationId xmlns:p14="http://schemas.microsoft.com/office/powerpoint/2010/main" val="1359120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A681B-E100-4F7D-B6F5-C2D5045061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020077-C8D1-4DD0-AE25-1F5AEEE5EF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F7E3B64-F91D-4017-8321-809D71190D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6A066E-80AD-46A5-9EC8-C39B9638E1A5}"/>
              </a:ext>
            </a:extLst>
          </p:cNvPr>
          <p:cNvSpPr>
            <a:spLocks noGrp="1"/>
          </p:cNvSpPr>
          <p:nvPr>
            <p:ph type="dt" sz="half" idx="10"/>
          </p:nvPr>
        </p:nvSpPr>
        <p:spPr/>
        <p:txBody>
          <a:bodyPr/>
          <a:lstStyle/>
          <a:p>
            <a:fld id="{7783D377-42CB-4CFD-BEAB-7AEE78BACFF9}" type="datetime1">
              <a:rPr lang="en-IN" smtClean="0"/>
              <a:t>07-08-2026</a:t>
            </a:fld>
            <a:endParaRPr lang="en-IN"/>
          </a:p>
        </p:txBody>
      </p:sp>
      <p:sp>
        <p:nvSpPr>
          <p:cNvPr id="6" name="Footer Placeholder 5">
            <a:extLst>
              <a:ext uri="{FF2B5EF4-FFF2-40B4-BE49-F238E27FC236}">
                <a16:creationId xmlns:a16="http://schemas.microsoft.com/office/drawing/2014/main" id="{157EE103-6AB8-4057-8421-C68F5011935C}"/>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60CD9F23-7BAA-4F52-AF13-BF6449345A06}"/>
              </a:ext>
            </a:extLst>
          </p:cNvPr>
          <p:cNvSpPr>
            <a:spLocks noGrp="1"/>
          </p:cNvSpPr>
          <p:nvPr>
            <p:ph type="sldNum" sz="quarter" idx="12"/>
          </p:nvPr>
        </p:nvSpPr>
        <p:spPr/>
        <p:txBody>
          <a:bodyPr/>
          <a:lstStyle/>
          <a:p>
            <a:fld id="{1B54D8FF-EF5B-4EB3-8932-2954AF2E825B}" type="slidenum">
              <a:rPr lang="en-IN" smtClean="0"/>
              <a:t>‹#›</a:t>
            </a:fld>
            <a:endParaRPr lang="en-IN"/>
          </a:p>
        </p:txBody>
      </p:sp>
    </p:spTree>
    <p:extLst>
      <p:ext uri="{BB962C8B-B14F-4D97-AF65-F5344CB8AC3E}">
        <p14:creationId xmlns:p14="http://schemas.microsoft.com/office/powerpoint/2010/main" val="3337824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6AA1-2019-4272-8103-1D35C31F22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3D2FD4-8D7B-4F49-8B24-28223B9BD5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272248-AB98-4C00-9EB7-754CB4193D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DF0FB6C-6751-49B5-83BA-4FEC515925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3F32B5-C287-4893-8F2D-9F942BC26E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B9C2C91-159C-45F4-B018-5DB9D521B5CF}"/>
              </a:ext>
            </a:extLst>
          </p:cNvPr>
          <p:cNvSpPr>
            <a:spLocks noGrp="1"/>
          </p:cNvSpPr>
          <p:nvPr>
            <p:ph type="dt" sz="half" idx="10"/>
          </p:nvPr>
        </p:nvSpPr>
        <p:spPr/>
        <p:txBody>
          <a:bodyPr/>
          <a:lstStyle/>
          <a:p>
            <a:fld id="{D3A3C233-DFF0-477B-A809-FE315BC0B356}" type="datetime1">
              <a:rPr lang="en-IN" smtClean="0"/>
              <a:t>07-08-2026</a:t>
            </a:fld>
            <a:endParaRPr lang="en-IN"/>
          </a:p>
        </p:txBody>
      </p:sp>
      <p:sp>
        <p:nvSpPr>
          <p:cNvPr id="8" name="Footer Placeholder 7">
            <a:extLst>
              <a:ext uri="{FF2B5EF4-FFF2-40B4-BE49-F238E27FC236}">
                <a16:creationId xmlns:a16="http://schemas.microsoft.com/office/drawing/2014/main" id="{5A4FD9FA-B231-4C24-ABDD-77970D0E120B}"/>
              </a:ext>
            </a:extLst>
          </p:cNvPr>
          <p:cNvSpPr>
            <a:spLocks noGrp="1"/>
          </p:cNvSpPr>
          <p:nvPr>
            <p:ph type="ftr" sz="quarter" idx="11"/>
          </p:nvPr>
        </p:nvSpPr>
        <p:spPr/>
        <p:txBody>
          <a:bodyPr/>
          <a:lstStyle/>
          <a:p>
            <a:r>
              <a:rPr lang="en-IN"/>
              <a:t>Internet of Things</a:t>
            </a:r>
          </a:p>
        </p:txBody>
      </p:sp>
      <p:sp>
        <p:nvSpPr>
          <p:cNvPr id="9" name="Slide Number Placeholder 8">
            <a:extLst>
              <a:ext uri="{FF2B5EF4-FFF2-40B4-BE49-F238E27FC236}">
                <a16:creationId xmlns:a16="http://schemas.microsoft.com/office/drawing/2014/main" id="{91E2A537-6C15-4C5A-9810-4F3E2432B63A}"/>
              </a:ext>
            </a:extLst>
          </p:cNvPr>
          <p:cNvSpPr>
            <a:spLocks noGrp="1"/>
          </p:cNvSpPr>
          <p:nvPr>
            <p:ph type="sldNum" sz="quarter" idx="12"/>
          </p:nvPr>
        </p:nvSpPr>
        <p:spPr/>
        <p:txBody>
          <a:bodyPr/>
          <a:lstStyle/>
          <a:p>
            <a:fld id="{1B54D8FF-EF5B-4EB3-8932-2954AF2E825B}" type="slidenum">
              <a:rPr lang="en-IN" smtClean="0"/>
              <a:t>‹#›</a:t>
            </a:fld>
            <a:endParaRPr lang="en-IN"/>
          </a:p>
        </p:txBody>
      </p:sp>
    </p:spTree>
    <p:extLst>
      <p:ext uri="{BB962C8B-B14F-4D97-AF65-F5344CB8AC3E}">
        <p14:creationId xmlns:p14="http://schemas.microsoft.com/office/powerpoint/2010/main" val="254792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A6579-62E1-46AB-A97F-ACDAECCCF65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0923927-7017-48F9-8B21-347E92F0D298}"/>
              </a:ext>
            </a:extLst>
          </p:cNvPr>
          <p:cNvSpPr>
            <a:spLocks noGrp="1"/>
          </p:cNvSpPr>
          <p:nvPr>
            <p:ph type="dt" sz="half" idx="10"/>
          </p:nvPr>
        </p:nvSpPr>
        <p:spPr/>
        <p:txBody>
          <a:bodyPr/>
          <a:lstStyle/>
          <a:p>
            <a:fld id="{B8E4304A-285F-4180-A0D3-4C176A8F4C06}" type="datetime1">
              <a:rPr lang="en-IN" smtClean="0"/>
              <a:t>07-08-2026</a:t>
            </a:fld>
            <a:endParaRPr lang="en-IN"/>
          </a:p>
        </p:txBody>
      </p:sp>
      <p:sp>
        <p:nvSpPr>
          <p:cNvPr id="4" name="Footer Placeholder 3">
            <a:extLst>
              <a:ext uri="{FF2B5EF4-FFF2-40B4-BE49-F238E27FC236}">
                <a16:creationId xmlns:a16="http://schemas.microsoft.com/office/drawing/2014/main" id="{102465FB-87AC-4DD6-8E43-5CD70091C0B4}"/>
              </a:ext>
            </a:extLst>
          </p:cNvPr>
          <p:cNvSpPr>
            <a:spLocks noGrp="1"/>
          </p:cNvSpPr>
          <p:nvPr>
            <p:ph type="ftr" sz="quarter" idx="11"/>
          </p:nvPr>
        </p:nvSpPr>
        <p:spPr/>
        <p:txBody>
          <a:bodyPr/>
          <a:lstStyle/>
          <a:p>
            <a:r>
              <a:rPr lang="en-IN"/>
              <a:t>Internet of Things</a:t>
            </a:r>
          </a:p>
        </p:txBody>
      </p:sp>
      <p:sp>
        <p:nvSpPr>
          <p:cNvPr id="5" name="Slide Number Placeholder 4">
            <a:extLst>
              <a:ext uri="{FF2B5EF4-FFF2-40B4-BE49-F238E27FC236}">
                <a16:creationId xmlns:a16="http://schemas.microsoft.com/office/drawing/2014/main" id="{3380F291-4464-4432-9F59-84CCA5AFA554}"/>
              </a:ext>
            </a:extLst>
          </p:cNvPr>
          <p:cNvSpPr>
            <a:spLocks noGrp="1"/>
          </p:cNvSpPr>
          <p:nvPr>
            <p:ph type="sldNum" sz="quarter" idx="12"/>
          </p:nvPr>
        </p:nvSpPr>
        <p:spPr/>
        <p:txBody>
          <a:bodyPr/>
          <a:lstStyle/>
          <a:p>
            <a:fld id="{1B54D8FF-EF5B-4EB3-8932-2954AF2E825B}" type="slidenum">
              <a:rPr lang="en-IN" smtClean="0"/>
              <a:t>‹#›</a:t>
            </a:fld>
            <a:endParaRPr lang="en-IN"/>
          </a:p>
        </p:txBody>
      </p:sp>
    </p:spTree>
    <p:extLst>
      <p:ext uri="{BB962C8B-B14F-4D97-AF65-F5344CB8AC3E}">
        <p14:creationId xmlns:p14="http://schemas.microsoft.com/office/powerpoint/2010/main" val="2089732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84A6E2-3437-4D12-8E7A-0D2F1E4D724A}"/>
              </a:ext>
            </a:extLst>
          </p:cNvPr>
          <p:cNvSpPr>
            <a:spLocks noGrp="1"/>
          </p:cNvSpPr>
          <p:nvPr>
            <p:ph type="dt" sz="half" idx="10"/>
          </p:nvPr>
        </p:nvSpPr>
        <p:spPr/>
        <p:txBody>
          <a:bodyPr/>
          <a:lstStyle/>
          <a:p>
            <a:fld id="{4184235B-1996-43B6-B23A-352EB0889B1C}" type="datetime1">
              <a:rPr lang="en-IN" smtClean="0"/>
              <a:t>07-08-2026</a:t>
            </a:fld>
            <a:endParaRPr lang="en-IN"/>
          </a:p>
        </p:txBody>
      </p:sp>
      <p:sp>
        <p:nvSpPr>
          <p:cNvPr id="3" name="Footer Placeholder 2">
            <a:extLst>
              <a:ext uri="{FF2B5EF4-FFF2-40B4-BE49-F238E27FC236}">
                <a16:creationId xmlns:a16="http://schemas.microsoft.com/office/drawing/2014/main" id="{6B3F2FBF-A37E-4026-8F93-D1876D875374}"/>
              </a:ext>
            </a:extLst>
          </p:cNvPr>
          <p:cNvSpPr>
            <a:spLocks noGrp="1"/>
          </p:cNvSpPr>
          <p:nvPr>
            <p:ph type="ftr" sz="quarter" idx="11"/>
          </p:nvPr>
        </p:nvSpPr>
        <p:spPr/>
        <p:txBody>
          <a:bodyPr/>
          <a:lstStyle/>
          <a:p>
            <a:r>
              <a:rPr lang="en-IN"/>
              <a:t>Internet of Things</a:t>
            </a:r>
          </a:p>
        </p:txBody>
      </p:sp>
      <p:sp>
        <p:nvSpPr>
          <p:cNvPr id="4" name="Slide Number Placeholder 3">
            <a:extLst>
              <a:ext uri="{FF2B5EF4-FFF2-40B4-BE49-F238E27FC236}">
                <a16:creationId xmlns:a16="http://schemas.microsoft.com/office/drawing/2014/main" id="{4A370AC7-C51A-4008-96F1-080FD8A401FB}"/>
              </a:ext>
            </a:extLst>
          </p:cNvPr>
          <p:cNvSpPr>
            <a:spLocks noGrp="1"/>
          </p:cNvSpPr>
          <p:nvPr>
            <p:ph type="sldNum" sz="quarter" idx="12"/>
          </p:nvPr>
        </p:nvSpPr>
        <p:spPr/>
        <p:txBody>
          <a:bodyPr/>
          <a:lstStyle/>
          <a:p>
            <a:fld id="{1B54D8FF-EF5B-4EB3-8932-2954AF2E825B}" type="slidenum">
              <a:rPr lang="en-IN" smtClean="0"/>
              <a:t>‹#›</a:t>
            </a:fld>
            <a:endParaRPr lang="en-IN"/>
          </a:p>
        </p:txBody>
      </p:sp>
    </p:spTree>
    <p:extLst>
      <p:ext uri="{BB962C8B-B14F-4D97-AF65-F5344CB8AC3E}">
        <p14:creationId xmlns:p14="http://schemas.microsoft.com/office/powerpoint/2010/main" val="2640110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F405F-A686-4EC4-B1D8-32E8280B99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467BBD-4109-44A7-968E-F2611B54B2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91DC1D1-3182-4558-BF7C-22DFB7A62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B7F61D-9037-4C80-B3A9-ADB6829C8048}"/>
              </a:ext>
            </a:extLst>
          </p:cNvPr>
          <p:cNvSpPr>
            <a:spLocks noGrp="1"/>
          </p:cNvSpPr>
          <p:nvPr>
            <p:ph type="dt" sz="half" idx="10"/>
          </p:nvPr>
        </p:nvSpPr>
        <p:spPr/>
        <p:txBody>
          <a:bodyPr/>
          <a:lstStyle/>
          <a:p>
            <a:fld id="{3E1AD736-547B-4ADC-BD65-0311135FFF63}" type="datetime1">
              <a:rPr lang="en-IN" smtClean="0"/>
              <a:t>07-08-2026</a:t>
            </a:fld>
            <a:endParaRPr lang="en-IN"/>
          </a:p>
        </p:txBody>
      </p:sp>
      <p:sp>
        <p:nvSpPr>
          <p:cNvPr id="6" name="Footer Placeholder 5">
            <a:extLst>
              <a:ext uri="{FF2B5EF4-FFF2-40B4-BE49-F238E27FC236}">
                <a16:creationId xmlns:a16="http://schemas.microsoft.com/office/drawing/2014/main" id="{00B2163A-1A98-483D-A208-5841E970EB40}"/>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D0583937-B360-4949-8419-9168AC5B629C}"/>
              </a:ext>
            </a:extLst>
          </p:cNvPr>
          <p:cNvSpPr>
            <a:spLocks noGrp="1"/>
          </p:cNvSpPr>
          <p:nvPr>
            <p:ph type="sldNum" sz="quarter" idx="12"/>
          </p:nvPr>
        </p:nvSpPr>
        <p:spPr/>
        <p:txBody>
          <a:bodyPr/>
          <a:lstStyle/>
          <a:p>
            <a:fld id="{1B54D8FF-EF5B-4EB3-8932-2954AF2E825B}" type="slidenum">
              <a:rPr lang="en-IN" smtClean="0"/>
              <a:t>‹#›</a:t>
            </a:fld>
            <a:endParaRPr lang="en-IN"/>
          </a:p>
        </p:txBody>
      </p:sp>
    </p:spTree>
    <p:extLst>
      <p:ext uri="{BB962C8B-B14F-4D97-AF65-F5344CB8AC3E}">
        <p14:creationId xmlns:p14="http://schemas.microsoft.com/office/powerpoint/2010/main" val="379798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11875-EA49-4FF8-AE5E-D02E6C8E69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29DAEF-CB59-4FB3-802B-BE53D1BFEF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62DECA0-8767-448C-B565-B57ECFF63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62C752-E1F0-4195-AA52-087329B4E340}"/>
              </a:ext>
            </a:extLst>
          </p:cNvPr>
          <p:cNvSpPr>
            <a:spLocks noGrp="1"/>
          </p:cNvSpPr>
          <p:nvPr>
            <p:ph type="dt" sz="half" idx="10"/>
          </p:nvPr>
        </p:nvSpPr>
        <p:spPr/>
        <p:txBody>
          <a:bodyPr/>
          <a:lstStyle/>
          <a:p>
            <a:fld id="{1A46D8F1-264A-4EDD-A654-07D6040F8842}" type="datetime1">
              <a:rPr lang="en-IN" smtClean="0"/>
              <a:t>07-08-2026</a:t>
            </a:fld>
            <a:endParaRPr lang="en-IN"/>
          </a:p>
        </p:txBody>
      </p:sp>
      <p:sp>
        <p:nvSpPr>
          <p:cNvPr id="6" name="Footer Placeholder 5">
            <a:extLst>
              <a:ext uri="{FF2B5EF4-FFF2-40B4-BE49-F238E27FC236}">
                <a16:creationId xmlns:a16="http://schemas.microsoft.com/office/drawing/2014/main" id="{34C18457-4A2C-41B0-B7A0-56CBEB112638}"/>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1F38AF76-ECD2-445E-A06A-DF1597189E9C}"/>
              </a:ext>
            </a:extLst>
          </p:cNvPr>
          <p:cNvSpPr>
            <a:spLocks noGrp="1"/>
          </p:cNvSpPr>
          <p:nvPr>
            <p:ph type="sldNum" sz="quarter" idx="12"/>
          </p:nvPr>
        </p:nvSpPr>
        <p:spPr/>
        <p:txBody>
          <a:bodyPr/>
          <a:lstStyle/>
          <a:p>
            <a:fld id="{1B54D8FF-EF5B-4EB3-8932-2954AF2E825B}" type="slidenum">
              <a:rPr lang="en-IN" smtClean="0"/>
              <a:t>‹#›</a:t>
            </a:fld>
            <a:endParaRPr lang="en-IN"/>
          </a:p>
        </p:txBody>
      </p:sp>
    </p:spTree>
    <p:extLst>
      <p:ext uri="{BB962C8B-B14F-4D97-AF65-F5344CB8AC3E}">
        <p14:creationId xmlns:p14="http://schemas.microsoft.com/office/powerpoint/2010/main" val="4024115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3B857-1E6A-4B0E-A251-B8783AEFC92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D61A55-B1FA-4E99-BDEC-699E87DAC8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CBB59A-0FF7-4745-9AD7-EC9FF471FB50}"/>
              </a:ext>
            </a:extLst>
          </p:cNvPr>
          <p:cNvSpPr>
            <a:spLocks noGrp="1"/>
          </p:cNvSpPr>
          <p:nvPr>
            <p:ph type="dt" sz="half" idx="10"/>
          </p:nvPr>
        </p:nvSpPr>
        <p:spPr/>
        <p:txBody>
          <a:bodyPr/>
          <a:lstStyle/>
          <a:p>
            <a:fld id="{0525D602-91D3-4D25-980F-713E61875CFE}" type="datetime1">
              <a:rPr lang="en-IN" smtClean="0"/>
              <a:t>07-08-2026</a:t>
            </a:fld>
            <a:endParaRPr lang="en-IN"/>
          </a:p>
        </p:txBody>
      </p:sp>
      <p:sp>
        <p:nvSpPr>
          <p:cNvPr id="5" name="Footer Placeholder 4">
            <a:extLst>
              <a:ext uri="{FF2B5EF4-FFF2-40B4-BE49-F238E27FC236}">
                <a16:creationId xmlns:a16="http://schemas.microsoft.com/office/drawing/2014/main" id="{B0A946CA-797F-47D7-91A2-0F0AEDA79B21}"/>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D426E9EC-7DE8-4ABB-884A-AEB60B248287}"/>
              </a:ext>
            </a:extLst>
          </p:cNvPr>
          <p:cNvSpPr>
            <a:spLocks noGrp="1"/>
          </p:cNvSpPr>
          <p:nvPr>
            <p:ph type="sldNum" sz="quarter" idx="12"/>
          </p:nvPr>
        </p:nvSpPr>
        <p:spPr/>
        <p:txBody>
          <a:bodyPr/>
          <a:lstStyle/>
          <a:p>
            <a:fld id="{1B54D8FF-EF5B-4EB3-8932-2954AF2E825B}" type="slidenum">
              <a:rPr lang="en-IN" smtClean="0"/>
              <a:t>‹#›</a:t>
            </a:fld>
            <a:endParaRPr lang="en-IN"/>
          </a:p>
        </p:txBody>
      </p:sp>
    </p:spTree>
    <p:extLst>
      <p:ext uri="{BB962C8B-B14F-4D97-AF65-F5344CB8AC3E}">
        <p14:creationId xmlns:p14="http://schemas.microsoft.com/office/powerpoint/2010/main" val="1473055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F5179F-5973-49C9-AE55-84DA07A520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032001-5B39-4578-9463-37C5C6BE70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FD5130-53AC-47B1-A688-F092FE86AD92}"/>
              </a:ext>
            </a:extLst>
          </p:cNvPr>
          <p:cNvSpPr>
            <a:spLocks noGrp="1"/>
          </p:cNvSpPr>
          <p:nvPr>
            <p:ph type="dt" sz="half" idx="10"/>
          </p:nvPr>
        </p:nvSpPr>
        <p:spPr/>
        <p:txBody>
          <a:bodyPr/>
          <a:lstStyle/>
          <a:p>
            <a:fld id="{2EF20FC7-7696-44F9-91CD-783F21E73833}" type="datetime1">
              <a:rPr lang="en-IN" smtClean="0"/>
              <a:t>07-08-2026</a:t>
            </a:fld>
            <a:endParaRPr lang="en-IN"/>
          </a:p>
        </p:txBody>
      </p:sp>
      <p:sp>
        <p:nvSpPr>
          <p:cNvPr id="5" name="Footer Placeholder 4">
            <a:extLst>
              <a:ext uri="{FF2B5EF4-FFF2-40B4-BE49-F238E27FC236}">
                <a16:creationId xmlns:a16="http://schemas.microsoft.com/office/drawing/2014/main" id="{820E193F-559B-4441-839A-4137FAF8808A}"/>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52912CC5-F93F-4A0A-9867-F97E84991D1F}"/>
              </a:ext>
            </a:extLst>
          </p:cNvPr>
          <p:cNvSpPr>
            <a:spLocks noGrp="1"/>
          </p:cNvSpPr>
          <p:nvPr>
            <p:ph type="sldNum" sz="quarter" idx="12"/>
          </p:nvPr>
        </p:nvSpPr>
        <p:spPr/>
        <p:txBody>
          <a:bodyPr/>
          <a:lstStyle/>
          <a:p>
            <a:fld id="{1B54D8FF-EF5B-4EB3-8932-2954AF2E825B}" type="slidenum">
              <a:rPr lang="en-IN" smtClean="0"/>
              <a:t>‹#›</a:t>
            </a:fld>
            <a:endParaRPr lang="en-IN"/>
          </a:p>
        </p:txBody>
      </p:sp>
    </p:spTree>
    <p:extLst>
      <p:ext uri="{BB962C8B-B14F-4D97-AF65-F5344CB8AC3E}">
        <p14:creationId xmlns:p14="http://schemas.microsoft.com/office/powerpoint/2010/main" val="2471718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2DE90E-1195-4624-9588-BB05BD3694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396C82D-74FD-4029-B928-B9CE793157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0C73CC-95F2-4990-95CC-C0B456D075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CCF84E-6F97-47A6-AEC9-98F4EB9BDF28}" type="datetime1">
              <a:rPr lang="en-IN" smtClean="0"/>
              <a:t>07-08-2026</a:t>
            </a:fld>
            <a:endParaRPr lang="en-IN"/>
          </a:p>
        </p:txBody>
      </p:sp>
      <p:sp>
        <p:nvSpPr>
          <p:cNvPr id="5" name="Footer Placeholder 4">
            <a:extLst>
              <a:ext uri="{FF2B5EF4-FFF2-40B4-BE49-F238E27FC236}">
                <a16:creationId xmlns:a16="http://schemas.microsoft.com/office/drawing/2014/main" id="{14E9FFAB-6D5A-45CD-B35A-6AAB4B2C1B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Internet of Things</a:t>
            </a:r>
          </a:p>
        </p:txBody>
      </p:sp>
      <p:sp>
        <p:nvSpPr>
          <p:cNvPr id="6" name="Slide Number Placeholder 5">
            <a:extLst>
              <a:ext uri="{FF2B5EF4-FFF2-40B4-BE49-F238E27FC236}">
                <a16:creationId xmlns:a16="http://schemas.microsoft.com/office/drawing/2014/main" id="{B94FFEDB-2369-4ECC-B8BE-331485BA6C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54D8FF-EF5B-4EB3-8932-2954AF2E825B}" type="slidenum">
              <a:rPr lang="en-IN" smtClean="0"/>
              <a:t>‹#›</a:t>
            </a:fld>
            <a:endParaRPr lang="en-IN"/>
          </a:p>
        </p:txBody>
      </p:sp>
    </p:spTree>
    <p:extLst>
      <p:ext uri="{BB962C8B-B14F-4D97-AF65-F5344CB8AC3E}">
        <p14:creationId xmlns:p14="http://schemas.microsoft.com/office/powerpoint/2010/main" val="3185924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customXml" Target="../ink/ink2.xml"/></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customXml" Target="../ink/ink4.xml"/></Relationships>
</file>

<file path=ppt/slides/_rels/slide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customXml" Target="../ink/ink6.xml"/></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customXml" Target="../ink/ink8.xml"/></Relationships>
</file>

<file path=ppt/slides/_rels/slide10.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customXml" Target="../ink/ink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17.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18.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customXml" Target="../ink/ink1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0080" y="1122363"/>
            <a:ext cx="11338560" cy="1663868"/>
          </a:xfrm>
        </p:spPr>
        <p:txBody>
          <a:bodyPr>
            <a:normAutofit fontScale="90000"/>
          </a:bodyPr>
          <a:lstStyle/>
          <a:p>
            <a:r>
              <a:rPr lang="en-US" b="1" dirty="0"/>
              <a:t>Internet of </a:t>
            </a:r>
            <a:r>
              <a:rPr lang="en-US" b="1" dirty="0" smtClean="0"/>
              <a:t>Things</a:t>
            </a:r>
            <a:r>
              <a:rPr lang="en-US" b="1" dirty="0"/>
              <a:t/>
            </a:r>
            <a:br>
              <a:rPr lang="en-US" b="1" dirty="0"/>
            </a:br>
            <a:r>
              <a:rPr lang="en-US" b="1" dirty="0" smtClean="0"/>
              <a:t>Lect. </a:t>
            </a:r>
            <a:r>
              <a:rPr lang="en-US" b="1" smtClean="0"/>
              <a:t>#</a:t>
            </a:r>
            <a:r>
              <a:rPr lang="en-US" b="1" dirty="0"/>
              <a:t> </a:t>
            </a:r>
            <a:r>
              <a:rPr lang="en-US" b="1" smtClean="0"/>
              <a:t>3 </a:t>
            </a:r>
            <a:r>
              <a:rPr lang="en-US" b="1" dirty="0" smtClean="0"/>
              <a:t>-6</a:t>
            </a:r>
            <a:endParaRPr lang="en-US" b="1" dirty="0"/>
          </a:p>
        </p:txBody>
      </p:sp>
      <p:sp>
        <p:nvSpPr>
          <p:cNvPr id="3" name="Subtitle 2"/>
          <p:cNvSpPr>
            <a:spLocks noGrp="1"/>
          </p:cNvSpPr>
          <p:nvPr>
            <p:ph type="subTitle" idx="1"/>
          </p:nvPr>
        </p:nvSpPr>
        <p:spPr>
          <a:xfrm>
            <a:off x="1524000" y="3602038"/>
            <a:ext cx="9144000" cy="2691186"/>
          </a:xfrm>
        </p:spPr>
        <p:txBody>
          <a:bodyPr/>
          <a:lstStyle/>
          <a:p>
            <a:endParaRPr lang="en-US" b="1" dirty="0"/>
          </a:p>
          <a:p>
            <a:endParaRPr lang="en-US" b="1" dirty="0"/>
          </a:p>
          <a:p>
            <a:r>
              <a:rPr lang="en-US" b="1" dirty="0"/>
              <a:t>Prof. </a:t>
            </a:r>
            <a:r>
              <a:rPr lang="en-US" b="1" dirty="0" err="1"/>
              <a:t>Suchismita</a:t>
            </a:r>
            <a:r>
              <a:rPr lang="en-US" b="1" dirty="0"/>
              <a:t> </a:t>
            </a:r>
            <a:r>
              <a:rPr lang="en-US" b="1" dirty="0" err="1"/>
              <a:t>Chinara</a:t>
            </a:r>
            <a:endParaRPr lang="en-US" b="1" dirty="0"/>
          </a:p>
          <a:p>
            <a:r>
              <a:rPr lang="en-US" b="1" dirty="0"/>
              <a:t>Dept. of Computer Science </a:t>
            </a:r>
            <a:r>
              <a:rPr lang="en-US" b="1" dirty="0" err="1"/>
              <a:t>Engg</a:t>
            </a:r>
            <a:r>
              <a:rPr lang="en-US" b="1" dirty="0"/>
              <a:t>.</a:t>
            </a:r>
          </a:p>
          <a:p>
            <a:r>
              <a:rPr lang="en-US" b="1" dirty="0"/>
              <a:t>National Institute of Technology Rourkela-769008</a:t>
            </a:r>
          </a:p>
        </p:txBody>
      </p:sp>
      <p:sp>
        <p:nvSpPr>
          <p:cNvPr id="4" name="Date Placeholder 3"/>
          <p:cNvSpPr>
            <a:spLocks noGrp="1"/>
          </p:cNvSpPr>
          <p:nvPr>
            <p:ph type="dt" sz="half" idx="10"/>
          </p:nvPr>
        </p:nvSpPr>
        <p:spPr/>
        <p:txBody>
          <a:bodyPr/>
          <a:lstStyle/>
          <a:p>
            <a:fld id="{53629A24-39C1-47FD-A6C8-00DDE6CFB9ED}" type="datetime1">
              <a:rPr lang="en-IN" smtClean="0"/>
              <a:t>07-08-2026</a:t>
            </a:fld>
            <a:endParaRPr lang="en-US"/>
          </a:p>
        </p:txBody>
      </p:sp>
      <p:sp>
        <p:nvSpPr>
          <p:cNvPr id="5" name="Footer Placeholder 4"/>
          <p:cNvSpPr>
            <a:spLocks noGrp="1"/>
          </p:cNvSpPr>
          <p:nvPr>
            <p:ph type="ftr" sz="quarter" idx="11"/>
          </p:nvPr>
        </p:nvSpPr>
        <p:spPr/>
        <p:txBody>
          <a:bodyPr/>
          <a:lstStyle/>
          <a:p>
            <a:r>
              <a:rPr lang="en-US"/>
              <a:t>Internet of Things</a:t>
            </a:r>
          </a:p>
        </p:txBody>
      </p:sp>
      <p:sp>
        <p:nvSpPr>
          <p:cNvPr id="6" name="Slide Number Placeholder 5"/>
          <p:cNvSpPr>
            <a:spLocks noGrp="1"/>
          </p:cNvSpPr>
          <p:nvPr>
            <p:ph type="sldNum" sz="quarter" idx="12"/>
          </p:nvPr>
        </p:nvSpPr>
        <p:spPr/>
        <p:txBody>
          <a:bodyPr/>
          <a:lstStyle/>
          <a:p>
            <a:fld id="{CB11CA4D-55D5-43B2-9EAD-DBFCD82C487F}" type="slidenum">
              <a:rPr lang="en-US" smtClean="0"/>
              <a:t>1</a:t>
            </a:fld>
            <a:endParaRPr lang="en-US"/>
          </a:p>
        </p:txBody>
      </p:sp>
    </p:spTree>
    <p:extLst>
      <p:ext uri="{BB962C8B-B14F-4D97-AF65-F5344CB8AC3E}">
        <p14:creationId xmlns:p14="http://schemas.microsoft.com/office/powerpoint/2010/main" val="17153562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8"/>
          <p:cNvSpPr txBox="1">
            <a:spLocks noGrp="1"/>
          </p:cNvSpPr>
          <p:nvPr>
            <p:ph type="title"/>
          </p:nvPr>
        </p:nvSpPr>
        <p:spPr>
          <a:xfrm>
            <a:off x="838200" y="365126"/>
            <a:ext cx="10515600" cy="8570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err="1"/>
              <a:t>IoT</a:t>
            </a:r>
            <a:r>
              <a:rPr lang="en-US" dirty="0"/>
              <a:t> Level 1</a:t>
            </a:r>
            <a:endParaRPr dirty="0"/>
          </a:p>
        </p:txBody>
      </p:sp>
      <p:sp>
        <p:nvSpPr>
          <p:cNvPr id="260" name="Google Shape;260;p18"/>
          <p:cNvSpPr txBox="1">
            <a:spLocks noGrp="1"/>
          </p:cNvSpPr>
          <p:nvPr>
            <p:ph type="body" idx="1"/>
          </p:nvPr>
        </p:nvSpPr>
        <p:spPr>
          <a:xfrm>
            <a:off x="838200" y="1503484"/>
            <a:ext cx="10515600" cy="485286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555555"/>
              </a:buClr>
              <a:buSzPts val="2800"/>
              <a:buChar char="•"/>
            </a:pPr>
            <a:r>
              <a:rPr lang="en-US" b="0" i="0" dirty="0">
                <a:solidFill>
                  <a:srgbClr val="555555"/>
                </a:solidFill>
                <a:latin typeface="Arial"/>
                <a:ea typeface="Arial"/>
                <a:cs typeface="Arial"/>
                <a:sym typeface="Arial"/>
              </a:rPr>
              <a:t>This level consists of </a:t>
            </a:r>
            <a:r>
              <a:rPr lang="en-US" b="0" i="0" dirty="0" smtClean="0">
                <a:solidFill>
                  <a:srgbClr val="555555"/>
                </a:solidFill>
                <a:latin typeface="Arial"/>
                <a:ea typeface="Arial"/>
                <a:cs typeface="Arial"/>
                <a:sym typeface="Arial"/>
              </a:rPr>
              <a:t>data collection, analysis,  </a:t>
            </a:r>
            <a:r>
              <a:rPr lang="en-US" b="0" i="0" dirty="0">
                <a:solidFill>
                  <a:srgbClr val="555555"/>
                </a:solidFill>
                <a:latin typeface="Arial"/>
                <a:ea typeface="Arial"/>
                <a:cs typeface="Arial"/>
                <a:sym typeface="Arial"/>
              </a:rPr>
              <a:t>control &amp; monitoring app.</a:t>
            </a:r>
            <a:r>
              <a:rPr lang="en-US" dirty="0"/>
              <a:t/>
            </a:r>
            <a:br>
              <a:rPr lang="en-US" dirty="0"/>
            </a:br>
            <a:r>
              <a:rPr lang="en-US" b="0" i="0" dirty="0">
                <a:solidFill>
                  <a:srgbClr val="555555"/>
                </a:solidFill>
                <a:latin typeface="Arial"/>
                <a:ea typeface="Arial"/>
                <a:cs typeface="Arial"/>
                <a:sym typeface="Arial"/>
              </a:rPr>
              <a:t>• The data sensed </a:t>
            </a:r>
            <a:r>
              <a:rPr lang="en-US" b="0" i="0" dirty="0" smtClean="0">
                <a:solidFill>
                  <a:srgbClr val="555555"/>
                </a:solidFill>
                <a:latin typeface="Arial"/>
                <a:ea typeface="Arial"/>
                <a:cs typeface="Arial"/>
                <a:sym typeface="Arial"/>
              </a:rPr>
              <a:t>is </a:t>
            </a:r>
            <a:r>
              <a:rPr lang="en-US" b="0" i="0" dirty="0">
                <a:solidFill>
                  <a:srgbClr val="555555"/>
                </a:solidFill>
                <a:latin typeface="Arial"/>
                <a:ea typeface="Arial"/>
                <a:cs typeface="Arial"/>
                <a:sym typeface="Arial"/>
              </a:rPr>
              <a:t>stored locally.</a:t>
            </a:r>
            <a:r>
              <a:rPr lang="en-US" dirty="0"/>
              <a:t/>
            </a:r>
            <a:br>
              <a:rPr lang="en-US" dirty="0"/>
            </a:br>
            <a:r>
              <a:rPr lang="en-US" b="0" i="0" dirty="0">
                <a:solidFill>
                  <a:srgbClr val="555555"/>
                </a:solidFill>
                <a:latin typeface="Arial"/>
                <a:ea typeface="Arial"/>
                <a:cs typeface="Arial"/>
                <a:sym typeface="Arial"/>
              </a:rPr>
              <a:t>• The data analysis is done locally.</a:t>
            </a:r>
            <a:r>
              <a:rPr lang="en-US" dirty="0"/>
              <a:t/>
            </a:r>
            <a:br>
              <a:rPr lang="en-US" dirty="0"/>
            </a:br>
            <a:r>
              <a:rPr lang="en-US" b="0" i="0" dirty="0">
                <a:solidFill>
                  <a:srgbClr val="555555"/>
                </a:solidFill>
                <a:latin typeface="Arial"/>
                <a:ea typeface="Arial"/>
                <a:cs typeface="Arial"/>
                <a:sym typeface="Arial"/>
              </a:rPr>
              <a:t>• Monitoring &amp; Control is done using Mobile app or web app.</a:t>
            </a:r>
            <a:r>
              <a:rPr lang="en-US" dirty="0"/>
              <a:t/>
            </a:r>
            <a:br>
              <a:rPr lang="en-US" dirty="0"/>
            </a:br>
            <a:r>
              <a:rPr lang="en-US" b="0" i="0" dirty="0">
                <a:solidFill>
                  <a:srgbClr val="555555"/>
                </a:solidFill>
                <a:latin typeface="Arial"/>
                <a:ea typeface="Arial"/>
                <a:cs typeface="Arial"/>
                <a:sym typeface="Arial"/>
              </a:rPr>
              <a:t>• The data generated in this level application is not huge.</a:t>
            </a:r>
            <a:r>
              <a:rPr lang="en-US" dirty="0"/>
              <a:t/>
            </a:r>
            <a:br>
              <a:rPr lang="en-US" dirty="0"/>
            </a:br>
            <a:r>
              <a:rPr lang="en-US" b="0" i="0" dirty="0">
                <a:solidFill>
                  <a:srgbClr val="555555"/>
                </a:solidFill>
                <a:latin typeface="Arial"/>
                <a:ea typeface="Arial"/>
                <a:cs typeface="Arial"/>
                <a:sym typeface="Arial"/>
              </a:rPr>
              <a:t>• All the control actions are performed through internet.</a:t>
            </a:r>
            <a:endParaRPr dirty="0"/>
          </a:p>
          <a:p>
            <a:pPr marL="228600" lvl="0" indent="-228600" algn="l" rtl="0">
              <a:lnSpc>
                <a:spcPct val="90000"/>
              </a:lnSpc>
              <a:spcBef>
                <a:spcPts val="1000"/>
              </a:spcBef>
              <a:spcAft>
                <a:spcPts val="0"/>
              </a:spcAft>
              <a:buClr>
                <a:srgbClr val="555555"/>
              </a:buClr>
              <a:buSzPts val="2800"/>
              <a:buChar char="•"/>
            </a:pPr>
            <a:r>
              <a:rPr lang="en-US" b="1" i="0" dirty="0">
                <a:solidFill>
                  <a:srgbClr val="555555"/>
                </a:solidFill>
                <a:latin typeface="Arial"/>
                <a:ea typeface="Arial"/>
                <a:cs typeface="Arial"/>
                <a:sym typeface="Arial"/>
              </a:rPr>
              <a:t>Example:</a:t>
            </a:r>
            <a:r>
              <a:rPr lang="en-US" b="0" i="0" dirty="0">
                <a:solidFill>
                  <a:srgbClr val="555555"/>
                </a:solidFill>
                <a:latin typeface="Arial"/>
                <a:ea typeface="Arial"/>
                <a:cs typeface="Arial"/>
                <a:sym typeface="Arial"/>
              </a:rPr>
              <a:t> Room temperature is monitored using temperature sensor and data is stored/</a:t>
            </a:r>
            <a:r>
              <a:rPr lang="en-US" b="0" i="0" dirty="0" err="1">
                <a:solidFill>
                  <a:srgbClr val="555555"/>
                </a:solidFill>
                <a:latin typeface="Arial"/>
                <a:ea typeface="Arial"/>
                <a:cs typeface="Arial"/>
                <a:sym typeface="Arial"/>
              </a:rPr>
              <a:t>analysed</a:t>
            </a:r>
            <a:r>
              <a:rPr lang="en-US" b="0" i="0" dirty="0">
                <a:solidFill>
                  <a:srgbClr val="555555"/>
                </a:solidFill>
                <a:latin typeface="Arial"/>
                <a:ea typeface="Arial"/>
                <a:cs typeface="Arial"/>
                <a:sym typeface="Arial"/>
              </a:rPr>
              <a:t> locally. Based on analysis made, control action is triggered using mobile app or it can just help in status monitoring.</a:t>
            </a:r>
            <a:endParaRPr dirty="0"/>
          </a:p>
        </p:txBody>
      </p:sp>
      <p:sp>
        <p:nvSpPr>
          <p:cNvPr id="261" name="Google Shape;26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8/9/2023</a:t>
            </a:r>
            <a:endParaRPr/>
          </a:p>
        </p:txBody>
      </p:sp>
      <p:sp>
        <p:nvSpPr>
          <p:cNvPr id="262" name="Google Shape;26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63" name="Google Shape;26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951920" y="1121040"/>
              <a:ext cx="8593920" cy="2412720"/>
            </p14:xfrm>
          </p:contentPart>
        </mc:Choice>
        <mc:Fallback xmlns="">
          <p:pic>
            <p:nvPicPr>
              <p:cNvPr id="2" name="Ink 1"/>
              <p:cNvPicPr/>
              <p:nvPr/>
            </p:nvPicPr>
            <p:blipFill>
              <a:blip r:embed="rId4"/>
              <a:stretch>
                <a:fillRect/>
              </a:stretch>
            </p:blipFill>
            <p:spPr>
              <a:xfrm>
                <a:off x="1942560" y="1111680"/>
                <a:ext cx="8612640" cy="2431440"/>
              </a:xfrm>
              <a:prstGeom prst="rect">
                <a:avLst/>
              </a:prstGeom>
            </p:spPr>
          </p:pic>
        </mc:Fallback>
      </mc:AlternateContent>
    </p:spTree>
    <p:extLst>
      <p:ext uri="{BB962C8B-B14F-4D97-AF65-F5344CB8AC3E}">
        <p14:creationId xmlns:p14="http://schemas.microsoft.com/office/powerpoint/2010/main" val="20382135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Level – 1 IoT</a:t>
            </a:r>
            <a:endParaRPr/>
          </a:p>
        </p:txBody>
      </p:sp>
      <p:pic>
        <p:nvPicPr>
          <p:cNvPr id="269" name="Google Shape;269;p36"/>
          <p:cNvPicPr preferRelativeResize="0"/>
          <p:nvPr/>
        </p:nvPicPr>
        <p:blipFill rotWithShape="1">
          <a:blip r:embed="rId3">
            <a:alphaModFix/>
          </a:blip>
          <a:srcRect/>
          <a:stretch/>
        </p:blipFill>
        <p:spPr>
          <a:xfrm>
            <a:off x="838201" y="2162907"/>
            <a:ext cx="9862038" cy="3701561"/>
          </a:xfrm>
          <a:prstGeom prst="rect">
            <a:avLst/>
          </a:prstGeom>
          <a:noFill/>
          <a:ln>
            <a:noFill/>
          </a:ln>
        </p:spPr>
      </p:pic>
      <p:sp>
        <p:nvSpPr>
          <p:cNvPr id="270" name="Google Shape;270;p36"/>
          <p:cNvSpPr txBox="1">
            <a:spLocks noGrp="1"/>
          </p:cNvSpPr>
          <p:nvPr>
            <p:ph type="body" idx="1"/>
          </p:nvPr>
        </p:nvSpPr>
        <p:spPr>
          <a:xfrm>
            <a:off x="838200" y="1690688"/>
            <a:ext cx="10635762" cy="3804504"/>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chemeClr val="dk1"/>
              </a:buClr>
              <a:buSzPts val="1800"/>
              <a:buNone/>
            </a:pPr>
            <a:endParaRPr/>
          </a:p>
          <a:p>
            <a:pPr marL="457200" lvl="0" indent="-228600" algn="l" rtl="0">
              <a:lnSpc>
                <a:spcPct val="90000"/>
              </a:lnSpc>
              <a:spcBef>
                <a:spcPts val="1000"/>
              </a:spcBef>
              <a:spcAft>
                <a:spcPts val="0"/>
              </a:spcAft>
              <a:buClr>
                <a:schemeClr val="dk1"/>
              </a:buClr>
              <a:buSzPts val="1800"/>
              <a:buNone/>
            </a:pPr>
            <a:endParaRPr/>
          </a:p>
        </p:txBody>
      </p:sp>
      <p:sp>
        <p:nvSpPr>
          <p:cNvPr id="271" name="Google Shape;271;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272" name="Google Shape;272;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8/9/2023</a:t>
            </a:r>
            <a:endParaRPr/>
          </a:p>
        </p:txBody>
      </p:sp>
      <p:sp>
        <p:nvSpPr>
          <p:cNvPr id="273" name="Google Shape;273;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4836240" y="3206880"/>
              <a:ext cx="5328000" cy="1762200"/>
            </p14:xfrm>
          </p:contentPart>
        </mc:Choice>
        <mc:Fallback xmlns="">
          <p:pic>
            <p:nvPicPr>
              <p:cNvPr id="2" name="Ink 1"/>
              <p:cNvPicPr/>
              <p:nvPr/>
            </p:nvPicPr>
            <p:blipFill>
              <a:blip r:embed="rId5"/>
              <a:stretch>
                <a:fillRect/>
              </a:stretch>
            </p:blipFill>
            <p:spPr>
              <a:xfrm>
                <a:off x="4826880" y="3197520"/>
                <a:ext cx="5346720" cy="1780920"/>
              </a:xfrm>
              <a:prstGeom prst="rect">
                <a:avLst/>
              </a:prstGeom>
            </p:spPr>
          </p:pic>
        </mc:Fallback>
      </mc:AlternateContent>
    </p:spTree>
    <p:extLst>
      <p:ext uri="{BB962C8B-B14F-4D97-AF65-F5344CB8AC3E}">
        <p14:creationId xmlns:p14="http://schemas.microsoft.com/office/powerpoint/2010/main" val="42327861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9"/>
          <p:cNvSpPr txBox="1">
            <a:spLocks noGrp="1"/>
          </p:cNvSpPr>
          <p:nvPr>
            <p:ph type="title"/>
          </p:nvPr>
        </p:nvSpPr>
        <p:spPr>
          <a:xfrm>
            <a:off x="838200" y="365126"/>
            <a:ext cx="10515600" cy="5984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dirty="0" err="1"/>
              <a:t>IoT</a:t>
            </a:r>
            <a:r>
              <a:rPr lang="en-US" dirty="0"/>
              <a:t> Level 2</a:t>
            </a:r>
            <a:endParaRPr dirty="0"/>
          </a:p>
        </p:txBody>
      </p:sp>
      <p:sp>
        <p:nvSpPr>
          <p:cNvPr id="279" name="Google Shape;279;p19"/>
          <p:cNvSpPr txBox="1">
            <a:spLocks noGrp="1"/>
          </p:cNvSpPr>
          <p:nvPr>
            <p:ph type="body" idx="1"/>
          </p:nvPr>
        </p:nvSpPr>
        <p:spPr>
          <a:xfrm>
            <a:off x="838200" y="1143000"/>
            <a:ext cx="10515600" cy="503396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555555"/>
              </a:buClr>
              <a:buSzPct val="100000"/>
              <a:buChar char="•"/>
            </a:pPr>
            <a:r>
              <a:rPr lang="en-US" b="0" i="0" dirty="0">
                <a:solidFill>
                  <a:srgbClr val="555555"/>
                </a:solidFill>
                <a:latin typeface="Arial"/>
                <a:ea typeface="Arial"/>
                <a:cs typeface="Arial"/>
                <a:sym typeface="Arial"/>
              </a:rPr>
              <a:t>This level consists </a:t>
            </a:r>
            <a:r>
              <a:rPr lang="en-US" b="0" i="0" dirty="0" smtClean="0">
                <a:solidFill>
                  <a:srgbClr val="555555"/>
                </a:solidFill>
                <a:latin typeface="Arial"/>
                <a:ea typeface="Arial"/>
                <a:cs typeface="Arial"/>
                <a:sym typeface="Arial"/>
              </a:rPr>
              <a:t>of </a:t>
            </a:r>
            <a:r>
              <a:rPr lang="en-US" b="0" i="0" dirty="0">
                <a:solidFill>
                  <a:srgbClr val="555555"/>
                </a:solidFill>
                <a:latin typeface="Arial"/>
                <a:ea typeface="Arial"/>
                <a:cs typeface="Arial"/>
                <a:sym typeface="Arial"/>
              </a:rPr>
              <a:t>Big data (Bigger than level -1, data analysis done here) , </a:t>
            </a:r>
            <a:r>
              <a:rPr lang="en-US" b="0" i="0" dirty="0" smtClean="0">
                <a:solidFill>
                  <a:srgbClr val="555555"/>
                </a:solidFill>
                <a:latin typeface="Arial"/>
                <a:ea typeface="Arial"/>
                <a:cs typeface="Arial"/>
                <a:sym typeface="Arial"/>
              </a:rPr>
              <a:t>cloud, control </a:t>
            </a:r>
            <a:r>
              <a:rPr lang="en-US" b="0" i="0" dirty="0">
                <a:solidFill>
                  <a:srgbClr val="555555"/>
                </a:solidFill>
                <a:latin typeface="Arial"/>
                <a:ea typeface="Arial"/>
                <a:cs typeface="Arial"/>
                <a:sym typeface="Arial"/>
              </a:rPr>
              <a:t>&amp; monitoring app.</a:t>
            </a:r>
            <a:r>
              <a:rPr lang="en-US" dirty="0"/>
              <a:t/>
            </a:r>
            <a:br>
              <a:rPr lang="en-US" dirty="0"/>
            </a:br>
            <a:r>
              <a:rPr lang="en-US" b="0" i="0" dirty="0">
                <a:solidFill>
                  <a:srgbClr val="555555"/>
                </a:solidFill>
                <a:latin typeface="Arial"/>
                <a:ea typeface="Arial"/>
                <a:cs typeface="Arial"/>
                <a:sym typeface="Arial"/>
              </a:rPr>
              <a:t>• This level-2 is complex </a:t>
            </a:r>
            <a:r>
              <a:rPr lang="en-US" b="0" i="0" dirty="0" smtClean="0">
                <a:solidFill>
                  <a:srgbClr val="555555"/>
                </a:solidFill>
                <a:latin typeface="Arial"/>
                <a:ea typeface="Arial"/>
                <a:cs typeface="Arial"/>
                <a:sym typeface="Arial"/>
              </a:rPr>
              <a:t>compared </a:t>
            </a:r>
            <a:r>
              <a:rPr lang="en-US" b="0" i="0" dirty="0">
                <a:solidFill>
                  <a:srgbClr val="555555"/>
                </a:solidFill>
                <a:latin typeface="Arial"/>
                <a:ea typeface="Arial"/>
                <a:cs typeface="Arial"/>
                <a:sym typeface="Arial"/>
              </a:rPr>
              <a:t>to </a:t>
            </a:r>
            <a:r>
              <a:rPr lang="en-US" b="0" i="0" dirty="0" smtClean="0">
                <a:solidFill>
                  <a:srgbClr val="555555"/>
                </a:solidFill>
                <a:latin typeface="Arial"/>
                <a:ea typeface="Arial"/>
                <a:cs typeface="Arial"/>
                <a:sym typeface="Arial"/>
              </a:rPr>
              <a:t>level-1as rate </a:t>
            </a:r>
            <a:r>
              <a:rPr lang="en-US" b="0" i="0" dirty="0">
                <a:solidFill>
                  <a:srgbClr val="555555"/>
                </a:solidFill>
                <a:latin typeface="Arial"/>
                <a:ea typeface="Arial"/>
                <a:cs typeface="Arial"/>
                <a:sym typeface="Arial"/>
              </a:rPr>
              <a:t>of sensing is </a:t>
            </a:r>
            <a:r>
              <a:rPr lang="en-US" b="0" i="0" dirty="0" smtClean="0">
                <a:solidFill>
                  <a:srgbClr val="555555"/>
                </a:solidFill>
                <a:latin typeface="Arial"/>
                <a:ea typeface="Arial"/>
                <a:cs typeface="Arial"/>
                <a:sym typeface="Arial"/>
              </a:rPr>
              <a:t>faster.</a:t>
            </a:r>
            <a:r>
              <a:rPr lang="en-US" dirty="0"/>
              <a:t/>
            </a:r>
            <a:br>
              <a:rPr lang="en-US" dirty="0"/>
            </a:br>
            <a:r>
              <a:rPr lang="en-US" b="0" i="0" dirty="0">
                <a:solidFill>
                  <a:srgbClr val="555555"/>
                </a:solidFill>
                <a:latin typeface="Arial"/>
                <a:ea typeface="Arial"/>
                <a:cs typeface="Arial"/>
                <a:sym typeface="Arial"/>
              </a:rPr>
              <a:t>• This level has voluminous size of data. Hence cloud storage is used.</a:t>
            </a:r>
            <a:r>
              <a:rPr lang="en-US" dirty="0"/>
              <a:t/>
            </a:r>
            <a:br>
              <a:rPr lang="en-US" dirty="0"/>
            </a:br>
            <a:r>
              <a:rPr lang="en-US" b="0" i="0" dirty="0">
                <a:solidFill>
                  <a:srgbClr val="555555"/>
                </a:solidFill>
                <a:latin typeface="Arial"/>
                <a:ea typeface="Arial"/>
                <a:cs typeface="Arial"/>
                <a:sym typeface="Arial"/>
              </a:rPr>
              <a:t>• Data analysis is carried out locally. Cloud is used for only storage purpose.</a:t>
            </a:r>
            <a:r>
              <a:rPr lang="en-US" dirty="0"/>
              <a:t/>
            </a:r>
            <a:br>
              <a:rPr lang="en-US" dirty="0"/>
            </a:br>
            <a:r>
              <a:rPr lang="en-US" b="0" i="0" dirty="0">
                <a:solidFill>
                  <a:srgbClr val="555555"/>
                </a:solidFill>
                <a:latin typeface="Arial"/>
                <a:ea typeface="Arial"/>
                <a:cs typeface="Arial"/>
                <a:sym typeface="Arial"/>
              </a:rPr>
              <a:t>• Based on data analysis, control action is triggered using web app or mobile app.</a:t>
            </a:r>
            <a:endParaRPr dirty="0"/>
          </a:p>
          <a:p>
            <a:pPr marL="0" lvl="0" indent="0" algn="l" rtl="0">
              <a:lnSpc>
                <a:spcPct val="90000"/>
              </a:lnSpc>
              <a:spcBef>
                <a:spcPts val="0"/>
              </a:spcBef>
              <a:spcAft>
                <a:spcPts val="0"/>
              </a:spcAft>
              <a:buClr>
                <a:srgbClr val="555555"/>
              </a:buClr>
              <a:buSzPct val="100000"/>
              <a:buNone/>
            </a:pPr>
            <a:r>
              <a:rPr lang="en-US" dirty="0"/>
              <a:t/>
            </a:r>
            <a:br>
              <a:rPr lang="en-US" dirty="0"/>
            </a:br>
            <a:r>
              <a:rPr lang="en-US" b="0" i="0" dirty="0">
                <a:solidFill>
                  <a:srgbClr val="555555"/>
                </a:solidFill>
                <a:latin typeface="Arial"/>
                <a:ea typeface="Arial"/>
                <a:cs typeface="Arial"/>
                <a:sym typeface="Arial"/>
              </a:rPr>
              <a:t>• </a:t>
            </a:r>
            <a:r>
              <a:rPr lang="en-US" b="1" i="0" dirty="0">
                <a:solidFill>
                  <a:srgbClr val="555555"/>
                </a:solidFill>
                <a:latin typeface="Arial"/>
                <a:ea typeface="Arial"/>
                <a:cs typeface="Arial"/>
                <a:sym typeface="Arial"/>
              </a:rPr>
              <a:t>Examples:</a:t>
            </a:r>
            <a:r>
              <a:rPr lang="en-US" b="0" i="0" dirty="0">
                <a:solidFill>
                  <a:srgbClr val="555555"/>
                </a:solidFill>
                <a:latin typeface="Arial"/>
                <a:ea typeface="Arial"/>
                <a:cs typeface="Arial"/>
                <a:sym typeface="Arial"/>
              </a:rPr>
              <a:t> In Level 2 </a:t>
            </a:r>
            <a:r>
              <a:rPr lang="en-US" b="0" i="0" dirty="0" err="1">
                <a:solidFill>
                  <a:srgbClr val="555555"/>
                </a:solidFill>
                <a:latin typeface="Arial"/>
                <a:ea typeface="Arial"/>
                <a:cs typeface="Arial"/>
                <a:sym typeface="Arial"/>
              </a:rPr>
              <a:t>IoT</a:t>
            </a:r>
            <a:r>
              <a:rPr lang="en-US" dirty="0">
                <a:solidFill>
                  <a:srgbClr val="555555"/>
                </a:solidFill>
                <a:latin typeface="Arial"/>
                <a:ea typeface="Arial"/>
                <a:cs typeface="Arial"/>
                <a:sym typeface="Arial"/>
              </a:rPr>
              <a:t>, the sensor reads the room temp at better pace and rate than Level 1, data goes to cloud for storage, analysis done locally, action triggered thru the mobile app. </a:t>
            </a:r>
            <a:endParaRPr dirty="0"/>
          </a:p>
        </p:txBody>
      </p:sp>
      <p:sp>
        <p:nvSpPr>
          <p:cNvPr id="280" name="Google Shape;28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8/9/2023</a:t>
            </a:r>
            <a:endParaRPr/>
          </a:p>
        </p:txBody>
      </p:sp>
      <p:sp>
        <p:nvSpPr>
          <p:cNvPr id="281" name="Google Shape;28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82" name="Google Shape;28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3292560" y="1450440"/>
              <a:ext cx="7255440" cy="2638080"/>
            </p14:xfrm>
          </p:contentPart>
        </mc:Choice>
        <mc:Fallback xmlns="">
          <p:pic>
            <p:nvPicPr>
              <p:cNvPr id="2" name="Ink 1"/>
              <p:cNvPicPr/>
              <p:nvPr/>
            </p:nvPicPr>
            <p:blipFill>
              <a:blip r:embed="rId4"/>
              <a:stretch>
                <a:fillRect/>
              </a:stretch>
            </p:blipFill>
            <p:spPr>
              <a:xfrm>
                <a:off x="3283200" y="1441080"/>
                <a:ext cx="7274160" cy="2656800"/>
              </a:xfrm>
              <a:prstGeom prst="rect">
                <a:avLst/>
              </a:prstGeom>
            </p:spPr>
          </p:pic>
        </mc:Fallback>
      </mc:AlternateContent>
    </p:spTree>
    <p:extLst>
      <p:ext uri="{BB962C8B-B14F-4D97-AF65-F5344CB8AC3E}">
        <p14:creationId xmlns:p14="http://schemas.microsoft.com/office/powerpoint/2010/main" val="31600263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0"/>
          <p:cNvSpPr txBox="1">
            <a:spLocks noGrp="1"/>
          </p:cNvSpPr>
          <p:nvPr>
            <p:ph type="title"/>
          </p:nvPr>
        </p:nvSpPr>
        <p:spPr>
          <a:xfrm>
            <a:off x="838200" y="365125"/>
            <a:ext cx="10515600" cy="8482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Level -2 IoT</a:t>
            </a:r>
            <a:endParaRPr/>
          </a:p>
        </p:txBody>
      </p:sp>
      <p:sp>
        <p:nvSpPr>
          <p:cNvPr id="288" name="Google Shape;28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8/9/2023</a:t>
            </a:r>
            <a:endParaRPr/>
          </a:p>
        </p:txBody>
      </p:sp>
      <p:sp>
        <p:nvSpPr>
          <p:cNvPr id="289" name="Google Shape;28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90" name="Google Shape;29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291" name="Google Shape;291;p20"/>
          <p:cNvPicPr preferRelativeResize="0"/>
          <p:nvPr/>
        </p:nvPicPr>
        <p:blipFill rotWithShape="1">
          <a:blip r:embed="rId3">
            <a:alphaModFix/>
          </a:blip>
          <a:srcRect/>
          <a:stretch/>
        </p:blipFill>
        <p:spPr>
          <a:xfrm>
            <a:off x="1119552" y="1987062"/>
            <a:ext cx="9741876" cy="3587261"/>
          </a:xfrm>
          <a:prstGeom prst="rect">
            <a:avLst/>
          </a:prstGeom>
          <a:noFill/>
          <a:ln>
            <a:noFill/>
          </a:ln>
        </p:spPr>
      </p:pic>
      <p:sp>
        <p:nvSpPr>
          <p:cNvPr id="292" name="Google Shape;292;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chemeClr val="dk1"/>
              </a:buClr>
              <a:buSzPts val="1800"/>
              <a:buNone/>
            </a:pPr>
            <a:endParaRP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6453360" y="3597840"/>
              <a:ext cx="1729080" cy="1492560"/>
            </p14:xfrm>
          </p:contentPart>
        </mc:Choice>
        <mc:Fallback xmlns="">
          <p:pic>
            <p:nvPicPr>
              <p:cNvPr id="2" name="Ink 1"/>
              <p:cNvPicPr/>
              <p:nvPr/>
            </p:nvPicPr>
            <p:blipFill>
              <a:blip r:embed="rId5"/>
              <a:stretch>
                <a:fillRect/>
              </a:stretch>
            </p:blipFill>
            <p:spPr>
              <a:xfrm>
                <a:off x="6444000" y="3588480"/>
                <a:ext cx="1747800" cy="1511280"/>
              </a:xfrm>
              <a:prstGeom prst="rect">
                <a:avLst/>
              </a:prstGeom>
            </p:spPr>
          </p:pic>
        </mc:Fallback>
      </mc:AlternateContent>
    </p:spTree>
    <p:extLst>
      <p:ext uri="{BB962C8B-B14F-4D97-AF65-F5344CB8AC3E}">
        <p14:creationId xmlns:p14="http://schemas.microsoft.com/office/powerpoint/2010/main" val="8174063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1"/>
          <p:cNvSpPr txBox="1">
            <a:spLocks noGrp="1"/>
          </p:cNvSpPr>
          <p:nvPr>
            <p:ph type="title"/>
          </p:nvPr>
        </p:nvSpPr>
        <p:spPr>
          <a:xfrm>
            <a:off x="838200" y="365125"/>
            <a:ext cx="10515600" cy="9625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IoT Level 3</a:t>
            </a:r>
            <a:endParaRPr/>
          </a:p>
        </p:txBody>
      </p:sp>
      <p:sp>
        <p:nvSpPr>
          <p:cNvPr id="298" name="Google Shape;298;p21"/>
          <p:cNvSpPr txBox="1">
            <a:spLocks noGrp="1"/>
          </p:cNvSpPr>
          <p:nvPr>
            <p:ph type="body" idx="1"/>
          </p:nvPr>
        </p:nvSpPr>
        <p:spPr>
          <a:xfrm>
            <a:off x="838200" y="1327638"/>
            <a:ext cx="10515600" cy="484932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555555"/>
              </a:buClr>
              <a:buSzPts val="2800"/>
              <a:buChar char="•"/>
            </a:pPr>
            <a:r>
              <a:rPr lang="en-US" b="0" i="0" dirty="0">
                <a:solidFill>
                  <a:srgbClr val="555555"/>
                </a:solidFill>
                <a:latin typeface="Arial"/>
                <a:ea typeface="Arial"/>
                <a:cs typeface="Arial"/>
                <a:sym typeface="Arial"/>
              </a:rPr>
              <a:t> This level consists </a:t>
            </a:r>
            <a:r>
              <a:rPr lang="en-US" b="0" i="0" dirty="0" smtClean="0">
                <a:solidFill>
                  <a:srgbClr val="555555"/>
                </a:solidFill>
                <a:latin typeface="Arial"/>
                <a:ea typeface="Arial"/>
                <a:cs typeface="Arial"/>
                <a:sym typeface="Arial"/>
              </a:rPr>
              <a:t>of </a:t>
            </a:r>
            <a:r>
              <a:rPr lang="en-US" b="0" i="0" dirty="0">
                <a:solidFill>
                  <a:srgbClr val="555555"/>
                </a:solidFill>
                <a:latin typeface="Arial"/>
                <a:ea typeface="Arial"/>
                <a:cs typeface="Arial"/>
                <a:sym typeface="Arial"/>
              </a:rPr>
              <a:t>big data collection (Bigger than level-1) , cloud (for data analysis</a:t>
            </a:r>
            <a:r>
              <a:rPr lang="en-US" b="0" i="0" dirty="0" smtClean="0">
                <a:solidFill>
                  <a:srgbClr val="555555"/>
                </a:solidFill>
                <a:latin typeface="Arial"/>
                <a:ea typeface="Arial"/>
                <a:cs typeface="Arial"/>
                <a:sym typeface="Arial"/>
              </a:rPr>
              <a:t>), </a:t>
            </a:r>
            <a:r>
              <a:rPr lang="en-US" b="0" i="0" dirty="0">
                <a:solidFill>
                  <a:srgbClr val="555555"/>
                </a:solidFill>
                <a:latin typeface="Arial"/>
                <a:ea typeface="Arial"/>
                <a:cs typeface="Arial"/>
                <a:sym typeface="Arial"/>
              </a:rPr>
              <a:t>and control &amp; monitoring app.</a:t>
            </a:r>
            <a:r>
              <a:rPr lang="en-US" dirty="0"/>
              <a:t/>
            </a:r>
            <a:br>
              <a:rPr lang="en-US" dirty="0"/>
            </a:br>
            <a:r>
              <a:rPr lang="en-US" b="0" i="0" dirty="0">
                <a:solidFill>
                  <a:srgbClr val="555555"/>
                </a:solidFill>
                <a:latin typeface="Arial"/>
                <a:ea typeface="Arial"/>
                <a:cs typeface="Arial"/>
                <a:sym typeface="Arial"/>
              </a:rPr>
              <a:t>• Data here is voluminous i.e. big data. Frequency of data sensing is fast and collected sensed data is stored on cloud as it is big.</a:t>
            </a:r>
            <a:r>
              <a:rPr lang="en-US" dirty="0"/>
              <a:t/>
            </a:r>
            <a:br>
              <a:rPr lang="en-US" dirty="0"/>
            </a:br>
            <a:r>
              <a:rPr lang="en-US" b="0" i="0" dirty="0">
                <a:solidFill>
                  <a:srgbClr val="555555"/>
                </a:solidFill>
                <a:latin typeface="Arial"/>
                <a:ea typeface="Arial"/>
                <a:cs typeface="Arial"/>
                <a:sym typeface="Arial"/>
              </a:rPr>
              <a:t>• Data analysis is done on the cloud side and based on analysis control action is triggered using mobile app or web app</a:t>
            </a:r>
            <a:r>
              <a:rPr lang="en-US" b="0" i="0" dirty="0" smtClean="0">
                <a:solidFill>
                  <a:srgbClr val="555555"/>
                </a:solidFill>
                <a:latin typeface="Arial"/>
                <a:ea typeface="Arial"/>
                <a:cs typeface="Arial"/>
                <a:sym typeface="Arial"/>
              </a:rPr>
              <a:t>.</a:t>
            </a:r>
          </a:p>
          <a:p>
            <a:pPr marL="228600" lvl="0" indent="-228600" algn="just" rtl="0">
              <a:lnSpc>
                <a:spcPct val="90000"/>
              </a:lnSpc>
              <a:spcBef>
                <a:spcPts val="0"/>
              </a:spcBef>
              <a:spcAft>
                <a:spcPts val="0"/>
              </a:spcAft>
              <a:buClr>
                <a:srgbClr val="555555"/>
              </a:buClr>
              <a:buSzPts val="2800"/>
              <a:buChar char="•"/>
            </a:pPr>
            <a:r>
              <a:rPr lang="en-US" dirty="0"/>
              <a:t/>
            </a:r>
            <a:br>
              <a:rPr lang="en-US" dirty="0"/>
            </a:br>
            <a:r>
              <a:rPr lang="en-US" b="0" i="0" dirty="0">
                <a:solidFill>
                  <a:srgbClr val="555555"/>
                </a:solidFill>
                <a:latin typeface="Arial"/>
                <a:ea typeface="Arial"/>
                <a:cs typeface="Arial"/>
                <a:sym typeface="Arial"/>
              </a:rPr>
              <a:t>• </a:t>
            </a:r>
            <a:r>
              <a:rPr lang="en-US" b="1" i="0" dirty="0">
                <a:solidFill>
                  <a:srgbClr val="555555"/>
                </a:solidFill>
                <a:latin typeface="Arial"/>
                <a:ea typeface="Arial"/>
                <a:cs typeface="Arial"/>
                <a:sym typeface="Arial"/>
              </a:rPr>
              <a:t>Examples:</a:t>
            </a:r>
            <a:r>
              <a:rPr lang="en-US" b="0" i="0" dirty="0">
                <a:solidFill>
                  <a:srgbClr val="555555"/>
                </a:solidFill>
                <a:latin typeface="Arial"/>
                <a:ea typeface="Arial"/>
                <a:cs typeface="Arial"/>
                <a:sym typeface="Arial"/>
              </a:rPr>
              <a:t> Agriculture applications, where analysis of data occurs in the cloud.</a:t>
            </a:r>
            <a:endParaRPr dirty="0"/>
          </a:p>
        </p:txBody>
      </p:sp>
      <p:sp>
        <p:nvSpPr>
          <p:cNvPr id="299" name="Google Shape;299;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8/9/2023</a:t>
            </a:r>
            <a:endParaRPr/>
          </a:p>
        </p:txBody>
      </p:sp>
      <p:sp>
        <p:nvSpPr>
          <p:cNvPr id="300" name="Google Shape;300;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301" name="Google Shape;30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682640" y="3615840"/>
              <a:ext cx="5304600" cy="808920"/>
            </p14:xfrm>
          </p:contentPart>
        </mc:Choice>
        <mc:Fallback xmlns="">
          <p:pic>
            <p:nvPicPr>
              <p:cNvPr id="2" name="Ink 1"/>
              <p:cNvPicPr/>
              <p:nvPr/>
            </p:nvPicPr>
            <p:blipFill>
              <a:blip r:embed="rId4"/>
              <a:stretch>
                <a:fillRect/>
              </a:stretch>
            </p:blipFill>
            <p:spPr>
              <a:xfrm>
                <a:off x="1673280" y="3606480"/>
                <a:ext cx="5323320" cy="827640"/>
              </a:xfrm>
              <a:prstGeom prst="rect">
                <a:avLst/>
              </a:prstGeom>
            </p:spPr>
          </p:pic>
        </mc:Fallback>
      </mc:AlternateContent>
    </p:spTree>
    <p:extLst>
      <p:ext uri="{BB962C8B-B14F-4D97-AF65-F5344CB8AC3E}">
        <p14:creationId xmlns:p14="http://schemas.microsoft.com/office/powerpoint/2010/main" val="7472971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7"/>
          <p:cNvSpPr txBox="1">
            <a:spLocks noGrp="1"/>
          </p:cNvSpPr>
          <p:nvPr>
            <p:ph type="title"/>
          </p:nvPr>
        </p:nvSpPr>
        <p:spPr>
          <a:xfrm>
            <a:off x="838200" y="365125"/>
            <a:ext cx="10515600" cy="892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Level 3 IoT</a:t>
            </a:r>
            <a:endParaRPr/>
          </a:p>
        </p:txBody>
      </p:sp>
      <p:pic>
        <p:nvPicPr>
          <p:cNvPr id="307" name="Google Shape;307;p37"/>
          <p:cNvPicPr preferRelativeResize="0"/>
          <p:nvPr/>
        </p:nvPicPr>
        <p:blipFill rotWithShape="1">
          <a:blip r:embed="rId3">
            <a:alphaModFix/>
          </a:blip>
          <a:srcRect/>
          <a:stretch/>
        </p:blipFill>
        <p:spPr>
          <a:xfrm>
            <a:off x="2848707" y="3229769"/>
            <a:ext cx="6943725" cy="1543050"/>
          </a:xfrm>
          <a:prstGeom prst="rect">
            <a:avLst/>
          </a:prstGeom>
          <a:noFill/>
          <a:ln>
            <a:noFill/>
          </a:ln>
        </p:spPr>
      </p:pic>
      <p:sp>
        <p:nvSpPr>
          <p:cNvPr id="308" name="Google Shape;308;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chemeClr val="dk1"/>
              </a:buClr>
              <a:buSzPts val="1800"/>
              <a:buNone/>
            </a:pPr>
            <a:endParaRPr dirty="0"/>
          </a:p>
        </p:txBody>
      </p:sp>
      <p:sp>
        <p:nvSpPr>
          <p:cNvPr id="309" name="Google Shape;309;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310" name="Google Shape;310;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8/9/2023</a:t>
            </a:r>
            <a:endParaRPr/>
          </a:p>
        </p:txBody>
      </p:sp>
      <p:sp>
        <p:nvSpPr>
          <p:cNvPr id="311" name="Google Shape;311;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6432840" y="4209480"/>
              <a:ext cx="1638000" cy="575280"/>
            </p14:xfrm>
          </p:contentPart>
        </mc:Choice>
        <mc:Fallback xmlns="">
          <p:pic>
            <p:nvPicPr>
              <p:cNvPr id="2" name="Ink 1"/>
              <p:cNvPicPr/>
              <p:nvPr/>
            </p:nvPicPr>
            <p:blipFill>
              <a:blip r:embed="rId5"/>
              <a:stretch>
                <a:fillRect/>
              </a:stretch>
            </p:blipFill>
            <p:spPr>
              <a:xfrm>
                <a:off x="6423480" y="4200120"/>
                <a:ext cx="1656720" cy="594000"/>
              </a:xfrm>
              <a:prstGeom prst="rect">
                <a:avLst/>
              </a:prstGeom>
            </p:spPr>
          </p:pic>
        </mc:Fallback>
      </mc:AlternateContent>
    </p:spTree>
    <p:extLst>
      <p:ext uri="{BB962C8B-B14F-4D97-AF65-F5344CB8AC3E}">
        <p14:creationId xmlns:p14="http://schemas.microsoft.com/office/powerpoint/2010/main" val="14938912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2"/>
          <p:cNvSpPr txBox="1">
            <a:spLocks noGrp="1"/>
          </p:cNvSpPr>
          <p:nvPr>
            <p:ph type="title"/>
          </p:nvPr>
        </p:nvSpPr>
        <p:spPr>
          <a:xfrm>
            <a:off x="838200" y="365126"/>
            <a:ext cx="10515600" cy="98009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IoT Level 4</a:t>
            </a:r>
            <a:endParaRPr/>
          </a:p>
        </p:txBody>
      </p:sp>
      <p:sp>
        <p:nvSpPr>
          <p:cNvPr id="317" name="Google Shape;317;p22"/>
          <p:cNvSpPr txBox="1">
            <a:spLocks noGrp="1"/>
          </p:cNvSpPr>
          <p:nvPr>
            <p:ph type="body" idx="1"/>
          </p:nvPr>
        </p:nvSpPr>
        <p:spPr>
          <a:xfrm>
            <a:off x="838200" y="1433146"/>
            <a:ext cx="10515600" cy="474385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555555"/>
              </a:buClr>
              <a:buSzPts val="2800"/>
              <a:buChar char="•"/>
            </a:pPr>
            <a:r>
              <a:rPr lang="en-US" b="0" i="0" dirty="0">
                <a:solidFill>
                  <a:srgbClr val="555555"/>
                </a:solidFill>
                <a:latin typeface="Arial"/>
                <a:ea typeface="Arial"/>
                <a:cs typeface="Arial"/>
                <a:sym typeface="Arial"/>
              </a:rPr>
              <a:t>This level consists of multiple sensors, data </a:t>
            </a:r>
            <a:r>
              <a:rPr lang="en-US" b="0" i="0" dirty="0" smtClean="0">
                <a:solidFill>
                  <a:srgbClr val="555555"/>
                </a:solidFill>
                <a:latin typeface="Arial"/>
                <a:ea typeface="Arial"/>
                <a:cs typeface="Arial"/>
                <a:sym typeface="Arial"/>
              </a:rPr>
              <a:t>collection, analysis, and </a:t>
            </a:r>
            <a:r>
              <a:rPr lang="en-US" b="0" i="0" dirty="0">
                <a:solidFill>
                  <a:srgbClr val="555555"/>
                </a:solidFill>
                <a:latin typeface="Arial"/>
                <a:ea typeface="Arial"/>
                <a:cs typeface="Arial"/>
                <a:sym typeface="Arial"/>
              </a:rPr>
              <a:t>control &amp; monitoring app.</a:t>
            </a:r>
            <a:r>
              <a:rPr lang="en-US" dirty="0"/>
              <a:t/>
            </a:r>
            <a:br>
              <a:rPr lang="en-US" dirty="0"/>
            </a:br>
            <a:r>
              <a:rPr lang="en-US" b="0" i="0" dirty="0">
                <a:solidFill>
                  <a:srgbClr val="555555"/>
                </a:solidFill>
                <a:latin typeface="Arial"/>
                <a:ea typeface="Arial"/>
                <a:cs typeface="Arial"/>
                <a:sym typeface="Arial"/>
              </a:rPr>
              <a:t>• At this level-4, multiple sensors are used which are independent of </a:t>
            </a:r>
            <a:r>
              <a:rPr lang="en-US" b="0" i="0" dirty="0" smtClean="0">
                <a:solidFill>
                  <a:srgbClr val="555555"/>
                </a:solidFill>
                <a:latin typeface="Arial"/>
                <a:ea typeface="Arial"/>
                <a:cs typeface="Arial"/>
                <a:sym typeface="Arial"/>
              </a:rPr>
              <a:t>each other.</a:t>
            </a:r>
            <a:r>
              <a:rPr lang="en-US" dirty="0"/>
              <a:t/>
            </a:r>
            <a:br>
              <a:rPr lang="en-US" dirty="0"/>
            </a:br>
            <a:r>
              <a:rPr lang="en-US" b="0" i="0" dirty="0">
                <a:solidFill>
                  <a:srgbClr val="555555"/>
                </a:solidFill>
                <a:latin typeface="Arial"/>
                <a:ea typeface="Arial"/>
                <a:cs typeface="Arial"/>
                <a:sym typeface="Arial"/>
              </a:rPr>
              <a:t>• The data collected using these sensors are uploaded to the cloud separately. The cloud storage is used in this level due to requirement of huge data storage.</a:t>
            </a:r>
            <a:r>
              <a:rPr lang="en-US" dirty="0"/>
              <a:t/>
            </a:r>
            <a:br>
              <a:rPr lang="en-US" dirty="0"/>
            </a:br>
            <a:r>
              <a:rPr lang="en-US" b="0" i="0" dirty="0">
                <a:solidFill>
                  <a:srgbClr val="555555"/>
                </a:solidFill>
                <a:latin typeface="Arial"/>
                <a:ea typeface="Arial"/>
                <a:cs typeface="Arial"/>
                <a:sym typeface="Arial"/>
              </a:rPr>
              <a:t>• The data analysis is performed on the cloud and based on which control action is triggered either using web app or mobile app.</a:t>
            </a:r>
            <a:endParaRPr dirty="0"/>
          </a:p>
        </p:txBody>
      </p:sp>
      <p:sp>
        <p:nvSpPr>
          <p:cNvPr id="318" name="Google Shape;31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8/9/2023</a:t>
            </a:r>
            <a:endParaRPr/>
          </a:p>
        </p:txBody>
      </p:sp>
      <p:sp>
        <p:nvSpPr>
          <p:cNvPr id="319" name="Google Shape;31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320" name="Google Shape;32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764240" y="1857960"/>
              <a:ext cx="1786320" cy="2038680"/>
            </p14:xfrm>
          </p:contentPart>
        </mc:Choice>
        <mc:Fallback xmlns="">
          <p:pic>
            <p:nvPicPr>
              <p:cNvPr id="2" name="Ink 1"/>
              <p:cNvPicPr/>
              <p:nvPr/>
            </p:nvPicPr>
            <p:blipFill>
              <a:blip r:embed="rId4"/>
              <a:stretch>
                <a:fillRect/>
              </a:stretch>
            </p:blipFill>
            <p:spPr>
              <a:xfrm>
                <a:off x="4754880" y="1848600"/>
                <a:ext cx="1805040" cy="2057400"/>
              </a:xfrm>
              <a:prstGeom prst="rect">
                <a:avLst/>
              </a:prstGeom>
            </p:spPr>
          </p:pic>
        </mc:Fallback>
      </mc:AlternateContent>
    </p:spTree>
    <p:extLst>
      <p:ext uri="{BB962C8B-B14F-4D97-AF65-F5344CB8AC3E}">
        <p14:creationId xmlns:p14="http://schemas.microsoft.com/office/powerpoint/2010/main" val="22261153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Level 4 IoT</a:t>
            </a:r>
            <a:endParaRPr/>
          </a:p>
        </p:txBody>
      </p:sp>
      <p:pic>
        <p:nvPicPr>
          <p:cNvPr id="326" name="Google Shape;326;p38"/>
          <p:cNvPicPr preferRelativeResize="0"/>
          <p:nvPr/>
        </p:nvPicPr>
        <p:blipFill rotWithShape="1">
          <a:blip r:embed="rId3">
            <a:alphaModFix/>
          </a:blip>
          <a:srcRect/>
          <a:stretch/>
        </p:blipFill>
        <p:spPr>
          <a:xfrm>
            <a:off x="2901461" y="2206869"/>
            <a:ext cx="6181725" cy="3752850"/>
          </a:xfrm>
          <a:prstGeom prst="rect">
            <a:avLst/>
          </a:prstGeom>
          <a:noFill/>
          <a:ln>
            <a:noFill/>
          </a:ln>
        </p:spPr>
      </p:pic>
      <p:sp>
        <p:nvSpPr>
          <p:cNvPr id="327" name="Google Shape;327;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chemeClr val="dk1"/>
              </a:buClr>
              <a:buSzPts val="1800"/>
              <a:buNone/>
            </a:pPr>
            <a:endParaRPr/>
          </a:p>
        </p:txBody>
      </p:sp>
      <p:sp>
        <p:nvSpPr>
          <p:cNvPr id="328" name="Google Shape;328;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329" name="Google Shape;329;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8/9/2023</a:t>
            </a:r>
            <a:endParaRPr/>
          </a:p>
        </p:txBody>
      </p:sp>
      <p:sp>
        <p:nvSpPr>
          <p:cNvPr id="330" name="Google Shape;330;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4610880" y="5566680"/>
              <a:ext cx="90360" cy="156960"/>
            </p14:xfrm>
          </p:contentPart>
        </mc:Choice>
        <mc:Fallback xmlns="">
          <p:pic>
            <p:nvPicPr>
              <p:cNvPr id="2" name="Ink 1"/>
              <p:cNvPicPr/>
              <p:nvPr/>
            </p:nvPicPr>
            <p:blipFill>
              <a:blip r:embed="rId5"/>
              <a:stretch>
                <a:fillRect/>
              </a:stretch>
            </p:blipFill>
            <p:spPr>
              <a:xfrm>
                <a:off x="4601520" y="5557320"/>
                <a:ext cx="109080" cy="175680"/>
              </a:xfrm>
              <a:prstGeom prst="rect">
                <a:avLst/>
              </a:prstGeom>
            </p:spPr>
          </p:pic>
        </mc:Fallback>
      </mc:AlternateContent>
    </p:spTree>
    <p:extLst>
      <p:ext uri="{BB962C8B-B14F-4D97-AF65-F5344CB8AC3E}">
        <p14:creationId xmlns:p14="http://schemas.microsoft.com/office/powerpoint/2010/main" val="1318059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3"/>
          <p:cNvSpPr txBox="1">
            <a:spLocks noGrp="1"/>
          </p:cNvSpPr>
          <p:nvPr>
            <p:ph type="title"/>
          </p:nvPr>
        </p:nvSpPr>
        <p:spPr>
          <a:xfrm>
            <a:off x="838200" y="365125"/>
            <a:ext cx="10515600" cy="106802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IoT Level 5</a:t>
            </a:r>
            <a:endParaRPr/>
          </a:p>
        </p:txBody>
      </p:sp>
      <p:sp>
        <p:nvSpPr>
          <p:cNvPr id="336" name="Google Shape;336;p23"/>
          <p:cNvSpPr txBox="1">
            <a:spLocks noGrp="1"/>
          </p:cNvSpPr>
          <p:nvPr>
            <p:ph type="body" idx="1"/>
          </p:nvPr>
        </p:nvSpPr>
        <p:spPr>
          <a:xfrm>
            <a:off x="838200" y="1582615"/>
            <a:ext cx="10515600" cy="459434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555555"/>
              </a:buClr>
              <a:buSzPts val="2800"/>
              <a:buChar char="•"/>
            </a:pPr>
            <a:r>
              <a:rPr lang="en-US" b="0" i="0" dirty="0">
                <a:solidFill>
                  <a:srgbClr val="555555"/>
                </a:solidFill>
                <a:latin typeface="Arial"/>
                <a:ea typeface="Arial"/>
                <a:cs typeface="Arial"/>
                <a:sym typeface="Arial"/>
              </a:rPr>
              <a:t>This level consists of multiple sensors, </a:t>
            </a:r>
            <a:r>
              <a:rPr lang="en-US" b="1" i="0" dirty="0">
                <a:solidFill>
                  <a:srgbClr val="555555"/>
                </a:solidFill>
                <a:latin typeface="Arial"/>
                <a:ea typeface="Arial"/>
                <a:cs typeface="Arial"/>
                <a:sym typeface="Arial"/>
              </a:rPr>
              <a:t>coordinator node</a:t>
            </a:r>
            <a:r>
              <a:rPr lang="en-US" b="0" i="0" dirty="0">
                <a:solidFill>
                  <a:srgbClr val="555555"/>
                </a:solidFill>
                <a:latin typeface="Arial"/>
                <a:ea typeface="Arial"/>
                <a:cs typeface="Arial"/>
                <a:sym typeface="Arial"/>
              </a:rPr>
              <a:t>, data </a:t>
            </a:r>
            <a:r>
              <a:rPr lang="en-US" b="0" i="0" dirty="0" smtClean="0">
                <a:solidFill>
                  <a:srgbClr val="555555"/>
                </a:solidFill>
                <a:latin typeface="Arial"/>
                <a:ea typeface="Arial"/>
                <a:cs typeface="Arial"/>
                <a:sym typeface="Arial"/>
              </a:rPr>
              <a:t>collection, analysis, </a:t>
            </a:r>
            <a:r>
              <a:rPr lang="en-US" b="0" i="0" dirty="0">
                <a:solidFill>
                  <a:srgbClr val="555555"/>
                </a:solidFill>
                <a:latin typeface="Arial"/>
                <a:ea typeface="Arial"/>
                <a:cs typeface="Arial"/>
                <a:sym typeface="Arial"/>
              </a:rPr>
              <a:t>and control &amp; monitoring app.</a:t>
            </a:r>
            <a:r>
              <a:rPr lang="en-US" dirty="0"/>
              <a:t/>
            </a:r>
            <a:br>
              <a:rPr lang="en-US" dirty="0"/>
            </a:br>
            <a:r>
              <a:rPr lang="en-US" b="0" i="0" dirty="0">
                <a:solidFill>
                  <a:srgbClr val="555555"/>
                </a:solidFill>
                <a:latin typeface="Arial"/>
                <a:ea typeface="Arial"/>
                <a:cs typeface="Arial"/>
                <a:sym typeface="Arial"/>
              </a:rPr>
              <a:t>• This level is similar to level-4 which also has huge data and hence they are sensed using multiple sensors at much faster rate and simultaneously.</a:t>
            </a:r>
            <a:r>
              <a:rPr lang="en-US" dirty="0"/>
              <a:t/>
            </a:r>
            <a:br>
              <a:rPr lang="en-US" dirty="0"/>
            </a:br>
            <a:r>
              <a:rPr lang="en-US" b="0" i="0" dirty="0">
                <a:solidFill>
                  <a:srgbClr val="555555"/>
                </a:solidFill>
                <a:latin typeface="Arial"/>
                <a:ea typeface="Arial"/>
                <a:cs typeface="Arial"/>
                <a:sym typeface="Arial"/>
              </a:rPr>
              <a:t>• The data collection and data analysis is performed at the cloud level.</a:t>
            </a:r>
            <a:r>
              <a:rPr lang="en-US" dirty="0"/>
              <a:t/>
            </a:r>
            <a:br>
              <a:rPr lang="en-US" dirty="0"/>
            </a:br>
            <a:r>
              <a:rPr lang="en-US" b="0" i="0" dirty="0">
                <a:solidFill>
                  <a:srgbClr val="555555"/>
                </a:solidFill>
                <a:latin typeface="Arial"/>
                <a:ea typeface="Arial"/>
                <a:cs typeface="Arial"/>
                <a:sym typeface="Arial"/>
              </a:rPr>
              <a:t>• Based on analysis, control action is performed using mobile app or web app.</a:t>
            </a:r>
            <a:endParaRPr dirty="0"/>
          </a:p>
        </p:txBody>
      </p:sp>
      <p:sp>
        <p:nvSpPr>
          <p:cNvPr id="337" name="Google Shape;33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8/9/2023</a:t>
            </a:r>
            <a:endParaRPr/>
          </a:p>
        </p:txBody>
      </p:sp>
      <p:sp>
        <p:nvSpPr>
          <p:cNvPr id="338" name="Google Shape;33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339" name="Google Shape;33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7450920" y="2005560"/>
              <a:ext cx="2748600" cy="84240"/>
            </p14:xfrm>
          </p:contentPart>
        </mc:Choice>
        <mc:Fallback xmlns="">
          <p:pic>
            <p:nvPicPr>
              <p:cNvPr id="2" name="Ink 1"/>
              <p:cNvPicPr/>
              <p:nvPr/>
            </p:nvPicPr>
            <p:blipFill>
              <a:blip r:embed="rId4"/>
              <a:stretch>
                <a:fillRect/>
              </a:stretch>
            </p:blipFill>
            <p:spPr>
              <a:xfrm>
                <a:off x="7441560" y="1996200"/>
                <a:ext cx="2767320" cy="102960"/>
              </a:xfrm>
              <a:prstGeom prst="rect">
                <a:avLst/>
              </a:prstGeom>
            </p:spPr>
          </p:pic>
        </mc:Fallback>
      </mc:AlternateContent>
    </p:spTree>
    <p:extLst>
      <p:ext uri="{BB962C8B-B14F-4D97-AF65-F5344CB8AC3E}">
        <p14:creationId xmlns:p14="http://schemas.microsoft.com/office/powerpoint/2010/main" val="27685941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9"/>
          <p:cNvSpPr txBox="1">
            <a:spLocks noGrp="1"/>
          </p:cNvSpPr>
          <p:nvPr>
            <p:ph type="title"/>
          </p:nvPr>
        </p:nvSpPr>
        <p:spPr>
          <a:xfrm>
            <a:off x="838200" y="365125"/>
            <a:ext cx="10515600" cy="90408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Level 5 IoT</a:t>
            </a:r>
            <a:endParaRPr/>
          </a:p>
        </p:txBody>
      </p:sp>
      <p:pic>
        <p:nvPicPr>
          <p:cNvPr id="345" name="Google Shape;345;p39"/>
          <p:cNvPicPr preferRelativeResize="0"/>
          <p:nvPr/>
        </p:nvPicPr>
        <p:blipFill rotWithShape="1">
          <a:blip r:embed="rId3">
            <a:alphaModFix/>
          </a:blip>
          <a:srcRect/>
          <a:stretch/>
        </p:blipFill>
        <p:spPr>
          <a:xfrm>
            <a:off x="3587261" y="2382044"/>
            <a:ext cx="4848225" cy="3238500"/>
          </a:xfrm>
          <a:prstGeom prst="rect">
            <a:avLst/>
          </a:prstGeom>
          <a:noFill/>
          <a:ln>
            <a:noFill/>
          </a:ln>
        </p:spPr>
      </p:pic>
      <p:sp>
        <p:nvSpPr>
          <p:cNvPr id="346" name="Google Shape;346;p39"/>
          <p:cNvSpPr txBox="1">
            <a:spLocks noGrp="1"/>
          </p:cNvSpPr>
          <p:nvPr>
            <p:ph type="body" idx="1"/>
          </p:nvPr>
        </p:nvSpPr>
        <p:spPr>
          <a:xfrm>
            <a:off x="838200" y="1037492"/>
            <a:ext cx="10515600" cy="5139471"/>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chemeClr val="dk1"/>
              </a:buClr>
              <a:buSzPts val="1800"/>
              <a:buNone/>
            </a:pPr>
            <a:endParaRPr dirty="0"/>
          </a:p>
        </p:txBody>
      </p:sp>
      <p:sp>
        <p:nvSpPr>
          <p:cNvPr id="347" name="Google Shape;34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348" name="Google Shape;348;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8/9/2023</a:t>
            </a:r>
            <a:endParaRPr/>
          </a:p>
        </p:txBody>
      </p:sp>
      <p:sp>
        <p:nvSpPr>
          <p:cNvPr id="349" name="Google Shape;34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5042160" y="2182320"/>
              <a:ext cx="6887880" cy="3430080"/>
            </p14:xfrm>
          </p:contentPart>
        </mc:Choice>
        <mc:Fallback xmlns="">
          <p:pic>
            <p:nvPicPr>
              <p:cNvPr id="2" name="Ink 1"/>
              <p:cNvPicPr/>
              <p:nvPr/>
            </p:nvPicPr>
            <p:blipFill>
              <a:blip r:embed="rId5"/>
              <a:stretch>
                <a:fillRect/>
              </a:stretch>
            </p:blipFill>
            <p:spPr>
              <a:xfrm>
                <a:off x="5032800" y="2172960"/>
                <a:ext cx="6906600" cy="3448800"/>
              </a:xfrm>
              <a:prstGeom prst="rect">
                <a:avLst/>
              </a:prstGeom>
            </p:spPr>
          </p:pic>
        </mc:Fallback>
      </mc:AlternateContent>
    </p:spTree>
    <p:extLst>
      <p:ext uri="{BB962C8B-B14F-4D97-AF65-F5344CB8AC3E}">
        <p14:creationId xmlns:p14="http://schemas.microsoft.com/office/powerpoint/2010/main" val="24837244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gn="ctr"/>
            <a:r>
              <a:rPr lang="en-US" b="1" dirty="0"/>
              <a:t>Introduction to </a:t>
            </a:r>
            <a:r>
              <a:rPr lang="en-US" b="1" dirty="0" smtClean="0"/>
              <a:t>Microcontrollers</a:t>
            </a:r>
            <a:r>
              <a:rPr lang="en-US" b="1" dirty="0"/>
              <a:t/>
            </a:r>
            <a:br>
              <a:rPr lang="en-US" b="1" dirty="0"/>
            </a:br>
            <a:endParaRPr lang="en-IN" dirty="0"/>
          </a:p>
        </p:txBody>
      </p:sp>
      <p:sp>
        <p:nvSpPr>
          <p:cNvPr id="8" name="Text Placeholder 7"/>
          <p:cNvSpPr>
            <a:spLocks noGrp="1"/>
          </p:cNvSpPr>
          <p:nvPr>
            <p:ph type="body" idx="1"/>
          </p:nvPr>
        </p:nvSpPr>
        <p:spPr/>
        <p:txBody>
          <a:bodyPr/>
          <a:lstStyle/>
          <a:p>
            <a:endParaRPr lang="en-IN"/>
          </a:p>
        </p:txBody>
      </p:sp>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12</a:t>
            </a:fld>
            <a:endParaRPr lang="en-IN"/>
          </a:p>
        </p:txBody>
      </p:sp>
    </p:spTree>
    <p:extLst>
      <p:ext uri="{BB962C8B-B14F-4D97-AF65-F5344CB8AC3E}">
        <p14:creationId xmlns:p14="http://schemas.microsoft.com/office/powerpoint/2010/main" val="20183829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Microcontrollers</a:t>
            </a:r>
            <a:endParaRPr dirty="0"/>
          </a:p>
        </p:txBody>
      </p:sp>
      <p:sp>
        <p:nvSpPr>
          <p:cNvPr id="258" name="Google Shape;258;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Evolution of Microcontrollers</a:t>
            </a:r>
            <a:endParaRPr dirty="0"/>
          </a:p>
          <a:p>
            <a:pPr marL="685800" lvl="1" indent="-228600" algn="l" rtl="0">
              <a:lnSpc>
                <a:spcPct val="90000"/>
              </a:lnSpc>
              <a:spcBef>
                <a:spcPts val="500"/>
              </a:spcBef>
              <a:spcAft>
                <a:spcPts val="0"/>
              </a:spcAft>
              <a:buClr>
                <a:schemeClr val="dk1"/>
              </a:buClr>
              <a:buSzPts val="2400"/>
              <a:buChar char="•"/>
            </a:pPr>
            <a:r>
              <a:rPr lang="en-US" dirty="0"/>
              <a:t>8051</a:t>
            </a:r>
            <a:endParaRPr dirty="0"/>
          </a:p>
          <a:p>
            <a:pPr marL="685800" lvl="1" indent="-228600" algn="l" rtl="0">
              <a:lnSpc>
                <a:spcPct val="90000"/>
              </a:lnSpc>
              <a:spcBef>
                <a:spcPts val="500"/>
              </a:spcBef>
              <a:spcAft>
                <a:spcPts val="0"/>
              </a:spcAft>
              <a:buClr>
                <a:schemeClr val="dk1"/>
              </a:buClr>
              <a:buSzPts val="2400"/>
              <a:buChar char="•"/>
            </a:pPr>
            <a:r>
              <a:rPr lang="en-US" dirty="0"/>
              <a:t>80151</a:t>
            </a:r>
            <a:endParaRPr dirty="0"/>
          </a:p>
          <a:p>
            <a:pPr marL="685800" lvl="1" indent="-228600" algn="l" rtl="0">
              <a:lnSpc>
                <a:spcPct val="90000"/>
              </a:lnSpc>
              <a:spcBef>
                <a:spcPts val="500"/>
              </a:spcBef>
              <a:spcAft>
                <a:spcPts val="0"/>
              </a:spcAft>
              <a:buClr>
                <a:schemeClr val="dk1"/>
              </a:buClr>
              <a:buSzPts val="2400"/>
              <a:buChar char="•"/>
            </a:pPr>
            <a:r>
              <a:rPr lang="en-US" dirty="0"/>
              <a:t>80251</a:t>
            </a:r>
            <a:endParaRPr dirty="0"/>
          </a:p>
          <a:p>
            <a:pPr marL="685800" lvl="1" indent="-228600" algn="l" rtl="0">
              <a:lnSpc>
                <a:spcPct val="90000"/>
              </a:lnSpc>
              <a:spcBef>
                <a:spcPts val="500"/>
              </a:spcBef>
              <a:spcAft>
                <a:spcPts val="0"/>
              </a:spcAft>
              <a:buClr>
                <a:schemeClr val="dk1"/>
              </a:buClr>
              <a:buSzPts val="2400"/>
              <a:buChar char="•"/>
            </a:pPr>
            <a:r>
              <a:rPr lang="en-US" dirty="0"/>
              <a:t>MCS96</a:t>
            </a:r>
            <a:endParaRPr dirty="0"/>
          </a:p>
          <a:p>
            <a:pPr marL="685800" lvl="1" indent="-228600" algn="l" rtl="0">
              <a:lnSpc>
                <a:spcPct val="90000"/>
              </a:lnSpc>
              <a:spcBef>
                <a:spcPts val="500"/>
              </a:spcBef>
              <a:spcAft>
                <a:spcPts val="0"/>
              </a:spcAft>
              <a:buClr>
                <a:schemeClr val="dk1"/>
              </a:buClr>
              <a:buSzPts val="2400"/>
              <a:buChar char="•"/>
            </a:pPr>
            <a:r>
              <a:rPr lang="en-US" dirty="0" smtClean="0"/>
              <a:t>LPC2148</a:t>
            </a:r>
            <a:endParaRPr dirty="0"/>
          </a:p>
        </p:txBody>
      </p:sp>
      <p:sp>
        <p:nvSpPr>
          <p:cNvPr id="259" name="Google Shape;259;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260" name="Google Shape;260;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61" name="Google Shape;261;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Tree>
    <p:extLst>
      <p:ext uri="{BB962C8B-B14F-4D97-AF65-F5344CB8AC3E}">
        <p14:creationId xmlns:p14="http://schemas.microsoft.com/office/powerpoint/2010/main" val="11576421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4"/>
          <p:cNvSpPr txBox="1">
            <a:spLocks noGrp="1"/>
          </p:cNvSpPr>
          <p:nvPr>
            <p:ph type="title"/>
          </p:nvPr>
        </p:nvSpPr>
        <p:spPr>
          <a:xfrm>
            <a:off x="838200" y="365125"/>
            <a:ext cx="10515600" cy="88455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Microcontroller</a:t>
            </a:r>
            <a:endParaRPr b="1"/>
          </a:p>
        </p:txBody>
      </p:sp>
      <p:sp>
        <p:nvSpPr>
          <p:cNvPr id="267" name="Google Shape;267;p34"/>
          <p:cNvSpPr txBox="1">
            <a:spLocks noGrp="1"/>
          </p:cNvSpPr>
          <p:nvPr>
            <p:ph type="body" idx="1"/>
          </p:nvPr>
        </p:nvSpPr>
        <p:spPr>
          <a:xfrm>
            <a:off x="838200" y="1249680"/>
            <a:ext cx="10515600" cy="492728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000000"/>
              </a:buClr>
              <a:buSzPct val="100000"/>
              <a:buChar char="•"/>
            </a:pPr>
            <a:r>
              <a:rPr lang="en-US" b="0" i="0" dirty="0">
                <a:solidFill>
                  <a:srgbClr val="000000"/>
                </a:solidFill>
                <a:latin typeface="Arial"/>
                <a:ea typeface="Arial"/>
                <a:cs typeface="Arial"/>
                <a:sym typeface="Arial"/>
              </a:rPr>
              <a:t>A </a:t>
            </a:r>
            <a:r>
              <a:rPr lang="en-US" b="1" i="0" dirty="0">
                <a:solidFill>
                  <a:srgbClr val="000000"/>
                </a:solidFill>
                <a:latin typeface="Arial"/>
                <a:ea typeface="Arial"/>
                <a:cs typeface="Arial"/>
                <a:sym typeface="Arial"/>
              </a:rPr>
              <a:t>microcontroller</a:t>
            </a:r>
            <a:r>
              <a:rPr lang="en-US" b="0" i="0" dirty="0">
                <a:solidFill>
                  <a:srgbClr val="000000"/>
                </a:solidFill>
                <a:latin typeface="Arial"/>
                <a:ea typeface="Arial"/>
                <a:cs typeface="Arial"/>
                <a:sym typeface="Arial"/>
              </a:rPr>
              <a:t> is a small and low-cost </a:t>
            </a:r>
            <a:r>
              <a:rPr lang="en-US" b="0" i="0" dirty="0" smtClean="0">
                <a:solidFill>
                  <a:srgbClr val="000000"/>
                </a:solidFill>
                <a:latin typeface="Arial"/>
                <a:ea typeface="Arial"/>
                <a:cs typeface="Arial"/>
                <a:sym typeface="Arial"/>
              </a:rPr>
              <a:t>computer</a:t>
            </a:r>
            <a:r>
              <a:rPr lang="en-US" b="0" i="0" dirty="0">
                <a:solidFill>
                  <a:srgbClr val="000000"/>
                </a:solidFill>
                <a:latin typeface="Arial"/>
                <a:ea typeface="Arial"/>
                <a:cs typeface="Arial"/>
                <a:sym typeface="Arial"/>
              </a:rPr>
              <a:t>, which is designed to perform the specific tasks of embedded </a:t>
            </a:r>
            <a:r>
              <a:rPr lang="en-US" b="0" i="0" dirty="0" smtClean="0">
                <a:solidFill>
                  <a:srgbClr val="000000"/>
                </a:solidFill>
                <a:latin typeface="Arial"/>
                <a:ea typeface="Arial"/>
                <a:cs typeface="Arial"/>
                <a:sym typeface="Arial"/>
              </a:rPr>
              <a:t>systems.</a:t>
            </a:r>
            <a:endParaRPr dirty="0"/>
          </a:p>
          <a:p>
            <a:pPr marL="228600" lvl="0" indent="-228600" algn="just" rtl="0">
              <a:lnSpc>
                <a:spcPct val="90000"/>
              </a:lnSpc>
              <a:spcBef>
                <a:spcPts val="1000"/>
              </a:spcBef>
              <a:spcAft>
                <a:spcPts val="0"/>
              </a:spcAft>
              <a:buClr>
                <a:srgbClr val="000000"/>
              </a:buClr>
              <a:buSzPct val="100000"/>
              <a:buChar char="•"/>
            </a:pPr>
            <a:r>
              <a:rPr lang="en-US" b="0" i="0" dirty="0">
                <a:solidFill>
                  <a:srgbClr val="000000"/>
                </a:solidFill>
                <a:latin typeface="Arial"/>
                <a:ea typeface="Arial"/>
                <a:cs typeface="Arial"/>
                <a:sym typeface="Arial"/>
              </a:rPr>
              <a:t>The general microcontroller consists of the processor, the memory (RAM, ROM, EPROM), Serial ports, peripherals (timers, counters), etc.</a:t>
            </a:r>
            <a:endParaRPr dirty="0"/>
          </a:p>
          <a:p>
            <a:pPr marL="228600" lvl="0" indent="-228600" algn="l" rtl="0">
              <a:lnSpc>
                <a:spcPct val="90000"/>
              </a:lnSpc>
              <a:spcBef>
                <a:spcPts val="1000"/>
              </a:spcBef>
              <a:spcAft>
                <a:spcPts val="0"/>
              </a:spcAft>
              <a:buClr>
                <a:schemeClr val="dk1"/>
              </a:buClr>
              <a:buSzPct val="100000"/>
              <a:buChar char="•"/>
            </a:pPr>
            <a:r>
              <a:rPr lang="en-US" b="0" i="0" dirty="0" smtClean="0">
                <a:latin typeface="Arial"/>
                <a:ea typeface="Arial"/>
                <a:cs typeface="Arial"/>
                <a:sym typeface="Arial"/>
              </a:rPr>
              <a:t>It </a:t>
            </a:r>
            <a:r>
              <a:rPr lang="en-US" b="0" i="0" dirty="0">
                <a:latin typeface="Arial"/>
                <a:ea typeface="Arial"/>
                <a:cs typeface="Arial"/>
                <a:sym typeface="Arial"/>
              </a:rPr>
              <a:t>is built with CMOS technology, which requires less power to operate.</a:t>
            </a:r>
            <a:endParaRPr dirty="0"/>
          </a:p>
          <a:p>
            <a:pPr marL="228600" lvl="0" indent="-228600" algn="l" rtl="0">
              <a:lnSpc>
                <a:spcPct val="90000"/>
              </a:lnSpc>
              <a:spcBef>
                <a:spcPts val="1000"/>
              </a:spcBef>
              <a:spcAft>
                <a:spcPts val="0"/>
              </a:spcAft>
              <a:buClr>
                <a:schemeClr val="dk1"/>
              </a:buClr>
              <a:buSzPct val="100000"/>
              <a:buChar char="•"/>
            </a:pPr>
            <a:r>
              <a:rPr lang="en-US" b="0" i="0" dirty="0">
                <a:latin typeface="Arial"/>
                <a:ea typeface="Arial"/>
                <a:cs typeface="Arial"/>
                <a:sym typeface="Arial"/>
              </a:rPr>
              <a:t>It consists of CPU, RAM, ROM, I/O ports.</a:t>
            </a:r>
            <a:endParaRPr dirty="0"/>
          </a:p>
        </p:txBody>
      </p:sp>
      <p:sp>
        <p:nvSpPr>
          <p:cNvPr id="268" name="Google Shape;268;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269" name="Google Shape;269;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70" name="Google Shape;27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3558960" y="2153520"/>
              <a:ext cx="6501600" cy="874080"/>
            </p14:xfrm>
          </p:contentPart>
        </mc:Choice>
        <mc:Fallback xmlns="">
          <p:pic>
            <p:nvPicPr>
              <p:cNvPr id="2" name="Ink 1"/>
              <p:cNvPicPr/>
              <p:nvPr/>
            </p:nvPicPr>
            <p:blipFill>
              <a:blip r:embed="rId4"/>
              <a:stretch>
                <a:fillRect/>
              </a:stretch>
            </p:blipFill>
            <p:spPr>
              <a:xfrm>
                <a:off x="3549600" y="2144160"/>
                <a:ext cx="6520320" cy="892800"/>
              </a:xfrm>
              <a:prstGeom prst="rect">
                <a:avLst/>
              </a:prstGeom>
            </p:spPr>
          </p:pic>
        </mc:Fallback>
      </mc:AlternateContent>
    </p:spTree>
    <p:extLst>
      <p:ext uri="{BB962C8B-B14F-4D97-AF65-F5344CB8AC3E}">
        <p14:creationId xmlns:p14="http://schemas.microsoft.com/office/powerpoint/2010/main" val="24018295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5"/>
          <p:cNvSpPr txBox="1">
            <a:spLocks noGrp="1"/>
          </p:cNvSpPr>
          <p:nvPr>
            <p:ph type="title"/>
          </p:nvPr>
        </p:nvSpPr>
        <p:spPr>
          <a:xfrm>
            <a:off x="838200" y="365125"/>
            <a:ext cx="10515600" cy="85407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11111"/>
              <a:buFont typeface="Arial"/>
              <a:buNone/>
            </a:pPr>
            <a:r>
              <a:rPr lang="en-US" b="0" i="0">
                <a:latin typeface="Arial"/>
                <a:ea typeface="Arial"/>
                <a:cs typeface="Arial"/>
                <a:sym typeface="Arial"/>
              </a:rPr>
              <a:t/>
            </a:r>
            <a:br>
              <a:rPr lang="en-US" b="0" i="0">
                <a:latin typeface="Arial"/>
                <a:ea typeface="Arial"/>
                <a:cs typeface="Arial"/>
                <a:sym typeface="Arial"/>
              </a:rPr>
            </a:br>
            <a:r>
              <a:rPr lang="en-US" b="0" i="0">
                <a:latin typeface="Arial"/>
                <a:ea typeface="Arial"/>
                <a:cs typeface="Arial"/>
                <a:sym typeface="Arial"/>
              </a:rPr>
              <a:t>Types of Microcontrollers</a:t>
            </a:r>
            <a:br>
              <a:rPr lang="en-US" b="0" i="0">
                <a:latin typeface="Arial"/>
                <a:ea typeface="Arial"/>
                <a:cs typeface="Arial"/>
                <a:sym typeface="Arial"/>
              </a:rPr>
            </a:br>
            <a:endParaRPr/>
          </a:p>
        </p:txBody>
      </p:sp>
      <p:sp>
        <p:nvSpPr>
          <p:cNvPr id="276" name="Google Shape;276;p35"/>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b="0" i="0" dirty="0">
                <a:solidFill>
                  <a:srgbClr val="000000"/>
                </a:solidFill>
                <a:latin typeface="Arial"/>
                <a:ea typeface="Arial"/>
                <a:cs typeface="Arial"/>
                <a:sym typeface="Arial"/>
              </a:rPr>
              <a:t>Microcontrollers are divided into various categories based on:</a:t>
            </a:r>
            <a:endParaRPr dirty="0"/>
          </a:p>
          <a:p>
            <a:pPr marL="685800" lvl="1" indent="-228600" algn="l" rtl="0">
              <a:lnSpc>
                <a:spcPct val="90000"/>
              </a:lnSpc>
              <a:spcBef>
                <a:spcPts val="500"/>
              </a:spcBef>
              <a:spcAft>
                <a:spcPts val="0"/>
              </a:spcAft>
              <a:buClr>
                <a:srgbClr val="000000"/>
              </a:buClr>
              <a:buSzPts val="2400"/>
              <a:buFont typeface="Noto Sans Symbols"/>
              <a:buChar char="❖"/>
            </a:pPr>
            <a:r>
              <a:rPr lang="en-US" b="0" i="0" dirty="0">
                <a:solidFill>
                  <a:srgbClr val="000000"/>
                </a:solidFill>
                <a:latin typeface="Arial"/>
                <a:ea typeface="Arial"/>
                <a:cs typeface="Arial"/>
                <a:sym typeface="Arial"/>
              </a:rPr>
              <a:t> memory</a:t>
            </a:r>
            <a:endParaRPr dirty="0"/>
          </a:p>
          <a:p>
            <a:pPr marL="685800" lvl="1" indent="-228600" algn="l" rtl="0">
              <a:lnSpc>
                <a:spcPct val="90000"/>
              </a:lnSpc>
              <a:spcBef>
                <a:spcPts val="500"/>
              </a:spcBef>
              <a:spcAft>
                <a:spcPts val="0"/>
              </a:spcAft>
              <a:buClr>
                <a:srgbClr val="000000"/>
              </a:buClr>
              <a:buSzPts val="2400"/>
              <a:buFont typeface="Noto Sans Symbols"/>
              <a:buChar char="❖"/>
            </a:pPr>
            <a:r>
              <a:rPr lang="en-US" b="0" i="0" dirty="0">
                <a:solidFill>
                  <a:srgbClr val="000000"/>
                </a:solidFill>
                <a:latin typeface="Arial"/>
                <a:ea typeface="Arial"/>
                <a:cs typeface="Arial"/>
                <a:sym typeface="Arial"/>
              </a:rPr>
              <a:t>architecture</a:t>
            </a:r>
            <a:endParaRPr dirty="0"/>
          </a:p>
          <a:p>
            <a:pPr marL="685800" lvl="1" indent="-228600" algn="l" rtl="0">
              <a:lnSpc>
                <a:spcPct val="90000"/>
              </a:lnSpc>
              <a:spcBef>
                <a:spcPts val="500"/>
              </a:spcBef>
              <a:spcAft>
                <a:spcPts val="0"/>
              </a:spcAft>
              <a:buClr>
                <a:srgbClr val="000000"/>
              </a:buClr>
              <a:buSzPts val="2400"/>
              <a:buFont typeface="Noto Sans Symbols"/>
              <a:buChar char="❖"/>
            </a:pPr>
            <a:r>
              <a:rPr lang="en-US" b="0" i="0" dirty="0">
                <a:solidFill>
                  <a:srgbClr val="000000"/>
                </a:solidFill>
                <a:latin typeface="Arial"/>
                <a:ea typeface="Arial"/>
                <a:cs typeface="Arial"/>
                <a:sym typeface="Arial"/>
              </a:rPr>
              <a:t>bits </a:t>
            </a:r>
            <a:endParaRPr dirty="0"/>
          </a:p>
          <a:p>
            <a:pPr marL="685800" lvl="1" indent="-228600" algn="l" rtl="0">
              <a:lnSpc>
                <a:spcPct val="90000"/>
              </a:lnSpc>
              <a:spcBef>
                <a:spcPts val="500"/>
              </a:spcBef>
              <a:spcAft>
                <a:spcPts val="0"/>
              </a:spcAft>
              <a:buClr>
                <a:srgbClr val="000000"/>
              </a:buClr>
              <a:buSzPts val="2400"/>
              <a:buFont typeface="Noto Sans Symbols"/>
              <a:buChar char="❖"/>
            </a:pPr>
            <a:r>
              <a:rPr lang="en-US" b="0" i="0" dirty="0">
                <a:solidFill>
                  <a:srgbClr val="000000"/>
                </a:solidFill>
                <a:latin typeface="Arial"/>
                <a:ea typeface="Arial"/>
                <a:cs typeface="Arial"/>
                <a:sym typeface="Arial"/>
              </a:rPr>
              <a:t>instruction sets.</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277" name="Google Shape;277;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278" name="Google Shape;278;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79" name="Google Shape;279;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Tree>
    <p:extLst>
      <p:ext uri="{BB962C8B-B14F-4D97-AF65-F5344CB8AC3E}">
        <p14:creationId xmlns:p14="http://schemas.microsoft.com/office/powerpoint/2010/main" val="25251509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a:spLocks noGrp="1"/>
          </p:cNvSpPr>
          <p:nvPr>
            <p:ph type="title"/>
          </p:nvPr>
        </p:nvSpPr>
        <p:spPr>
          <a:xfrm>
            <a:off x="838200" y="365126"/>
            <a:ext cx="10515600" cy="88804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Types  based on Bit configuration</a:t>
            </a:r>
            <a:endParaRPr b="1"/>
          </a:p>
        </p:txBody>
      </p:sp>
      <p:sp>
        <p:nvSpPr>
          <p:cNvPr id="286" name="Google Shape;286;p36"/>
          <p:cNvSpPr txBox="1">
            <a:spLocks noGrp="1"/>
          </p:cNvSpPr>
          <p:nvPr>
            <p:ph type="body" idx="1"/>
          </p:nvPr>
        </p:nvSpPr>
        <p:spPr>
          <a:xfrm>
            <a:off x="838200" y="1432560"/>
            <a:ext cx="10515600" cy="4744403"/>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90000"/>
              </a:lnSpc>
              <a:spcBef>
                <a:spcPts val="0"/>
              </a:spcBef>
              <a:spcAft>
                <a:spcPts val="0"/>
              </a:spcAft>
              <a:buClr>
                <a:srgbClr val="000000"/>
              </a:buClr>
              <a:buSzPts val="2800"/>
              <a:buFont typeface="Arial"/>
              <a:buChar char="•"/>
            </a:pPr>
            <a:r>
              <a:rPr lang="en-US" b="1" i="0" dirty="0">
                <a:solidFill>
                  <a:srgbClr val="000000"/>
                </a:solidFill>
                <a:latin typeface="Arial"/>
                <a:ea typeface="Arial"/>
                <a:cs typeface="Arial"/>
                <a:sym typeface="Arial"/>
              </a:rPr>
              <a:t>8-bit microcontroller</a:t>
            </a:r>
            <a:r>
              <a:rPr lang="en-US" b="0" i="0" dirty="0">
                <a:solidFill>
                  <a:srgbClr val="000000"/>
                </a:solidFill>
                <a:latin typeface="Arial"/>
                <a:ea typeface="Arial"/>
                <a:cs typeface="Arial"/>
                <a:sym typeface="Arial"/>
              </a:rPr>
              <a:t> − This type of microcontroller is used to execute arithmetic and logical operations like addition, subtraction, multiplication division, etc. For example, Intel 8031 and 8051 are 8 bits microcontroller</a:t>
            </a:r>
            <a:r>
              <a:rPr lang="en-US" b="0" i="0" dirty="0" smtClean="0">
                <a:solidFill>
                  <a:srgbClr val="000000"/>
                </a:solidFill>
                <a:latin typeface="Arial"/>
                <a:ea typeface="Arial"/>
                <a:cs typeface="Arial"/>
                <a:sym typeface="Arial"/>
              </a:rPr>
              <a:t>. (Arduino Uno is 8 bit )</a:t>
            </a:r>
            <a:endParaRPr dirty="0"/>
          </a:p>
          <a:p>
            <a:pPr marL="228600" lvl="0" indent="-228600" algn="just" rtl="0">
              <a:lnSpc>
                <a:spcPct val="90000"/>
              </a:lnSpc>
              <a:spcBef>
                <a:spcPts val="1000"/>
              </a:spcBef>
              <a:spcAft>
                <a:spcPts val="0"/>
              </a:spcAft>
              <a:buClr>
                <a:srgbClr val="000000"/>
              </a:buClr>
              <a:buSzPts val="2800"/>
              <a:buFont typeface="Arial"/>
              <a:buChar char="•"/>
            </a:pPr>
            <a:r>
              <a:rPr lang="en-US" b="1" i="0" dirty="0">
                <a:solidFill>
                  <a:srgbClr val="000000"/>
                </a:solidFill>
                <a:latin typeface="Arial"/>
                <a:ea typeface="Arial"/>
                <a:cs typeface="Arial"/>
                <a:sym typeface="Arial"/>
              </a:rPr>
              <a:t>16-bit microcontroller</a:t>
            </a:r>
            <a:r>
              <a:rPr lang="en-US" b="0" i="0" dirty="0">
                <a:solidFill>
                  <a:srgbClr val="000000"/>
                </a:solidFill>
                <a:latin typeface="Arial"/>
                <a:ea typeface="Arial"/>
                <a:cs typeface="Arial"/>
                <a:sym typeface="Arial"/>
              </a:rPr>
              <a:t> − This type of microcontroller is used to perform arithmetic and logical operations where higher accuracy and performance is required. For example, Intel 8096 is a 16-bit microcontroller.</a:t>
            </a:r>
            <a:endParaRPr dirty="0"/>
          </a:p>
          <a:p>
            <a:pPr marL="228600" lvl="0" indent="-228600" algn="just" rtl="0">
              <a:lnSpc>
                <a:spcPct val="90000"/>
              </a:lnSpc>
              <a:spcBef>
                <a:spcPts val="1000"/>
              </a:spcBef>
              <a:spcAft>
                <a:spcPts val="0"/>
              </a:spcAft>
              <a:buClr>
                <a:srgbClr val="000000"/>
              </a:buClr>
              <a:buSzPts val="2800"/>
              <a:buFont typeface="Arial"/>
              <a:buChar char="•"/>
            </a:pPr>
            <a:r>
              <a:rPr lang="en-US" b="1" i="0" dirty="0">
                <a:solidFill>
                  <a:srgbClr val="000000"/>
                </a:solidFill>
                <a:latin typeface="Arial"/>
                <a:ea typeface="Arial"/>
                <a:cs typeface="Arial"/>
                <a:sym typeface="Arial"/>
              </a:rPr>
              <a:t>32-bit microcontroller</a:t>
            </a:r>
            <a:r>
              <a:rPr lang="en-US" b="0" i="0" dirty="0">
                <a:solidFill>
                  <a:srgbClr val="000000"/>
                </a:solidFill>
                <a:latin typeface="Arial"/>
                <a:ea typeface="Arial"/>
                <a:cs typeface="Arial"/>
                <a:sym typeface="Arial"/>
              </a:rPr>
              <a:t> − This type of microcontroller is generally used in automatically controlled appliances like automatic operational machines, medical appliances, etc</a:t>
            </a:r>
            <a:r>
              <a:rPr lang="en-US" b="0" i="0" dirty="0" smtClean="0">
                <a:solidFill>
                  <a:srgbClr val="000000"/>
                </a:solidFill>
                <a:latin typeface="Arial"/>
                <a:ea typeface="Arial"/>
                <a:cs typeface="Arial"/>
                <a:sym typeface="Arial"/>
              </a:rPr>
              <a:t>. (ESP32, Raspberry pi </a:t>
            </a:r>
            <a:r>
              <a:rPr lang="en-US" b="0" i="0" dirty="0" err="1" smtClean="0">
                <a:solidFill>
                  <a:srgbClr val="000000"/>
                </a:solidFill>
                <a:latin typeface="Arial"/>
                <a:ea typeface="Arial"/>
                <a:cs typeface="Arial"/>
                <a:sym typeface="Arial"/>
              </a:rPr>
              <a:t>pico</a:t>
            </a:r>
            <a:r>
              <a:rPr lang="en-US" b="0" i="0" dirty="0" smtClean="0">
                <a:solidFill>
                  <a:srgbClr val="000000"/>
                </a:solidFill>
                <a:latin typeface="Arial"/>
                <a:ea typeface="Arial"/>
                <a:cs typeface="Arial"/>
                <a:sym typeface="Arial"/>
              </a:rPr>
              <a:t>)</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287" name="Google Shape;28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288" name="Google Shape;28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89" name="Google Shape;28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285200" y="2508120"/>
              <a:ext cx="10816920" cy="3515760"/>
            </p14:xfrm>
          </p:contentPart>
        </mc:Choice>
        <mc:Fallback xmlns="">
          <p:pic>
            <p:nvPicPr>
              <p:cNvPr id="2" name="Ink 1"/>
              <p:cNvPicPr/>
              <p:nvPr/>
            </p:nvPicPr>
            <p:blipFill>
              <a:blip r:embed="rId4"/>
              <a:stretch>
                <a:fillRect/>
              </a:stretch>
            </p:blipFill>
            <p:spPr>
              <a:xfrm>
                <a:off x="1275840" y="2498760"/>
                <a:ext cx="10835640" cy="3534480"/>
              </a:xfrm>
              <a:prstGeom prst="rect">
                <a:avLst/>
              </a:prstGeom>
            </p:spPr>
          </p:pic>
        </mc:Fallback>
      </mc:AlternateContent>
    </p:spTree>
    <p:extLst>
      <p:ext uri="{BB962C8B-B14F-4D97-AF65-F5344CB8AC3E}">
        <p14:creationId xmlns:p14="http://schemas.microsoft.com/office/powerpoint/2010/main" val="41112610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Types based on memory configuration</a:t>
            </a:r>
            <a:endParaRPr b="1"/>
          </a:p>
        </p:txBody>
      </p:sp>
      <p:sp>
        <p:nvSpPr>
          <p:cNvPr id="295" name="Google Shape;295;p37"/>
          <p:cNvSpPr txBox="1">
            <a:spLocks noGrp="1"/>
          </p:cNvSpPr>
          <p:nvPr>
            <p:ph type="body" idx="1"/>
          </p:nvPr>
        </p:nvSpPr>
        <p:spPr>
          <a:xfrm>
            <a:off x="838200" y="1485900"/>
            <a:ext cx="10515600" cy="469106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000000"/>
              </a:buClr>
              <a:buSzPts val="2800"/>
              <a:buFont typeface="Arial"/>
              <a:buChar char="•"/>
            </a:pPr>
            <a:r>
              <a:rPr lang="en-US" b="1" i="0" dirty="0">
                <a:solidFill>
                  <a:srgbClr val="000000"/>
                </a:solidFill>
                <a:latin typeface="Arial"/>
                <a:ea typeface="Arial"/>
                <a:cs typeface="Arial"/>
                <a:sym typeface="Arial"/>
              </a:rPr>
              <a:t>External memory microcontroller</a:t>
            </a:r>
            <a:r>
              <a:rPr lang="en-US" b="0" i="0" dirty="0">
                <a:solidFill>
                  <a:srgbClr val="000000"/>
                </a:solidFill>
                <a:latin typeface="Arial"/>
                <a:ea typeface="Arial"/>
                <a:cs typeface="Arial"/>
                <a:sym typeface="Arial"/>
              </a:rPr>
              <a:t> − This type of microcontroller is designed in such a way that they do not have a program memory on the chip. Hence, it is named as external memory microcontroller. For example: Intel 8031 microcontroller.</a:t>
            </a:r>
            <a:endParaRPr dirty="0"/>
          </a:p>
          <a:p>
            <a:pPr marL="228600" lvl="0" indent="-228600" algn="just" rtl="0">
              <a:lnSpc>
                <a:spcPct val="90000"/>
              </a:lnSpc>
              <a:spcBef>
                <a:spcPts val="1000"/>
              </a:spcBef>
              <a:spcAft>
                <a:spcPts val="0"/>
              </a:spcAft>
              <a:buClr>
                <a:srgbClr val="000000"/>
              </a:buClr>
              <a:buSzPts val="2800"/>
              <a:buFont typeface="Arial"/>
              <a:buChar char="•"/>
            </a:pPr>
            <a:r>
              <a:rPr lang="en-US" b="1" i="0" dirty="0">
                <a:solidFill>
                  <a:srgbClr val="000000"/>
                </a:solidFill>
                <a:latin typeface="Arial"/>
                <a:ea typeface="Arial"/>
                <a:cs typeface="Arial"/>
                <a:sym typeface="Arial"/>
              </a:rPr>
              <a:t>Embedded memory microcontroller</a:t>
            </a:r>
            <a:r>
              <a:rPr lang="en-US" b="0" i="0" dirty="0">
                <a:solidFill>
                  <a:srgbClr val="000000"/>
                </a:solidFill>
                <a:latin typeface="Arial"/>
                <a:ea typeface="Arial"/>
                <a:cs typeface="Arial"/>
                <a:sym typeface="Arial"/>
              </a:rPr>
              <a:t> − This type of microcontroller is designed in such a way that the microcontroller has all </a:t>
            </a:r>
            <a:r>
              <a:rPr lang="en-US" b="0" i="0" dirty="0" smtClean="0">
                <a:solidFill>
                  <a:srgbClr val="000000"/>
                </a:solidFill>
                <a:latin typeface="Arial"/>
                <a:ea typeface="Arial"/>
                <a:cs typeface="Arial"/>
                <a:sym typeface="Arial"/>
              </a:rPr>
              <a:t>program </a:t>
            </a:r>
            <a:r>
              <a:rPr lang="en-US" b="0" i="0" dirty="0">
                <a:solidFill>
                  <a:srgbClr val="000000"/>
                </a:solidFill>
                <a:latin typeface="Arial"/>
                <a:ea typeface="Arial"/>
                <a:cs typeface="Arial"/>
                <a:sym typeface="Arial"/>
              </a:rPr>
              <a:t>and data memory, counters and timers, interrupts, I/O ports are embedded on the chip. For example: Intel 8051 microcontroller.</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296" name="Google Shape;296;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297" name="Google Shape;297;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298" name="Google Shape;298;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3454560" y="2903400"/>
              <a:ext cx="7916760" cy="2758320"/>
            </p14:xfrm>
          </p:contentPart>
        </mc:Choice>
        <mc:Fallback xmlns="">
          <p:pic>
            <p:nvPicPr>
              <p:cNvPr id="2" name="Ink 1"/>
              <p:cNvPicPr/>
              <p:nvPr/>
            </p:nvPicPr>
            <p:blipFill>
              <a:blip r:embed="rId4"/>
              <a:stretch>
                <a:fillRect/>
              </a:stretch>
            </p:blipFill>
            <p:spPr>
              <a:xfrm>
                <a:off x="3445200" y="2894040"/>
                <a:ext cx="7935480" cy="2777040"/>
              </a:xfrm>
              <a:prstGeom prst="rect">
                <a:avLst/>
              </a:prstGeom>
            </p:spPr>
          </p:pic>
        </mc:Fallback>
      </mc:AlternateContent>
    </p:spTree>
    <p:extLst>
      <p:ext uri="{BB962C8B-B14F-4D97-AF65-F5344CB8AC3E}">
        <p14:creationId xmlns:p14="http://schemas.microsoft.com/office/powerpoint/2010/main" val="41969781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Types based on Instruction sets</a:t>
            </a:r>
            <a:endParaRPr b="1"/>
          </a:p>
        </p:txBody>
      </p:sp>
      <p:sp>
        <p:nvSpPr>
          <p:cNvPr id="304" name="Google Shape;304;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000000"/>
              </a:buClr>
              <a:buSzPts val="2800"/>
              <a:buFont typeface="Arial"/>
              <a:buChar char="•"/>
            </a:pPr>
            <a:r>
              <a:rPr lang="en-US" b="1" i="0">
                <a:solidFill>
                  <a:srgbClr val="000000"/>
                </a:solidFill>
                <a:latin typeface="Arial"/>
                <a:ea typeface="Arial"/>
                <a:cs typeface="Arial"/>
                <a:sym typeface="Arial"/>
              </a:rPr>
              <a:t>CISC</a:t>
            </a:r>
            <a:r>
              <a:rPr lang="en-US" b="0" i="0">
                <a:solidFill>
                  <a:srgbClr val="000000"/>
                </a:solidFill>
                <a:latin typeface="Arial"/>
                <a:ea typeface="Arial"/>
                <a:cs typeface="Arial"/>
                <a:sym typeface="Arial"/>
              </a:rPr>
              <a:t> − CISC stands for Complex Instruction </a:t>
            </a:r>
            <a:r>
              <a:rPr lang="en-US">
                <a:solidFill>
                  <a:srgbClr val="000000"/>
                </a:solidFill>
                <a:latin typeface="Arial"/>
                <a:ea typeface="Arial"/>
                <a:cs typeface="Arial"/>
                <a:sym typeface="Arial"/>
              </a:rPr>
              <a:t>S</a:t>
            </a:r>
            <a:r>
              <a:rPr lang="en-US" b="0" i="0">
                <a:solidFill>
                  <a:srgbClr val="000000"/>
                </a:solidFill>
                <a:latin typeface="Arial"/>
                <a:ea typeface="Arial"/>
                <a:cs typeface="Arial"/>
                <a:sym typeface="Arial"/>
              </a:rPr>
              <a:t>et </a:t>
            </a:r>
            <a:r>
              <a:rPr lang="en-US">
                <a:solidFill>
                  <a:srgbClr val="000000"/>
                </a:solidFill>
                <a:latin typeface="Arial"/>
                <a:ea typeface="Arial"/>
                <a:cs typeface="Arial"/>
                <a:sym typeface="Arial"/>
              </a:rPr>
              <a:t>C</a:t>
            </a:r>
            <a:r>
              <a:rPr lang="en-US" b="0" i="0">
                <a:solidFill>
                  <a:srgbClr val="000000"/>
                </a:solidFill>
                <a:latin typeface="Arial"/>
                <a:ea typeface="Arial"/>
                <a:cs typeface="Arial"/>
                <a:sym typeface="Arial"/>
              </a:rPr>
              <a:t>omputer. It allows the user to insert a single instruction as an alternative to many simple instructions.</a:t>
            </a:r>
            <a:endParaRPr/>
          </a:p>
          <a:p>
            <a:pPr marL="228600" lvl="0" indent="-228600" algn="just" rtl="0">
              <a:lnSpc>
                <a:spcPct val="90000"/>
              </a:lnSpc>
              <a:spcBef>
                <a:spcPts val="1000"/>
              </a:spcBef>
              <a:spcAft>
                <a:spcPts val="0"/>
              </a:spcAft>
              <a:buClr>
                <a:srgbClr val="000000"/>
              </a:buClr>
              <a:buSzPts val="2800"/>
              <a:buFont typeface="Arial"/>
              <a:buChar char="•"/>
            </a:pPr>
            <a:r>
              <a:rPr lang="en-US" b="1" i="0">
                <a:solidFill>
                  <a:srgbClr val="000000"/>
                </a:solidFill>
                <a:latin typeface="Arial"/>
                <a:ea typeface="Arial"/>
                <a:cs typeface="Arial"/>
                <a:sym typeface="Arial"/>
              </a:rPr>
              <a:t>RISC</a:t>
            </a:r>
            <a:r>
              <a:rPr lang="en-US" b="0" i="0">
                <a:solidFill>
                  <a:srgbClr val="000000"/>
                </a:solidFill>
                <a:latin typeface="Arial"/>
                <a:ea typeface="Arial"/>
                <a:cs typeface="Arial"/>
                <a:sym typeface="Arial"/>
              </a:rPr>
              <a:t> − RISC stands for Reduced Instruction Set Computers. It reduces the operational time by shortening the clock cycle per instruction.</a:t>
            </a:r>
            <a:endParaRPr/>
          </a:p>
          <a:p>
            <a:pPr marL="228600" lvl="0" indent="-50800" algn="l" rtl="0">
              <a:lnSpc>
                <a:spcPct val="90000"/>
              </a:lnSpc>
              <a:spcBef>
                <a:spcPts val="1000"/>
              </a:spcBef>
              <a:spcAft>
                <a:spcPts val="0"/>
              </a:spcAft>
              <a:buClr>
                <a:schemeClr val="dk1"/>
              </a:buClr>
              <a:buSzPts val="2800"/>
              <a:buNone/>
            </a:pPr>
            <a:endParaRPr/>
          </a:p>
        </p:txBody>
      </p:sp>
      <p:sp>
        <p:nvSpPr>
          <p:cNvPr id="305" name="Google Shape;305;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306" name="Google Shape;306;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307" name="Google Shape;307;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124280" y="3068640"/>
              <a:ext cx="329760" cy="202320"/>
            </p14:xfrm>
          </p:contentPart>
        </mc:Choice>
        <mc:Fallback xmlns="">
          <p:pic>
            <p:nvPicPr>
              <p:cNvPr id="2" name="Ink 1"/>
              <p:cNvPicPr/>
              <p:nvPr/>
            </p:nvPicPr>
            <p:blipFill>
              <a:blip r:embed="rId4"/>
              <a:stretch>
                <a:fillRect/>
              </a:stretch>
            </p:blipFill>
            <p:spPr>
              <a:xfrm>
                <a:off x="1114920" y="3059280"/>
                <a:ext cx="348480" cy="221040"/>
              </a:xfrm>
              <a:prstGeom prst="rect">
                <a:avLst/>
              </a:prstGeom>
            </p:spPr>
          </p:pic>
        </mc:Fallback>
      </mc:AlternateContent>
    </p:spTree>
    <p:extLst>
      <p:ext uri="{BB962C8B-B14F-4D97-AF65-F5344CB8AC3E}">
        <p14:creationId xmlns:p14="http://schemas.microsoft.com/office/powerpoint/2010/main" val="1615201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0"/>
          <p:cNvSpPr txBox="1">
            <a:spLocks noGrp="1"/>
          </p:cNvSpPr>
          <p:nvPr>
            <p:ph type="title"/>
          </p:nvPr>
        </p:nvSpPr>
        <p:spPr>
          <a:xfrm>
            <a:off x="838200" y="142239"/>
            <a:ext cx="10515600" cy="107759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8051 Microcontroller Architectural Layout</a:t>
            </a:r>
            <a:endParaRPr b="1"/>
          </a:p>
        </p:txBody>
      </p:sp>
      <p:pic>
        <p:nvPicPr>
          <p:cNvPr id="322" name="Google Shape;322;p40"/>
          <p:cNvPicPr preferRelativeResize="0">
            <a:picLocks noGrp="1"/>
          </p:cNvPicPr>
          <p:nvPr>
            <p:ph type="body" idx="1"/>
          </p:nvPr>
        </p:nvPicPr>
        <p:blipFill rotWithShape="1">
          <a:blip r:embed="rId3">
            <a:alphaModFix/>
          </a:blip>
          <a:srcRect/>
          <a:stretch/>
        </p:blipFill>
        <p:spPr>
          <a:xfrm>
            <a:off x="975360" y="1097280"/>
            <a:ext cx="9956800" cy="5323840"/>
          </a:xfrm>
          <a:prstGeom prst="rect">
            <a:avLst/>
          </a:prstGeom>
          <a:noFill/>
          <a:ln>
            <a:noFill/>
          </a:ln>
        </p:spPr>
      </p:pic>
      <p:sp>
        <p:nvSpPr>
          <p:cNvPr id="323" name="Google Shape;323;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324" name="Google Shape;324;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325" name="Google Shape;325;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1868400" y="12600"/>
              <a:ext cx="887760" cy="4216320"/>
            </p14:xfrm>
          </p:contentPart>
        </mc:Choice>
        <mc:Fallback xmlns="">
          <p:pic>
            <p:nvPicPr>
              <p:cNvPr id="2" name="Ink 1"/>
              <p:cNvPicPr/>
              <p:nvPr/>
            </p:nvPicPr>
            <p:blipFill>
              <a:blip r:embed="rId5"/>
              <a:stretch>
                <a:fillRect/>
              </a:stretch>
            </p:blipFill>
            <p:spPr>
              <a:xfrm>
                <a:off x="1859040" y="3240"/>
                <a:ext cx="906480" cy="4235040"/>
              </a:xfrm>
              <a:prstGeom prst="rect">
                <a:avLst/>
              </a:prstGeom>
            </p:spPr>
          </p:pic>
        </mc:Fallback>
      </mc:AlternateContent>
    </p:spTree>
    <p:extLst>
      <p:ext uri="{BB962C8B-B14F-4D97-AF65-F5344CB8AC3E}">
        <p14:creationId xmlns:p14="http://schemas.microsoft.com/office/powerpoint/2010/main" val="33070467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8051 Microcontroller Architectural Layout</a:t>
            </a:r>
            <a:endParaRPr b="1"/>
          </a:p>
        </p:txBody>
      </p:sp>
      <p:sp>
        <p:nvSpPr>
          <p:cNvPr id="331" name="Google Shape;33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332" name="Google Shape;33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333" name="Google Shape;33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
        <p:nvSpPr>
          <p:cNvPr id="334" name="Google Shape;334;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335" name="Google Shape;335;p41"/>
          <p:cNvPicPr preferRelativeResize="0"/>
          <p:nvPr/>
        </p:nvPicPr>
        <p:blipFill rotWithShape="1">
          <a:blip r:embed="rId3">
            <a:alphaModFix/>
          </a:blip>
          <a:srcRect/>
          <a:stretch/>
        </p:blipFill>
        <p:spPr>
          <a:xfrm>
            <a:off x="701041" y="1614170"/>
            <a:ext cx="10881360" cy="4742180"/>
          </a:xfrm>
          <a:prstGeom prst="rect">
            <a:avLst/>
          </a:prstGeom>
          <a:noFill/>
          <a:ln>
            <a:noFill/>
          </a:ln>
        </p:spPr>
      </p:pic>
    </p:spTree>
    <p:extLst>
      <p:ext uri="{BB962C8B-B14F-4D97-AF65-F5344CB8AC3E}">
        <p14:creationId xmlns:p14="http://schemas.microsoft.com/office/powerpoint/2010/main" val="9981436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8051 Microcontroller : Features supported</a:t>
            </a:r>
            <a:endParaRPr b="1"/>
          </a:p>
        </p:txBody>
      </p:sp>
      <p:sp>
        <p:nvSpPr>
          <p:cNvPr id="341" name="Google Shape;341;p42"/>
          <p:cNvSpPr txBox="1">
            <a:spLocks noGrp="1"/>
          </p:cNvSpPr>
          <p:nvPr>
            <p:ph type="body" idx="1"/>
          </p:nvPr>
        </p:nvSpPr>
        <p:spPr>
          <a:xfrm>
            <a:off x="838200" y="1605280"/>
            <a:ext cx="10515600" cy="457168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3200"/>
              <a:buChar char="•"/>
            </a:pPr>
            <a:r>
              <a:rPr lang="en-US" sz="3200" dirty="0"/>
              <a:t>8-bit microcontroller supporting 8-bit operations.</a:t>
            </a:r>
            <a:endParaRPr dirty="0"/>
          </a:p>
          <a:p>
            <a:pPr marL="228600" lvl="0" indent="-228600" algn="just" rtl="0">
              <a:lnSpc>
                <a:spcPct val="90000"/>
              </a:lnSpc>
              <a:spcBef>
                <a:spcPts val="1000"/>
              </a:spcBef>
              <a:spcAft>
                <a:spcPts val="0"/>
              </a:spcAft>
              <a:buClr>
                <a:schemeClr val="dk1"/>
              </a:buClr>
              <a:buSzPts val="3200"/>
              <a:buChar char="•"/>
            </a:pPr>
            <a:r>
              <a:rPr lang="en-US" sz="3200" dirty="0"/>
              <a:t>Many general purpose (GPR) and few special function registers (SFRs)</a:t>
            </a:r>
            <a:endParaRPr dirty="0"/>
          </a:p>
          <a:p>
            <a:pPr marL="685800" lvl="1" indent="-228600" algn="just" rtl="0">
              <a:lnSpc>
                <a:spcPct val="90000"/>
              </a:lnSpc>
              <a:spcBef>
                <a:spcPts val="500"/>
              </a:spcBef>
              <a:spcAft>
                <a:spcPts val="0"/>
              </a:spcAft>
              <a:buClr>
                <a:schemeClr val="dk1"/>
              </a:buClr>
              <a:buSzPts val="2800"/>
              <a:buChar char="•"/>
            </a:pPr>
            <a:r>
              <a:rPr lang="en-US" sz="2800" dirty="0"/>
              <a:t>Two major 8-bit registers for arithmetical operations </a:t>
            </a:r>
            <a:r>
              <a:rPr lang="en-US" sz="2800" dirty="0" smtClean="0"/>
              <a:t>- </a:t>
            </a:r>
            <a:r>
              <a:rPr lang="en-US" sz="2800" b="1" dirty="0"/>
              <a:t>A</a:t>
            </a:r>
            <a:r>
              <a:rPr lang="en-US" sz="2800" dirty="0"/>
              <a:t> and </a:t>
            </a:r>
            <a:r>
              <a:rPr lang="en-US" sz="2800" b="1" dirty="0"/>
              <a:t>B</a:t>
            </a:r>
            <a:r>
              <a:rPr lang="en-US" sz="2800" dirty="0"/>
              <a:t>. A is the accumulator register and it is a bit addressable register</a:t>
            </a:r>
            <a:endParaRPr dirty="0"/>
          </a:p>
          <a:p>
            <a:pPr marL="685800" lvl="1" indent="-228600" algn="just" rtl="0">
              <a:lnSpc>
                <a:spcPct val="90000"/>
              </a:lnSpc>
              <a:spcBef>
                <a:spcPts val="500"/>
              </a:spcBef>
              <a:spcAft>
                <a:spcPts val="0"/>
              </a:spcAft>
              <a:buClr>
                <a:schemeClr val="dk1"/>
              </a:buClr>
              <a:buSzPts val="2800"/>
              <a:buChar char="•"/>
            </a:pPr>
            <a:r>
              <a:rPr lang="en-US" sz="2800" dirty="0"/>
              <a:t>21 SFRs. </a:t>
            </a:r>
            <a:endParaRPr dirty="0"/>
          </a:p>
          <a:p>
            <a:pPr marL="685800" lvl="1" indent="-228600" algn="just" rtl="0">
              <a:lnSpc>
                <a:spcPct val="90000"/>
              </a:lnSpc>
              <a:spcBef>
                <a:spcPts val="500"/>
              </a:spcBef>
              <a:spcAft>
                <a:spcPts val="0"/>
              </a:spcAft>
              <a:buClr>
                <a:schemeClr val="dk1"/>
              </a:buClr>
              <a:buSzPts val="2800"/>
              <a:buChar char="•"/>
            </a:pPr>
            <a:r>
              <a:rPr lang="en-US" sz="2800" dirty="0"/>
              <a:t>Few registers are bit addressable. </a:t>
            </a:r>
            <a:endParaRPr dirty="0"/>
          </a:p>
          <a:p>
            <a:pPr marL="685800" lvl="1" indent="-228600" algn="just" rtl="0">
              <a:lnSpc>
                <a:spcPct val="90000"/>
              </a:lnSpc>
              <a:spcBef>
                <a:spcPts val="500"/>
              </a:spcBef>
              <a:spcAft>
                <a:spcPts val="0"/>
              </a:spcAft>
              <a:buClr>
                <a:schemeClr val="dk1"/>
              </a:buClr>
              <a:buSzPts val="2800"/>
              <a:buChar char="•"/>
            </a:pPr>
            <a:r>
              <a:rPr lang="en-US" sz="2800" dirty="0"/>
              <a:t>Control registers for timer, serial communication, and interrupts fall under SFR category.</a:t>
            </a:r>
            <a:endParaRPr dirty="0"/>
          </a:p>
        </p:txBody>
      </p:sp>
      <p:sp>
        <p:nvSpPr>
          <p:cNvPr id="342" name="Google Shape;342;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343" name="Google Shape;343;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344" name="Google Shape;344;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spTree>
    <p:extLst>
      <p:ext uri="{BB962C8B-B14F-4D97-AF65-F5344CB8AC3E}">
        <p14:creationId xmlns:p14="http://schemas.microsoft.com/office/powerpoint/2010/main" val="1974240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3"/>
          <p:cNvSpPr txBox="1">
            <a:spLocks noGrp="1"/>
          </p:cNvSpPr>
          <p:nvPr>
            <p:ph type="title"/>
          </p:nvPr>
        </p:nvSpPr>
        <p:spPr>
          <a:xfrm>
            <a:off x="838200" y="365125"/>
            <a:ext cx="10515600" cy="11080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8051 Microcontroller : Features supported</a:t>
            </a:r>
            <a:endParaRPr b="1"/>
          </a:p>
        </p:txBody>
      </p:sp>
      <p:sp>
        <p:nvSpPr>
          <p:cNvPr id="350" name="Google Shape;350;p43"/>
          <p:cNvSpPr txBox="1">
            <a:spLocks noGrp="1"/>
          </p:cNvSpPr>
          <p:nvPr>
            <p:ph type="body" idx="1"/>
          </p:nvPr>
        </p:nvSpPr>
        <p:spPr>
          <a:xfrm>
            <a:off x="838200" y="1473200"/>
            <a:ext cx="10515600" cy="47037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Four register banks having 8 registers in each bank. </a:t>
            </a:r>
            <a:endParaRPr dirty="0"/>
          </a:p>
          <a:p>
            <a:pPr marL="685800" lvl="1" indent="-228600" algn="l" rtl="0">
              <a:lnSpc>
                <a:spcPct val="90000"/>
              </a:lnSpc>
              <a:spcBef>
                <a:spcPts val="500"/>
              </a:spcBef>
              <a:spcAft>
                <a:spcPts val="0"/>
              </a:spcAft>
              <a:buClr>
                <a:schemeClr val="dk1"/>
              </a:buClr>
              <a:buSzPts val="2400"/>
              <a:buChar char="•"/>
            </a:pPr>
            <a:r>
              <a:rPr lang="en-US" dirty="0"/>
              <a:t>These 32 registers can be used by the programmers</a:t>
            </a:r>
            <a:endParaRPr dirty="0"/>
          </a:p>
          <a:p>
            <a:pPr marL="685800" lvl="1" indent="-228600" algn="l" rtl="0">
              <a:lnSpc>
                <a:spcPct val="90000"/>
              </a:lnSpc>
              <a:spcBef>
                <a:spcPts val="500"/>
              </a:spcBef>
              <a:spcAft>
                <a:spcPts val="0"/>
              </a:spcAft>
              <a:buClr>
                <a:schemeClr val="dk1"/>
              </a:buClr>
              <a:buSzPts val="2400"/>
              <a:buChar char="•"/>
            </a:pPr>
            <a:r>
              <a:rPr lang="en-US" dirty="0"/>
              <a:t>Stack pointer register: points to the stack (8-bit register)</a:t>
            </a:r>
            <a:endParaRPr dirty="0"/>
          </a:p>
          <a:p>
            <a:pPr marL="457200" lvl="1" indent="0" algn="l" rtl="0">
              <a:lnSpc>
                <a:spcPct val="90000"/>
              </a:lnSpc>
              <a:spcBef>
                <a:spcPts val="500"/>
              </a:spcBef>
              <a:spcAft>
                <a:spcPts val="0"/>
              </a:spcAft>
              <a:buClr>
                <a:schemeClr val="dk1"/>
              </a:buClr>
              <a:buSzPts val="2400"/>
              <a:buNone/>
            </a:pPr>
            <a:endParaRPr dirty="0"/>
          </a:p>
          <a:p>
            <a:pPr marL="228600" lvl="0" indent="-228600" algn="l" rtl="0">
              <a:lnSpc>
                <a:spcPct val="90000"/>
              </a:lnSpc>
              <a:spcBef>
                <a:spcPts val="1000"/>
              </a:spcBef>
              <a:spcAft>
                <a:spcPts val="0"/>
              </a:spcAft>
              <a:buClr>
                <a:schemeClr val="dk1"/>
              </a:buClr>
              <a:buSzPts val="2800"/>
              <a:buChar char="•"/>
            </a:pPr>
            <a:r>
              <a:rPr lang="en-US" dirty="0"/>
              <a:t>Data pointer (DPTR): 16 bit register (combination of two 8-bit registers (DPL &amp; DPH)</a:t>
            </a:r>
            <a:endParaRPr dirty="0"/>
          </a:p>
          <a:p>
            <a:pPr marL="228600" lvl="0" indent="-228600" algn="l" rtl="0">
              <a:lnSpc>
                <a:spcPct val="90000"/>
              </a:lnSpc>
              <a:spcBef>
                <a:spcPts val="1000"/>
              </a:spcBef>
              <a:spcAft>
                <a:spcPts val="0"/>
              </a:spcAft>
              <a:buClr>
                <a:schemeClr val="dk1"/>
              </a:buClr>
              <a:buSzPts val="2800"/>
              <a:buChar char="•"/>
            </a:pPr>
            <a:r>
              <a:rPr lang="en-US" dirty="0"/>
              <a:t>16-bit program counter (PC) – holds the address of the next instruction to be executed.</a:t>
            </a:r>
            <a:endParaRPr dirty="0"/>
          </a:p>
          <a:p>
            <a:pPr marL="228600" lvl="0" indent="-228600" algn="l" rtl="0">
              <a:lnSpc>
                <a:spcPct val="90000"/>
              </a:lnSpc>
              <a:spcBef>
                <a:spcPts val="1000"/>
              </a:spcBef>
              <a:spcAft>
                <a:spcPts val="0"/>
              </a:spcAft>
              <a:buClr>
                <a:schemeClr val="dk1"/>
              </a:buClr>
              <a:buSzPts val="2800"/>
              <a:buChar char="•"/>
            </a:pPr>
            <a:r>
              <a:rPr lang="en-US" dirty="0"/>
              <a:t>8- bit Program Status Word (PSW) – It is the flag register and helps in selection of register banks as well.</a:t>
            </a:r>
            <a:endParaRPr dirty="0"/>
          </a:p>
          <a:p>
            <a:pPr marL="228600" lvl="0" indent="-50800" algn="l" rtl="0">
              <a:lnSpc>
                <a:spcPct val="90000"/>
              </a:lnSpc>
              <a:spcBef>
                <a:spcPts val="1000"/>
              </a:spcBef>
              <a:spcAft>
                <a:spcPts val="0"/>
              </a:spcAft>
              <a:buClr>
                <a:schemeClr val="dk1"/>
              </a:buClr>
              <a:buSzPts val="2800"/>
              <a:buNone/>
            </a:pPr>
            <a:endParaRPr dirty="0"/>
          </a:p>
          <a:p>
            <a:pPr marL="457200" lvl="1" indent="0" algn="l" rtl="0">
              <a:lnSpc>
                <a:spcPct val="90000"/>
              </a:lnSpc>
              <a:spcBef>
                <a:spcPts val="500"/>
              </a:spcBef>
              <a:spcAft>
                <a:spcPts val="0"/>
              </a:spcAft>
              <a:buClr>
                <a:schemeClr val="dk1"/>
              </a:buClr>
              <a:buSzPts val="2400"/>
              <a:buNone/>
            </a:pPr>
            <a:endParaRPr dirty="0"/>
          </a:p>
        </p:txBody>
      </p:sp>
      <p:sp>
        <p:nvSpPr>
          <p:cNvPr id="351" name="Google Shape;351;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352" name="Google Shape;352;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353" name="Google Shape;353;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Tree>
    <p:extLst>
      <p:ext uri="{BB962C8B-B14F-4D97-AF65-F5344CB8AC3E}">
        <p14:creationId xmlns:p14="http://schemas.microsoft.com/office/powerpoint/2010/main" val="250144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6329"/>
          </a:xfrm>
        </p:spPr>
        <p:txBody>
          <a:bodyPr/>
          <a:lstStyle/>
          <a:p>
            <a:pPr algn="ctr"/>
            <a:r>
              <a:rPr lang="en-US" b="1" dirty="0" smtClean="0"/>
              <a:t>Program Status Word (PSW)</a:t>
            </a:r>
            <a:endParaRPr lang="en-IN" b="1" dirty="0"/>
          </a:p>
        </p:txBody>
      </p:sp>
      <p:pic>
        <p:nvPicPr>
          <p:cNvPr id="7" name="Content Placeholder 6"/>
          <p:cNvPicPr>
            <a:picLocks noGrp="1" noChangeAspect="1"/>
          </p:cNvPicPr>
          <p:nvPr>
            <p:ph idx="1"/>
          </p:nvPr>
        </p:nvPicPr>
        <p:blipFill>
          <a:blip r:embed="rId2"/>
          <a:stretch>
            <a:fillRect/>
          </a:stretch>
        </p:blipFill>
        <p:spPr>
          <a:xfrm>
            <a:off x="1688123" y="1024792"/>
            <a:ext cx="9231923" cy="5331558"/>
          </a:xfrm>
          <a:prstGeom prst="rect">
            <a:avLst/>
          </a:prstGeom>
        </p:spPr>
      </p:pic>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23</a:t>
            </a:fld>
            <a:endParaRPr lang="en-IN"/>
          </a:p>
        </p:txBody>
      </p:sp>
    </p:spTree>
    <p:extLst>
      <p:ext uri="{BB962C8B-B14F-4D97-AF65-F5344CB8AC3E}">
        <p14:creationId xmlns:p14="http://schemas.microsoft.com/office/powerpoint/2010/main" val="2459513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4444"/>
          </a:xfrm>
        </p:spPr>
        <p:txBody>
          <a:bodyPr>
            <a:normAutofit fontScale="90000"/>
          </a:bodyPr>
          <a:lstStyle/>
          <a:p>
            <a:pPr algn="ctr"/>
            <a:r>
              <a:rPr lang="en-US" b="1" dirty="0" smtClean="0"/>
              <a:t>PSW</a:t>
            </a:r>
            <a:endParaRPr lang="en-IN" b="1" dirty="0"/>
          </a:p>
        </p:txBody>
      </p:sp>
      <p:pic>
        <p:nvPicPr>
          <p:cNvPr id="7" name="Content Placeholder 6"/>
          <p:cNvPicPr>
            <a:picLocks noGrp="1" noChangeAspect="1"/>
          </p:cNvPicPr>
          <p:nvPr>
            <p:ph idx="1"/>
          </p:nvPr>
        </p:nvPicPr>
        <p:blipFill>
          <a:blip r:embed="rId2"/>
          <a:stretch>
            <a:fillRect/>
          </a:stretch>
        </p:blipFill>
        <p:spPr>
          <a:xfrm>
            <a:off x="1670538" y="949569"/>
            <a:ext cx="9407770" cy="5406781"/>
          </a:xfrm>
          <a:prstGeom prst="rect">
            <a:avLst/>
          </a:prstGeom>
        </p:spPr>
      </p:pic>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24</a:t>
            </a:fld>
            <a:endParaRPr lang="en-IN"/>
          </a:p>
        </p:txBody>
      </p:sp>
    </p:spTree>
    <p:extLst>
      <p:ext uri="{BB962C8B-B14F-4D97-AF65-F5344CB8AC3E}">
        <p14:creationId xmlns:p14="http://schemas.microsoft.com/office/powerpoint/2010/main" val="3759689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821837"/>
          </a:xfrm>
        </p:spPr>
        <p:txBody>
          <a:bodyPr/>
          <a:lstStyle/>
          <a:p>
            <a:pPr algn="ctr"/>
            <a:r>
              <a:rPr lang="en-US" b="1" dirty="0" smtClean="0"/>
              <a:t>PSW</a:t>
            </a:r>
            <a:endParaRPr lang="en-IN" b="1" dirty="0"/>
          </a:p>
        </p:txBody>
      </p:sp>
      <p:pic>
        <p:nvPicPr>
          <p:cNvPr id="10" name="Content Placeholder 9"/>
          <p:cNvPicPr>
            <a:picLocks noGrp="1" noChangeAspect="1"/>
          </p:cNvPicPr>
          <p:nvPr>
            <p:ph sz="half" idx="1"/>
          </p:nvPr>
        </p:nvPicPr>
        <p:blipFill>
          <a:blip r:embed="rId2"/>
          <a:stretch>
            <a:fillRect/>
          </a:stretch>
        </p:blipFill>
        <p:spPr>
          <a:xfrm>
            <a:off x="398584" y="1704120"/>
            <a:ext cx="5181600" cy="4135071"/>
          </a:xfrm>
          <a:prstGeom prst="rect">
            <a:avLst/>
          </a:prstGeom>
        </p:spPr>
      </p:pic>
      <p:pic>
        <p:nvPicPr>
          <p:cNvPr id="11" name="Content Placeholder 10"/>
          <p:cNvPicPr>
            <a:picLocks noGrp="1" noChangeAspect="1"/>
          </p:cNvPicPr>
          <p:nvPr>
            <p:ph sz="half" idx="2"/>
          </p:nvPr>
        </p:nvPicPr>
        <p:blipFill>
          <a:blip r:embed="rId3"/>
          <a:stretch>
            <a:fillRect/>
          </a:stretch>
        </p:blipFill>
        <p:spPr>
          <a:xfrm>
            <a:off x="6137031" y="1538167"/>
            <a:ext cx="5383823" cy="4466980"/>
          </a:xfrm>
          <a:prstGeom prst="rect">
            <a:avLst/>
          </a:prstGeom>
        </p:spPr>
      </p:pic>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25</a:t>
            </a:fld>
            <a:endParaRPr lang="en-IN"/>
          </a:p>
        </p:txBody>
      </p:sp>
    </p:spTree>
    <p:extLst>
      <p:ext uri="{BB962C8B-B14F-4D97-AF65-F5344CB8AC3E}">
        <p14:creationId xmlns:p14="http://schemas.microsoft.com/office/powerpoint/2010/main" val="1846625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4"/>
          <p:cNvSpPr txBox="1">
            <a:spLocks noGrp="1"/>
          </p:cNvSpPr>
          <p:nvPr>
            <p:ph type="title"/>
          </p:nvPr>
        </p:nvSpPr>
        <p:spPr>
          <a:xfrm>
            <a:off x="838200" y="365125"/>
            <a:ext cx="10515600" cy="104711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8051 Microcontroller : Features supported</a:t>
            </a:r>
            <a:endParaRPr b="1"/>
          </a:p>
        </p:txBody>
      </p:sp>
      <p:sp>
        <p:nvSpPr>
          <p:cNvPr id="359" name="Google Shape;359;p44"/>
          <p:cNvSpPr txBox="1">
            <a:spLocks noGrp="1"/>
          </p:cNvSpPr>
          <p:nvPr>
            <p:ph type="body" idx="1"/>
          </p:nvPr>
        </p:nvSpPr>
        <p:spPr>
          <a:xfrm>
            <a:off x="838200" y="1412240"/>
            <a:ext cx="10515600" cy="476472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Internal ROM or EPROM: size 4K</a:t>
            </a:r>
            <a:endParaRPr dirty="0"/>
          </a:p>
          <a:p>
            <a:pPr marL="228600" lvl="0" indent="-228600" algn="l" rtl="0">
              <a:lnSpc>
                <a:spcPct val="90000"/>
              </a:lnSpc>
              <a:spcBef>
                <a:spcPts val="1000"/>
              </a:spcBef>
              <a:spcAft>
                <a:spcPts val="0"/>
              </a:spcAft>
              <a:buClr>
                <a:schemeClr val="dk1"/>
              </a:buClr>
              <a:buSzPts val="2800"/>
              <a:buChar char="•"/>
            </a:pPr>
            <a:r>
              <a:rPr lang="en-US" dirty="0"/>
              <a:t>Internal user accessible RAM 128 bytes</a:t>
            </a:r>
            <a:endParaRPr dirty="0"/>
          </a:p>
          <a:p>
            <a:pPr marL="228600" lvl="0" indent="-228600" algn="l" rtl="0">
              <a:lnSpc>
                <a:spcPct val="90000"/>
              </a:lnSpc>
              <a:spcBef>
                <a:spcPts val="1000"/>
              </a:spcBef>
              <a:spcAft>
                <a:spcPts val="0"/>
              </a:spcAft>
              <a:buClr>
                <a:schemeClr val="dk1"/>
              </a:buClr>
              <a:buSzPts val="2800"/>
              <a:buChar char="•"/>
            </a:pPr>
            <a:r>
              <a:rPr lang="en-US" dirty="0"/>
              <a:t>40 pins package: four ports P0, P1, P2, and P3 ( can be configured as input or output ports)</a:t>
            </a:r>
            <a:endParaRPr dirty="0"/>
          </a:p>
          <a:p>
            <a:pPr marL="228600" lvl="0" indent="-228600" algn="l" rtl="0">
              <a:lnSpc>
                <a:spcPct val="90000"/>
              </a:lnSpc>
              <a:spcBef>
                <a:spcPts val="1000"/>
              </a:spcBef>
              <a:spcAft>
                <a:spcPts val="0"/>
              </a:spcAft>
              <a:buClr>
                <a:schemeClr val="dk1"/>
              </a:buClr>
              <a:buSzPts val="2800"/>
              <a:buChar char="•"/>
            </a:pPr>
            <a:r>
              <a:rPr lang="en-US" dirty="0"/>
              <a:t>Two 16 bits timer / counter: T0 and T1</a:t>
            </a:r>
            <a:endParaRPr dirty="0"/>
          </a:p>
          <a:p>
            <a:pPr marL="228600" lvl="0" indent="-228600" algn="l" rtl="0">
              <a:lnSpc>
                <a:spcPct val="90000"/>
              </a:lnSpc>
              <a:spcBef>
                <a:spcPts val="1000"/>
              </a:spcBef>
              <a:spcAft>
                <a:spcPts val="0"/>
              </a:spcAft>
              <a:buClr>
                <a:schemeClr val="dk1"/>
              </a:buClr>
              <a:buSzPts val="2800"/>
              <a:buChar char="•"/>
            </a:pPr>
            <a:r>
              <a:rPr lang="en-US" dirty="0"/>
              <a:t>Full duplex serial data receiver / transmitter </a:t>
            </a:r>
            <a:endParaRPr dirty="0"/>
          </a:p>
          <a:p>
            <a:pPr marL="228600" lvl="0" indent="-228600" algn="l" rtl="0">
              <a:lnSpc>
                <a:spcPct val="90000"/>
              </a:lnSpc>
              <a:spcBef>
                <a:spcPts val="1000"/>
              </a:spcBef>
              <a:spcAft>
                <a:spcPts val="0"/>
              </a:spcAft>
              <a:buClr>
                <a:schemeClr val="dk1"/>
              </a:buClr>
              <a:buSzPts val="2800"/>
              <a:buChar char="•"/>
            </a:pPr>
            <a:r>
              <a:rPr lang="en-US" dirty="0"/>
              <a:t>Support for interrupt programming</a:t>
            </a:r>
            <a:endParaRPr dirty="0"/>
          </a:p>
          <a:p>
            <a:pPr marL="228600" lvl="0" indent="-228600" algn="l" rtl="0">
              <a:lnSpc>
                <a:spcPct val="90000"/>
              </a:lnSpc>
              <a:spcBef>
                <a:spcPts val="1000"/>
              </a:spcBef>
              <a:spcAft>
                <a:spcPts val="0"/>
              </a:spcAft>
              <a:buClr>
                <a:schemeClr val="dk1"/>
              </a:buClr>
              <a:buSzPts val="2800"/>
              <a:buChar char="•"/>
            </a:pPr>
            <a:r>
              <a:rPr lang="en-US" dirty="0"/>
              <a:t>Oscillator and clock circuit</a:t>
            </a:r>
            <a:endParaRPr dirty="0"/>
          </a:p>
          <a:p>
            <a:pPr marL="228600" lvl="0" indent="-228600" algn="l" rtl="0">
              <a:lnSpc>
                <a:spcPct val="90000"/>
              </a:lnSpc>
              <a:spcBef>
                <a:spcPts val="1000"/>
              </a:spcBef>
              <a:spcAft>
                <a:spcPts val="0"/>
              </a:spcAft>
              <a:buClr>
                <a:schemeClr val="dk1"/>
              </a:buClr>
              <a:buSzPts val="2800"/>
              <a:buChar char="•"/>
            </a:pPr>
            <a:r>
              <a:rPr lang="en-US" dirty="0"/>
              <a:t>Easier and simpler instruction set</a:t>
            </a:r>
            <a:endParaRPr dirty="0"/>
          </a:p>
        </p:txBody>
      </p:sp>
      <p:sp>
        <p:nvSpPr>
          <p:cNvPr id="360" name="Google Shape;360;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361" name="Google Shape;361;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362" name="Google Shape;362;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spTree>
    <p:extLst>
      <p:ext uri="{BB962C8B-B14F-4D97-AF65-F5344CB8AC3E}">
        <p14:creationId xmlns:p14="http://schemas.microsoft.com/office/powerpoint/2010/main" val="2621979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5"/>
          <p:cNvSpPr txBox="1">
            <a:spLocks noGrp="1"/>
          </p:cNvSpPr>
          <p:nvPr>
            <p:ph type="title"/>
          </p:nvPr>
        </p:nvSpPr>
        <p:spPr>
          <a:xfrm>
            <a:off x="838200" y="1"/>
            <a:ext cx="10515600" cy="9245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8051 pin description</a:t>
            </a:r>
            <a:endParaRPr b="1"/>
          </a:p>
        </p:txBody>
      </p:sp>
      <p:pic>
        <p:nvPicPr>
          <p:cNvPr id="368" name="Google Shape;368;p45"/>
          <p:cNvPicPr preferRelativeResize="0">
            <a:picLocks noGrp="1"/>
          </p:cNvPicPr>
          <p:nvPr>
            <p:ph type="body" idx="1"/>
          </p:nvPr>
        </p:nvPicPr>
        <p:blipFill rotWithShape="1">
          <a:blip r:embed="rId3">
            <a:alphaModFix/>
          </a:blip>
          <a:srcRect/>
          <a:stretch/>
        </p:blipFill>
        <p:spPr>
          <a:xfrm>
            <a:off x="1981200" y="782320"/>
            <a:ext cx="8636000" cy="5394643"/>
          </a:xfrm>
          <a:prstGeom prst="rect">
            <a:avLst/>
          </a:prstGeom>
          <a:noFill/>
          <a:ln>
            <a:noFill/>
          </a:ln>
        </p:spPr>
      </p:pic>
      <p:sp>
        <p:nvSpPr>
          <p:cNvPr id="369" name="Google Shape;369;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370" name="Google Shape;370;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371" name="Google Shape;371;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Tree>
    <p:extLst>
      <p:ext uri="{BB962C8B-B14F-4D97-AF65-F5344CB8AC3E}">
        <p14:creationId xmlns:p14="http://schemas.microsoft.com/office/powerpoint/2010/main" val="2765511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6"/>
          <p:cNvSpPr txBox="1">
            <a:spLocks noGrp="1"/>
          </p:cNvSpPr>
          <p:nvPr>
            <p:ph type="title"/>
          </p:nvPr>
        </p:nvSpPr>
        <p:spPr>
          <a:xfrm>
            <a:off x="838200" y="1"/>
            <a:ext cx="10515600" cy="934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8051 pin description</a:t>
            </a:r>
            <a:endParaRPr b="1"/>
          </a:p>
        </p:txBody>
      </p:sp>
      <p:sp>
        <p:nvSpPr>
          <p:cNvPr id="377" name="Google Shape;377;p46"/>
          <p:cNvSpPr txBox="1">
            <a:spLocks noGrp="1"/>
          </p:cNvSpPr>
          <p:nvPr>
            <p:ph type="body" idx="1"/>
          </p:nvPr>
        </p:nvSpPr>
        <p:spPr>
          <a:xfrm>
            <a:off x="838200" y="1056640"/>
            <a:ext cx="10515600" cy="5436235"/>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just" rtl="0">
              <a:lnSpc>
                <a:spcPct val="90000"/>
              </a:lnSpc>
              <a:spcBef>
                <a:spcPts val="0"/>
              </a:spcBef>
              <a:spcAft>
                <a:spcPts val="0"/>
              </a:spcAft>
              <a:buClr>
                <a:srgbClr val="000000"/>
              </a:buClr>
              <a:buSzPct val="100000"/>
              <a:buFont typeface="Arial"/>
              <a:buChar char="•"/>
            </a:pPr>
            <a:r>
              <a:rPr lang="en-US" b="1" i="0" dirty="0">
                <a:solidFill>
                  <a:srgbClr val="000000"/>
                </a:solidFill>
                <a:latin typeface="Arial"/>
                <a:ea typeface="Arial"/>
                <a:cs typeface="Arial"/>
                <a:sym typeface="Arial"/>
              </a:rPr>
              <a:t>Pins 1 to 8</a:t>
            </a:r>
            <a:r>
              <a:rPr lang="en-US" b="0" i="0" dirty="0">
                <a:solidFill>
                  <a:srgbClr val="000000"/>
                </a:solidFill>
                <a:latin typeface="Arial"/>
                <a:ea typeface="Arial"/>
                <a:cs typeface="Arial"/>
                <a:sym typeface="Arial"/>
              </a:rPr>
              <a:t> − These pins are known as Port 1. This port doesn’t serve any other functions. It is internally pulled up, bi-directional I/O port.</a:t>
            </a:r>
            <a:endParaRPr dirty="0"/>
          </a:p>
          <a:p>
            <a:pPr marL="228600" lvl="0" indent="-228600" algn="just" rtl="0">
              <a:lnSpc>
                <a:spcPct val="90000"/>
              </a:lnSpc>
              <a:spcBef>
                <a:spcPts val="1000"/>
              </a:spcBef>
              <a:spcAft>
                <a:spcPts val="0"/>
              </a:spcAft>
              <a:buClr>
                <a:srgbClr val="000000"/>
              </a:buClr>
              <a:buSzPct val="100000"/>
              <a:buFont typeface="Arial"/>
              <a:buChar char="•"/>
            </a:pPr>
            <a:r>
              <a:rPr lang="en-US" b="1" i="0" dirty="0">
                <a:solidFill>
                  <a:srgbClr val="000000"/>
                </a:solidFill>
                <a:latin typeface="Arial"/>
                <a:ea typeface="Arial"/>
                <a:cs typeface="Arial"/>
                <a:sym typeface="Arial"/>
              </a:rPr>
              <a:t>Pin 9</a:t>
            </a:r>
            <a:r>
              <a:rPr lang="en-US" b="0" i="0" dirty="0">
                <a:solidFill>
                  <a:srgbClr val="000000"/>
                </a:solidFill>
                <a:latin typeface="Arial"/>
                <a:ea typeface="Arial"/>
                <a:cs typeface="Arial"/>
                <a:sym typeface="Arial"/>
              </a:rPr>
              <a:t> − It is a RESET pin, which is used to reset the microcontroller to its initial values.</a:t>
            </a:r>
            <a:endParaRPr dirty="0"/>
          </a:p>
          <a:p>
            <a:pPr marL="228600" lvl="0" indent="-228600" algn="just" rtl="0">
              <a:lnSpc>
                <a:spcPct val="90000"/>
              </a:lnSpc>
              <a:spcBef>
                <a:spcPts val="1000"/>
              </a:spcBef>
              <a:spcAft>
                <a:spcPts val="0"/>
              </a:spcAft>
              <a:buClr>
                <a:srgbClr val="000000"/>
              </a:buClr>
              <a:buSzPct val="100000"/>
              <a:buFont typeface="Arial"/>
              <a:buChar char="•"/>
            </a:pPr>
            <a:r>
              <a:rPr lang="en-US" b="1" i="0" dirty="0">
                <a:solidFill>
                  <a:srgbClr val="000000"/>
                </a:solidFill>
                <a:latin typeface="Arial"/>
                <a:ea typeface="Arial"/>
                <a:cs typeface="Arial"/>
                <a:sym typeface="Arial"/>
              </a:rPr>
              <a:t>Pins 10 to 17</a:t>
            </a:r>
            <a:r>
              <a:rPr lang="en-US" b="0" i="0" dirty="0">
                <a:solidFill>
                  <a:srgbClr val="000000"/>
                </a:solidFill>
                <a:latin typeface="Arial"/>
                <a:ea typeface="Arial"/>
                <a:cs typeface="Arial"/>
                <a:sym typeface="Arial"/>
              </a:rPr>
              <a:t> − These pins are known as Port 3. This port serves some functions like interrupts, timer input, control signals, serial communication signals </a:t>
            </a:r>
            <a:r>
              <a:rPr lang="en-US" b="0" i="0" dirty="0" err="1">
                <a:solidFill>
                  <a:srgbClr val="000000"/>
                </a:solidFill>
                <a:latin typeface="Arial"/>
                <a:ea typeface="Arial"/>
                <a:cs typeface="Arial"/>
                <a:sym typeface="Arial"/>
              </a:rPr>
              <a:t>RxD</a:t>
            </a:r>
            <a:r>
              <a:rPr lang="en-US" b="0" i="0" dirty="0">
                <a:solidFill>
                  <a:srgbClr val="000000"/>
                </a:solidFill>
                <a:latin typeface="Arial"/>
                <a:ea typeface="Arial"/>
                <a:cs typeface="Arial"/>
                <a:sym typeface="Arial"/>
              </a:rPr>
              <a:t> and </a:t>
            </a:r>
            <a:r>
              <a:rPr lang="en-US" b="0" i="0" dirty="0" err="1">
                <a:solidFill>
                  <a:srgbClr val="000000"/>
                </a:solidFill>
                <a:latin typeface="Arial"/>
                <a:ea typeface="Arial"/>
                <a:cs typeface="Arial"/>
                <a:sym typeface="Arial"/>
              </a:rPr>
              <a:t>TxD</a:t>
            </a:r>
            <a:r>
              <a:rPr lang="en-US" b="0" i="0" dirty="0">
                <a:solidFill>
                  <a:srgbClr val="000000"/>
                </a:solidFill>
                <a:latin typeface="Arial"/>
                <a:ea typeface="Arial"/>
                <a:cs typeface="Arial"/>
                <a:sym typeface="Arial"/>
              </a:rPr>
              <a:t>, etc.</a:t>
            </a:r>
            <a:endParaRPr dirty="0"/>
          </a:p>
          <a:p>
            <a:pPr marL="228600" lvl="0" indent="-228600" algn="just" rtl="0">
              <a:lnSpc>
                <a:spcPct val="90000"/>
              </a:lnSpc>
              <a:spcBef>
                <a:spcPts val="1000"/>
              </a:spcBef>
              <a:spcAft>
                <a:spcPts val="0"/>
              </a:spcAft>
              <a:buClr>
                <a:srgbClr val="000000"/>
              </a:buClr>
              <a:buSzPct val="100000"/>
              <a:buFont typeface="Arial"/>
              <a:buChar char="•"/>
            </a:pPr>
            <a:r>
              <a:rPr lang="en-US" b="1" i="0" dirty="0">
                <a:solidFill>
                  <a:srgbClr val="000000"/>
                </a:solidFill>
                <a:latin typeface="Arial"/>
                <a:ea typeface="Arial"/>
                <a:cs typeface="Arial"/>
                <a:sym typeface="Arial"/>
              </a:rPr>
              <a:t>Pins 18 &amp; 19</a:t>
            </a:r>
            <a:r>
              <a:rPr lang="en-US" b="0" i="0" dirty="0">
                <a:solidFill>
                  <a:srgbClr val="000000"/>
                </a:solidFill>
                <a:latin typeface="Arial"/>
                <a:ea typeface="Arial"/>
                <a:cs typeface="Arial"/>
                <a:sym typeface="Arial"/>
              </a:rPr>
              <a:t> − These pins are used for interfacing an external crystal to get the system clock.</a:t>
            </a:r>
            <a:endParaRPr dirty="0"/>
          </a:p>
          <a:p>
            <a:pPr marL="228600" lvl="0" indent="-228600" algn="just" rtl="0">
              <a:lnSpc>
                <a:spcPct val="90000"/>
              </a:lnSpc>
              <a:spcBef>
                <a:spcPts val="1000"/>
              </a:spcBef>
              <a:spcAft>
                <a:spcPts val="0"/>
              </a:spcAft>
              <a:buClr>
                <a:srgbClr val="000000"/>
              </a:buClr>
              <a:buSzPct val="100000"/>
              <a:buFont typeface="Arial"/>
              <a:buChar char="•"/>
            </a:pPr>
            <a:r>
              <a:rPr lang="en-US" b="1" i="0" dirty="0">
                <a:solidFill>
                  <a:srgbClr val="000000"/>
                </a:solidFill>
                <a:latin typeface="Arial"/>
                <a:ea typeface="Arial"/>
                <a:cs typeface="Arial"/>
                <a:sym typeface="Arial"/>
              </a:rPr>
              <a:t>Pin 20</a:t>
            </a:r>
            <a:r>
              <a:rPr lang="en-US" b="0" i="0" dirty="0">
                <a:solidFill>
                  <a:srgbClr val="000000"/>
                </a:solidFill>
                <a:latin typeface="Arial"/>
                <a:ea typeface="Arial"/>
                <a:cs typeface="Arial"/>
                <a:sym typeface="Arial"/>
              </a:rPr>
              <a:t> − This pin provides the power supply to the circuit.</a:t>
            </a:r>
            <a:endParaRPr dirty="0"/>
          </a:p>
          <a:p>
            <a:pPr marL="228600" lvl="0" indent="-228600" algn="just" rtl="0">
              <a:lnSpc>
                <a:spcPct val="90000"/>
              </a:lnSpc>
              <a:spcBef>
                <a:spcPts val="1000"/>
              </a:spcBef>
              <a:spcAft>
                <a:spcPts val="0"/>
              </a:spcAft>
              <a:buClr>
                <a:srgbClr val="000000"/>
              </a:buClr>
              <a:buSzPct val="100000"/>
              <a:buFont typeface="Arial"/>
              <a:buChar char="•"/>
            </a:pPr>
            <a:r>
              <a:rPr lang="en-US" b="1" i="0" dirty="0">
                <a:solidFill>
                  <a:srgbClr val="000000"/>
                </a:solidFill>
                <a:latin typeface="Arial"/>
                <a:ea typeface="Arial"/>
                <a:cs typeface="Arial"/>
                <a:sym typeface="Arial"/>
              </a:rPr>
              <a:t>Pins 21 to 28</a:t>
            </a:r>
            <a:r>
              <a:rPr lang="en-US" b="0" i="0" dirty="0">
                <a:solidFill>
                  <a:srgbClr val="000000"/>
                </a:solidFill>
                <a:latin typeface="Arial"/>
                <a:ea typeface="Arial"/>
                <a:cs typeface="Arial"/>
                <a:sym typeface="Arial"/>
              </a:rPr>
              <a:t> − These pins are known as Port 2. It serves as I/O port. Higher order address bus signals are also multiplexed using this port.</a:t>
            </a:r>
            <a:endParaRPr dirty="0"/>
          </a:p>
          <a:p>
            <a:pPr marL="228600" lvl="0" indent="-228600" algn="just" rtl="0">
              <a:lnSpc>
                <a:spcPct val="90000"/>
              </a:lnSpc>
              <a:spcBef>
                <a:spcPts val="1000"/>
              </a:spcBef>
              <a:spcAft>
                <a:spcPts val="0"/>
              </a:spcAft>
              <a:buClr>
                <a:srgbClr val="000000"/>
              </a:buClr>
              <a:buSzPct val="100000"/>
              <a:buFont typeface="Arial"/>
              <a:buChar char="•"/>
            </a:pPr>
            <a:r>
              <a:rPr lang="en-US" b="1" i="0" dirty="0">
                <a:solidFill>
                  <a:srgbClr val="000000"/>
                </a:solidFill>
                <a:latin typeface="Arial"/>
                <a:ea typeface="Arial"/>
                <a:cs typeface="Arial"/>
                <a:sym typeface="Arial"/>
              </a:rPr>
              <a:t>Pin 29</a:t>
            </a:r>
            <a:r>
              <a:rPr lang="en-US" b="0" i="0" dirty="0">
                <a:solidFill>
                  <a:srgbClr val="000000"/>
                </a:solidFill>
                <a:latin typeface="Arial"/>
                <a:ea typeface="Arial"/>
                <a:cs typeface="Arial"/>
                <a:sym typeface="Arial"/>
              </a:rPr>
              <a:t> − This is PSEN pin which stands for Program Store Enable. It is used to read a signal from the external program memory.</a:t>
            </a:r>
            <a:endParaRPr dirty="0"/>
          </a:p>
          <a:p>
            <a:pPr marL="228600" lvl="0" indent="-228600" algn="just" rtl="0">
              <a:lnSpc>
                <a:spcPct val="90000"/>
              </a:lnSpc>
              <a:spcBef>
                <a:spcPts val="1000"/>
              </a:spcBef>
              <a:spcAft>
                <a:spcPts val="0"/>
              </a:spcAft>
              <a:buClr>
                <a:srgbClr val="000000"/>
              </a:buClr>
              <a:buSzPct val="100000"/>
              <a:buFont typeface="Arial"/>
              <a:buChar char="•"/>
            </a:pPr>
            <a:r>
              <a:rPr lang="en-US" b="1" i="0" dirty="0">
                <a:solidFill>
                  <a:srgbClr val="000000"/>
                </a:solidFill>
                <a:latin typeface="Arial"/>
                <a:ea typeface="Arial"/>
                <a:cs typeface="Arial"/>
                <a:sym typeface="Arial"/>
              </a:rPr>
              <a:t>Pin 30</a:t>
            </a:r>
            <a:r>
              <a:rPr lang="en-US" b="0" i="0" dirty="0">
                <a:solidFill>
                  <a:srgbClr val="000000"/>
                </a:solidFill>
                <a:latin typeface="Arial"/>
                <a:ea typeface="Arial"/>
                <a:cs typeface="Arial"/>
                <a:sym typeface="Arial"/>
              </a:rPr>
              <a:t> − This is EA pin which stands for External Access input. It is used to enable/disable the external memory interfacing.</a:t>
            </a:r>
            <a:endParaRPr dirty="0"/>
          </a:p>
          <a:p>
            <a:pPr marL="228600" lvl="0" indent="-228600" algn="just" rtl="0">
              <a:lnSpc>
                <a:spcPct val="90000"/>
              </a:lnSpc>
              <a:spcBef>
                <a:spcPts val="1000"/>
              </a:spcBef>
              <a:spcAft>
                <a:spcPts val="0"/>
              </a:spcAft>
              <a:buClr>
                <a:srgbClr val="000000"/>
              </a:buClr>
              <a:buSzPct val="100000"/>
              <a:buFont typeface="Arial"/>
              <a:buChar char="•"/>
            </a:pPr>
            <a:r>
              <a:rPr lang="en-US" b="1" i="0" dirty="0">
                <a:solidFill>
                  <a:srgbClr val="000000"/>
                </a:solidFill>
                <a:latin typeface="Arial"/>
                <a:ea typeface="Arial"/>
                <a:cs typeface="Arial"/>
                <a:sym typeface="Arial"/>
              </a:rPr>
              <a:t>Pin 31</a:t>
            </a:r>
            <a:r>
              <a:rPr lang="en-US" b="0" i="0" dirty="0">
                <a:solidFill>
                  <a:srgbClr val="000000"/>
                </a:solidFill>
                <a:latin typeface="Arial"/>
                <a:ea typeface="Arial"/>
                <a:cs typeface="Arial"/>
                <a:sym typeface="Arial"/>
              </a:rPr>
              <a:t> − This is ALE pin which stands for Address Latch Enable. It is used to </a:t>
            </a:r>
            <a:r>
              <a:rPr lang="en-US" b="0" i="0" dirty="0" err="1">
                <a:solidFill>
                  <a:srgbClr val="000000"/>
                </a:solidFill>
                <a:latin typeface="Arial"/>
                <a:ea typeface="Arial"/>
                <a:cs typeface="Arial"/>
                <a:sym typeface="Arial"/>
              </a:rPr>
              <a:t>demultiplex</a:t>
            </a:r>
            <a:r>
              <a:rPr lang="en-US" b="0" i="0" dirty="0">
                <a:solidFill>
                  <a:srgbClr val="000000"/>
                </a:solidFill>
                <a:latin typeface="Arial"/>
                <a:ea typeface="Arial"/>
                <a:cs typeface="Arial"/>
                <a:sym typeface="Arial"/>
              </a:rPr>
              <a:t> the address-data signal of port.</a:t>
            </a:r>
            <a:endParaRPr dirty="0"/>
          </a:p>
          <a:p>
            <a:pPr marL="228600" lvl="0" indent="-228600" algn="just" rtl="0">
              <a:lnSpc>
                <a:spcPct val="90000"/>
              </a:lnSpc>
              <a:spcBef>
                <a:spcPts val="1000"/>
              </a:spcBef>
              <a:spcAft>
                <a:spcPts val="0"/>
              </a:spcAft>
              <a:buClr>
                <a:srgbClr val="000000"/>
              </a:buClr>
              <a:buSzPct val="100000"/>
              <a:buFont typeface="Arial"/>
              <a:buChar char="•"/>
            </a:pPr>
            <a:r>
              <a:rPr lang="en-US" b="1" i="0" dirty="0">
                <a:solidFill>
                  <a:srgbClr val="000000"/>
                </a:solidFill>
                <a:latin typeface="Arial"/>
                <a:ea typeface="Arial"/>
                <a:cs typeface="Arial"/>
                <a:sym typeface="Arial"/>
              </a:rPr>
              <a:t>Pins 32 to 39</a:t>
            </a:r>
            <a:r>
              <a:rPr lang="en-US" b="0" i="0" dirty="0">
                <a:solidFill>
                  <a:srgbClr val="000000"/>
                </a:solidFill>
                <a:latin typeface="Arial"/>
                <a:ea typeface="Arial"/>
                <a:cs typeface="Arial"/>
                <a:sym typeface="Arial"/>
              </a:rPr>
              <a:t> − These pins are known as Port 0. It serves as I/O port. Lower order address and data bus signals are multiplexed using this port.</a:t>
            </a:r>
            <a:endParaRPr dirty="0"/>
          </a:p>
          <a:p>
            <a:pPr marL="228600" lvl="0" indent="-228600" algn="just" rtl="0">
              <a:lnSpc>
                <a:spcPct val="90000"/>
              </a:lnSpc>
              <a:spcBef>
                <a:spcPts val="1000"/>
              </a:spcBef>
              <a:spcAft>
                <a:spcPts val="0"/>
              </a:spcAft>
              <a:buClr>
                <a:srgbClr val="000000"/>
              </a:buClr>
              <a:buSzPct val="100000"/>
              <a:buFont typeface="Arial"/>
              <a:buChar char="•"/>
            </a:pPr>
            <a:r>
              <a:rPr lang="en-US" b="1" i="0" dirty="0">
                <a:solidFill>
                  <a:srgbClr val="000000"/>
                </a:solidFill>
                <a:latin typeface="Arial"/>
                <a:ea typeface="Arial"/>
                <a:cs typeface="Arial"/>
                <a:sym typeface="Arial"/>
              </a:rPr>
              <a:t>Pin 40</a:t>
            </a:r>
            <a:r>
              <a:rPr lang="en-US" b="0" i="0" dirty="0">
                <a:solidFill>
                  <a:srgbClr val="000000"/>
                </a:solidFill>
                <a:latin typeface="Arial"/>
                <a:ea typeface="Arial"/>
                <a:cs typeface="Arial"/>
                <a:sym typeface="Arial"/>
              </a:rPr>
              <a:t> − This pin is used to provide power supply to the circuit.</a:t>
            </a:r>
            <a:endParaRPr dirty="0"/>
          </a:p>
          <a:p>
            <a:pPr marL="228600" lvl="0" indent="-104140" algn="l" rtl="0">
              <a:lnSpc>
                <a:spcPct val="90000"/>
              </a:lnSpc>
              <a:spcBef>
                <a:spcPts val="1000"/>
              </a:spcBef>
              <a:spcAft>
                <a:spcPts val="0"/>
              </a:spcAft>
              <a:buClr>
                <a:schemeClr val="dk1"/>
              </a:buClr>
              <a:buSzPct val="100000"/>
              <a:buNone/>
            </a:pPr>
            <a:endParaRPr dirty="0"/>
          </a:p>
        </p:txBody>
      </p:sp>
      <p:sp>
        <p:nvSpPr>
          <p:cNvPr id="378" name="Google Shape;378;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05-07-2022</a:t>
            </a:r>
            <a:endParaRPr/>
          </a:p>
        </p:txBody>
      </p:sp>
      <p:sp>
        <p:nvSpPr>
          <p:cNvPr id="379" name="Google Shape;379;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Internet of Things</a:t>
            </a:r>
            <a:endParaRPr/>
          </a:p>
        </p:txBody>
      </p:sp>
      <p:sp>
        <p:nvSpPr>
          <p:cNvPr id="380" name="Google Shape;380;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Tree>
    <p:extLst>
      <p:ext uri="{BB962C8B-B14F-4D97-AF65-F5344CB8AC3E}">
        <p14:creationId xmlns:p14="http://schemas.microsoft.com/office/powerpoint/2010/main" val="18579584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CB797-F057-458F-8F6B-15198E033045}"/>
              </a:ext>
            </a:extLst>
          </p:cNvPr>
          <p:cNvSpPr>
            <a:spLocks noGrp="1"/>
          </p:cNvSpPr>
          <p:nvPr>
            <p:ph type="title"/>
          </p:nvPr>
        </p:nvSpPr>
        <p:spPr>
          <a:xfrm>
            <a:off x="838200" y="365125"/>
            <a:ext cx="10515600" cy="602029"/>
          </a:xfrm>
        </p:spPr>
        <p:txBody>
          <a:bodyPr>
            <a:normAutofit fontScale="90000"/>
          </a:bodyPr>
          <a:lstStyle/>
          <a:p>
            <a:pPr algn="ctr"/>
            <a:r>
              <a:rPr lang="en-US" b="1" dirty="0"/>
              <a:t>8051 Memory Organization of Microcontroller</a:t>
            </a:r>
            <a:endParaRPr lang="en-IN" b="1" dirty="0"/>
          </a:p>
        </p:txBody>
      </p:sp>
      <p:sp>
        <p:nvSpPr>
          <p:cNvPr id="3" name="Content Placeholder 2">
            <a:extLst>
              <a:ext uri="{FF2B5EF4-FFF2-40B4-BE49-F238E27FC236}">
                <a16:creationId xmlns:a16="http://schemas.microsoft.com/office/drawing/2014/main" id="{7E6C4225-84A1-43A9-8F47-D1DC3D2C3B51}"/>
              </a:ext>
            </a:extLst>
          </p:cNvPr>
          <p:cNvSpPr>
            <a:spLocks noGrp="1"/>
          </p:cNvSpPr>
          <p:nvPr>
            <p:ph idx="1"/>
          </p:nvPr>
        </p:nvSpPr>
        <p:spPr>
          <a:xfrm>
            <a:off x="838200" y="1186962"/>
            <a:ext cx="10515600" cy="4990001"/>
          </a:xfrm>
        </p:spPr>
        <p:txBody>
          <a:bodyPr/>
          <a:lstStyle/>
          <a:p>
            <a:pPr algn="just"/>
            <a:r>
              <a:rPr lang="en-US" dirty="0"/>
              <a:t>The 8051 microcontroller uses a Harvard architecture, meaning it separates </a:t>
            </a:r>
            <a:r>
              <a:rPr lang="en-US" b="1" dirty="0"/>
              <a:t>program memory (ROM)</a:t>
            </a:r>
            <a:r>
              <a:rPr lang="en-US" dirty="0"/>
              <a:t> and </a:t>
            </a:r>
            <a:r>
              <a:rPr lang="en-US" b="1" dirty="0"/>
              <a:t>data memory (RAM)</a:t>
            </a:r>
            <a:r>
              <a:rPr lang="en-US" dirty="0"/>
              <a:t> into distinct physical spaces. </a:t>
            </a:r>
            <a:endParaRPr lang="en-US" dirty="0" smtClean="0"/>
          </a:p>
          <a:p>
            <a:pPr algn="just"/>
            <a:r>
              <a:rPr lang="en-US" dirty="0"/>
              <a:t>This separation allows the CPU to fetch instructions and read or write data at the same time, giving the system clear functional roles.</a:t>
            </a:r>
            <a:endParaRPr lang="en-US" dirty="0" smtClean="0"/>
          </a:p>
          <a:p>
            <a:r>
              <a:rPr lang="en-US" dirty="0" smtClean="0"/>
              <a:t>There </a:t>
            </a:r>
            <a:r>
              <a:rPr lang="en-US" dirty="0"/>
              <a:t>are two broad categories of memory</a:t>
            </a:r>
          </a:p>
          <a:p>
            <a:pPr lvl="1"/>
            <a:r>
              <a:rPr lang="en-US" dirty="0"/>
              <a:t>Program Memory</a:t>
            </a:r>
          </a:p>
          <a:p>
            <a:pPr lvl="1"/>
            <a:r>
              <a:rPr lang="en-US" dirty="0"/>
              <a:t>Data </a:t>
            </a:r>
            <a:r>
              <a:rPr lang="en-US" dirty="0" smtClean="0"/>
              <a:t>Memory</a:t>
            </a:r>
            <a:endParaRPr lang="en-IN" dirty="0"/>
          </a:p>
          <a:p>
            <a:pPr lvl="1"/>
            <a:endParaRPr lang="en-US" dirty="0"/>
          </a:p>
          <a:p>
            <a:pPr marL="457200" lvl="1" indent="0">
              <a:buNone/>
            </a:pPr>
            <a:endParaRPr lang="en-US" dirty="0"/>
          </a:p>
        </p:txBody>
      </p:sp>
      <p:sp>
        <p:nvSpPr>
          <p:cNvPr id="4" name="Date Placeholder 3">
            <a:extLst>
              <a:ext uri="{FF2B5EF4-FFF2-40B4-BE49-F238E27FC236}">
                <a16:creationId xmlns:a16="http://schemas.microsoft.com/office/drawing/2014/main" id="{25C31F03-F5F3-4EC0-B6FF-258AA2E5CA6D}"/>
              </a:ext>
            </a:extLst>
          </p:cNvPr>
          <p:cNvSpPr>
            <a:spLocks noGrp="1"/>
          </p:cNvSpPr>
          <p:nvPr>
            <p:ph type="dt" sz="half" idx="10"/>
          </p:nvPr>
        </p:nvSpPr>
        <p:spPr/>
        <p:txBody>
          <a:bodyPr/>
          <a:lstStyle/>
          <a:p>
            <a:fld id="{2632607F-898C-4C41-918F-035138FE9EBE}" type="datetime1">
              <a:rPr lang="en-IN" smtClean="0"/>
              <a:t>07-08-2026</a:t>
            </a:fld>
            <a:endParaRPr lang="en-IN"/>
          </a:p>
        </p:txBody>
      </p:sp>
      <p:sp>
        <p:nvSpPr>
          <p:cNvPr id="5" name="Footer Placeholder 4">
            <a:extLst>
              <a:ext uri="{FF2B5EF4-FFF2-40B4-BE49-F238E27FC236}">
                <a16:creationId xmlns:a16="http://schemas.microsoft.com/office/drawing/2014/main" id="{BF69CAAA-E164-41A6-AEDC-17FAAA4B26E2}"/>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0F9FBCF7-C3ED-4493-880D-9B77C2A2029E}"/>
              </a:ext>
            </a:extLst>
          </p:cNvPr>
          <p:cNvSpPr>
            <a:spLocks noGrp="1"/>
          </p:cNvSpPr>
          <p:nvPr>
            <p:ph type="sldNum" sz="quarter" idx="12"/>
          </p:nvPr>
        </p:nvSpPr>
        <p:spPr/>
        <p:txBody>
          <a:bodyPr/>
          <a:lstStyle/>
          <a:p>
            <a:fld id="{8C8984E1-0E55-4616-883B-06D6393B24F3}" type="slidenum">
              <a:rPr lang="en-IN" smtClean="0"/>
              <a:t>29</a:t>
            </a:fld>
            <a:endParaRPr lang="en-IN"/>
          </a:p>
        </p:txBody>
      </p:sp>
    </p:spTree>
    <p:extLst>
      <p:ext uri="{BB962C8B-B14F-4D97-AF65-F5344CB8AC3E}">
        <p14:creationId xmlns:p14="http://schemas.microsoft.com/office/powerpoint/2010/main" val="3995257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2029"/>
          </a:xfrm>
        </p:spPr>
        <p:txBody>
          <a:bodyPr>
            <a:normAutofit fontScale="90000"/>
          </a:bodyPr>
          <a:lstStyle/>
          <a:p>
            <a:pPr algn="ctr"/>
            <a:r>
              <a:rPr lang="en-IN" b="1" dirty="0"/>
              <a:t>Program </a:t>
            </a:r>
            <a:r>
              <a:rPr lang="en-IN" b="1" dirty="0" smtClean="0"/>
              <a:t>Memory (ROM</a:t>
            </a:r>
            <a:r>
              <a:rPr lang="en-IN" b="1" dirty="0"/>
              <a:t>)</a:t>
            </a:r>
          </a:p>
        </p:txBody>
      </p:sp>
      <p:sp>
        <p:nvSpPr>
          <p:cNvPr id="3" name="Content Placeholder 2"/>
          <p:cNvSpPr>
            <a:spLocks noGrp="1"/>
          </p:cNvSpPr>
          <p:nvPr>
            <p:ph idx="1"/>
          </p:nvPr>
        </p:nvSpPr>
        <p:spPr>
          <a:xfrm>
            <a:off x="838200" y="1151792"/>
            <a:ext cx="10515600" cy="5025171"/>
          </a:xfrm>
        </p:spPr>
        <p:txBody>
          <a:bodyPr/>
          <a:lstStyle/>
          <a:p>
            <a:pPr algn="just"/>
            <a:r>
              <a:rPr lang="en-US" b="1" dirty="0"/>
              <a:t>Permanent storage:</a:t>
            </a:r>
            <a:r>
              <a:rPr lang="en-US" dirty="0"/>
              <a:t> Keeps the application code and fixed constants safe even when the power turns off</a:t>
            </a:r>
            <a:r>
              <a:rPr lang="en-US" dirty="0" smtClean="0"/>
              <a:t>.</a:t>
            </a:r>
          </a:p>
          <a:p>
            <a:pPr algn="just"/>
            <a:r>
              <a:rPr lang="en-US" b="1" dirty="0"/>
              <a:t>Read-only access:</a:t>
            </a:r>
            <a:r>
              <a:rPr lang="en-US" dirty="0"/>
              <a:t> The CPU only reads from this space during operation; it cannot write new code to it during normal execution</a:t>
            </a:r>
            <a:r>
              <a:rPr lang="en-US" dirty="0" smtClean="0"/>
              <a:t>.</a:t>
            </a:r>
          </a:p>
          <a:p>
            <a:pPr algn="just"/>
            <a:r>
              <a:rPr lang="en-US" b="1" dirty="0"/>
              <a:t>Capacity limits:</a:t>
            </a:r>
            <a:r>
              <a:rPr lang="en-US" dirty="0"/>
              <a:t> Typically includes 4 KB of internal ROM, expandable up to 64 KB using external chips</a:t>
            </a:r>
            <a:r>
              <a:rPr lang="en-US" dirty="0" smtClean="0"/>
              <a:t>.</a:t>
            </a:r>
          </a:p>
        </p:txBody>
      </p:sp>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30</a:t>
            </a:fld>
            <a:endParaRPr lang="en-IN"/>
          </a:p>
        </p:txBody>
      </p:sp>
    </p:spTree>
    <p:extLst>
      <p:ext uri="{BB962C8B-B14F-4D97-AF65-F5344CB8AC3E}">
        <p14:creationId xmlns:p14="http://schemas.microsoft.com/office/powerpoint/2010/main" val="4287189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A60FF-2CB2-4211-8489-14C3B78D2516}"/>
              </a:ext>
            </a:extLst>
          </p:cNvPr>
          <p:cNvSpPr>
            <a:spLocks noGrp="1"/>
          </p:cNvSpPr>
          <p:nvPr>
            <p:ph type="title"/>
          </p:nvPr>
        </p:nvSpPr>
        <p:spPr>
          <a:xfrm>
            <a:off x="838200" y="365126"/>
            <a:ext cx="10515600" cy="531690"/>
          </a:xfrm>
        </p:spPr>
        <p:txBody>
          <a:bodyPr>
            <a:normAutofit fontScale="90000"/>
          </a:bodyPr>
          <a:lstStyle/>
          <a:p>
            <a:pPr algn="ctr"/>
            <a:r>
              <a:rPr lang="en-US" b="1" dirty="0"/>
              <a:t>8051 Program Memory</a:t>
            </a:r>
            <a:endParaRPr lang="en-IN" b="1" dirty="0"/>
          </a:p>
        </p:txBody>
      </p:sp>
      <p:sp>
        <p:nvSpPr>
          <p:cNvPr id="3" name="Content Placeholder 2">
            <a:extLst>
              <a:ext uri="{FF2B5EF4-FFF2-40B4-BE49-F238E27FC236}">
                <a16:creationId xmlns:a16="http://schemas.microsoft.com/office/drawing/2014/main" id="{1AE1EFE7-09D7-46E5-A701-4FA6D44FC6ED}"/>
              </a:ext>
            </a:extLst>
          </p:cNvPr>
          <p:cNvSpPr>
            <a:spLocks noGrp="1"/>
          </p:cNvSpPr>
          <p:nvPr>
            <p:ph idx="1"/>
          </p:nvPr>
        </p:nvSpPr>
        <p:spPr>
          <a:xfrm>
            <a:off x="838200" y="1310054"/>
            <a:ext cx="10515600" cy="4866909"/>
          </a:xfrm>
        </p:spPr>
        <p:txBody>
          <a:bodyPr>
            <a:normAutofit/>
          </a:bodyPr>
          <a:lstStyle/>
          <a:p>
            <a:r>
              <a:rPr lang="en-US" sz="2400" dirty="0">
                <a:latin typeface="Arial" panose="020B0604020202020204" pitchFamily="34" charset="0"/>
                <a:cs typeface="Arial" panose="020B0604020202020204" pitchFamily="34" charset="0"/>
              </a:rPr>
              <a:t>Program memory is normally referred as ROM. (non-volatile)</a:t>
            </a:r>
          </a:p>
          <a:p>
            <a:r>
              <a:rPr lang="en-US" sz="2400" dirty="0">
                <a:latin typeface="Arial" panose="020B0604020202020204" pitchFamily="34" charset="0"/>
                <a:cs typeface="Arial" panose="020B0604020202020204" pitchFamily="34" charset="0"/>
              </a:rPr>
              <a:t>It is accessed through EA </a:t>
            </a:r>
            <a:r>
              <a:rPr lang="en-US" sz="2400" dirty="0" smtClean="0">
                <a:latin typeface="Arial" panose="020B0604020202020204" pitchFamily="34" charset="0"/>
                <a:cs typeface="Arial" panose="020B0604020202020204" pitchFamily="34" charset="0"/>
              </a:rPr>
              <a:t>pin</a:t>
            </a:r>
            <a:endParaRPr lang="en-US" sz="2400" dirty="0">
              <a:latin typeface="Arial" panose="020B0604020202020204" pitchFamily="34" charset="0"/>
              <a:cs typeface="Arial" panose="020B0604020202020204" pitchFamily="34" charset="0"/>
            </a:endParaRPr>
          </a:p>
          <a:p>
            <a:r>
              <a:rPr lang="en-US" sz="2400" b="0" i="0" dirty="0">
                <a:solidFill>
                  <a:srgbClr val="666666"/>
                </a:solidFill>
                <a:effectLst/>
                <a:latin typeface="Arial" panose="020B0604020202020204" pitchFamily="34" charset="0"/>
                <a:cs typeface="Arial" panose="020B0604020202020204" pitchFamily="34" charset="0"/>
              </a:rPr>
              <a:t>If EA is high, internal program memory is accessed from 0000H to 0FFFH memory location and external program memory accessed from 1000H to FFFFH memory locations.</a:t>
            </a:r>
          </a:p>
          <a:p>
            <a:r>
              <a:rPr lang="en-US" sz="2400" b="0" i="0" dirty="0">
                <a:solidFill>
                  <a:srgbClr val="666666"/>
                </a:solidFill>
                <a:effectLst/>
                <a:latin typeface="Arial" panose="020B0604020202020204" pitchFamily="34" charset="0"/>
                <a:cs typeface="Arial" panose="020B0604020202020204" pitchFamily="34" charset="0"/>
              </a:rPr>
              <a:t>If EA is low, only external program memory accessed from 0000H to FFFFH memory locations.</a:t>
            </a:r>
          </a:p>
          <a:p>
            <a:r>
              <a:rPr lang="en-US" sz="2400" dirty="0">
                <a:latin typeface="Arial" panose="020B0604020202020204" pitchFamily="34" charset="0"/>
                <a:cs typeface="Arial" panose="020B0604020202020204" pitchFamily="34" charset="0"/>
              </a:rPr>
              <a:t>8051 has a 4K byte internal program memory </a:t>
            </a:r>
            <a:r>
              <a:rPr lang="en-US" sz="2400" dirty="0" smtClean="0">
                <a:latin typeface="Arial" panose="020B0604020202020204" pitchFamily="34" charset="0"/>
                <a:cs typeface="Arial" panose="020B0604020202020204" pitchFamily="34" charset="0"/>
              </a:rPr>
              <a:t>available</a:t>
            </a:r>
            <a:endParaRPr lang="en-US"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38D48B25-AE30-43EB-A99F-B3458E5F17C7}"/>
              </a:ext>
            </a:extLst>
          </p:cNvPr>
          <p:cNvSpPr>
            <a:spLocks noGrp="1"/>
          </p:cNvSpPr>
          <p:nvPr>
            <p:ph type="dt" sz="half" idx="10"/>
          </p:nvPr>
        </p:nvSpPr>
        <p:spPr/>
        <p:txBody>
          <a:bodyPr/>
          <a:lstStyle/>
          <a:p>
            <a:fld id="{365084E3-D2D3-4BEE-A8EB-187C5855B9D1}" type="datetime1">
              <a:rPr lang="en-IN" smtClean="0"/>
              <a:t>07-08-2026</a:t>
            </a:fld>
            <a:endParaRPr lang="en-IN"/>
          </a:p>
        </p:txBody>
      </p:sp>
      <p:sp>
        <p:nvSpPr>
          <p:cNvPr id="5" name="Footer Placeholder 4">
            <a:extLst>
              <a:ext uri="{FF2B5EF4-FFF2-40B4-BE49-F238E27FC236}">
                <a16:creationId xmlns:a16="http://schemas.microsoft.com/office/drawing/2014/main" id="{9294CBC1-EFC1-48AD-9ABD-31758B47DD7F}"/>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219D4339-38CF-4BBD-B247-B7899D66A893}"/>
              </a:ext>
            </a:extLst>
          </p:cNvPr>
          <p:cNvSpPr>
            <a:spLocks noGrp="1"/>
          </p:cNvSpPr>
          <p:nvPr>
            <p:ph type="sldNum" sz="quarter" idx="12"/>
          </p:nvPr>
        </p:nvSpPr>
        <p:spPr/>
        <p:txBody>
          <a:bodyPr/>
          <a:lstStyle/>
          <a:p>
            <a:fld id="{8C8984E1-0E55-4616-883B-06D6393B24F3}" type="slidenum">
              <a:rPr lang="en-IN" smtClean="0"/>
              <a:t>31</a:t>
            </a:fld>
            <a:endParaRPr lang="en-IN"/>
          </a:p>
        </p:txBody>
      </p:sp>
    </p:spTree>
    <p:extLst>
      <p:ext uri="{BB962C8B-B14F-4D97-AF65-F5344CB8AC3E}">
        <p14:creationId xmlns:p14="http://schemas.microsoft.com/office/powerpoint/2010/main" val="3578733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2706"/>
          </a:xfrm>
        </p:spPr>
        <p:txBody>
          <a:bodyPr/>
          <a:lstStyle/>
          <a:p>
            <a:pPr algn="ctr"/>
            <a:r>
              <a:rPr lang="en-US" b="1" dirty="0" smtClean="0"/>
              <a:t>Access the Program memory</a:t>
            </a:r>
            <a:endParaRPr lang="en-IN" b="1" dirty="0"/>
          </a:p>
        </p:txBody>
      </p:sp>
      <p:sp>
        <p:nvSpPr>
          <p:cNvPr id="3" name="Content Placeholder 2"/>
          <p:cNvSpPr>
            <a:spLocks noGrp="1"/>
          </p:cNvSpPr>
          <p:nvPr>
            <p:ph idx="1"/>
          </p:nvPr>
        </p:nvSpPr>
        <p:spPr>
          <a:xfrm>
            <a:off x="838200" y="1248508"/>
            <a:ext cx="10515600" cy="4928455"/>
          </a:xfrm>
        </p:spPr>
        <p:txBody>
          <a:bodyPr/>
          <a:lstStyle/>
          <a:p>
            <a:r>
              <a:rPr lang="en-US" b="1" dirty="0"/>
              <a:t>EA = 1 </a:t>
            </a:r>
            <a:r>
              <a:rPr lang="en-US" b="1" dirty="0" smtClean="0"/>
              <a:t>:</a:t>
            </a:r>
          </a:p>
          <a:p>
            <a:r>
              <a:rPr lang="en-US" dirty="0" smtClean="0"/>
              <a:t>The </a:t>
            </a:r>
            <a:r>
              <a:rPr lang="en-US" dirty="0"/>
              <a:t>microcontroller executes code from its </a:t>
            </a:r>
            <a:r>
              <a:rPr lang="en-US" b="1" dirty="0"/>
              <a:t>internal ROM</a:t>
            </a:r>
            <a:r>
              <a:rPr lang="en-US" dirty="0"/>
              <a:t> (first 4KB for standard 8051).</a:t>
            </a:r>
          </a:p>
          <a:p>
            <a:r>
              <a:rPr lang="en-US" dirty="0"/>
              <a:t>If the program counter address goes beyond the internal ROM limit (exceeds 4KB), it automatically shifts to fetch remaining instructions from </a:t>
            </a:r>
            <a:r>
              <a:rPr lang="en-US" b="1" dirty="0"/>
              <a:t>external memory</a:t>
            </a:r>
            <a:r>
              <a:rPr lang="en-US" dirty="0" smtClean="0"/>
              <a:t>.</a:t>
            </a:r>
          </a:p>
          <a:p>
            <a:r>
              <a:rPr lang="en-US" b="1" dirty="0"/>
              <a:t>EA = </a:t>
            </a:r>
            <a:r>
              <a:rPr lang="en-US" b="1" dirty="0" smtClean="0"/>
              <a:t>0 :</a:t>
            </a:r>
          </a:p>
          <a:p>
            <a:r>
              <a:rPr lang="en-US" dirty="0"/>
              <a:t>The microcontroller ignores all internal ROM </a:t>
            </a:r>
            <a:r>
              <a:rPr lang="en-US" dirty="0" smtClean="0"/>
              <a:t>entirely.</a:t>
            </a:r>
          </a:p>
          <a:p>
            <a:r>
              <a:rPr lang="en-US" dirty="0" smtClean="0"/>
              <a:t>It fetches all program code from external ROM starting from address 0000H.</a:t>
            </a:r>
            <a:endParaRPr lang="en-US" dirty="0"/>
          </a:p>
          <a:p>
            <a:endParaRPr lang="en-US" dirty="0"/>
          </a:p>
          <a:p>
            <a:endParaRPr lang="en-IN" dirty="0"/>
          </a:p>
        </p:txBody>
      </p:sp>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32</a:t>
            </a:fld>
            <a:endParaRPr lang="en-IN"/>
          </a:p>
        </p:txBody>
      </p:sp>
    </p:spTree>
    <p:extLst>
      <p:ext uri="{BB962C8B-B14F-4D97-AF65-F5344CB8AC3E}">
        <p14:creationId xmlns:p14="http://schemas.microsoft.com/office/powerpoint/2010/main" val="1134275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96581-AC03-4C0D-B571-6F5BFA78A2F0}"/>
              </a:ext>
            </a:extLst>
          </p:cNvPr>
          <p:cNvSpPr>
            <a:spLocks noGrp="1"/>
          </p:cNvSpPr>
          <p:nvPr>
            <p:ph type="title"/>
          </p:nvPr>
        </p:nvSpPr>
        <p:spPr>
          <a:xfrm>
            <a:off x="838200" y="175847"/>
            <a:ext cx="10515600" cy="738554"/>
          </a:xfrm>
        </p:spPr>
        <p:txBody>
          <a:bodyPr>
            <a:normAutofit/>
          </a:bodyPr>
          <a:lstStyle/>
          <a:p>
            <a:pPr algn="ctr"/>
            <a:r>
              <a:rPr lang="en-US" b="1" dirty="0"/>
              <a:t>8051 Program Memory</a:t>
            </a:r>
            <a:endParaRPr lang="en-IN" b="1" dirty="0"/>
          </a:p>
        </p:txBody>
      </p:sp>
      <p:pic>
        <p:nvPicPr>
          <p:cNvPr id="5" name="Content Placeholder 4">
            <a:extLst>
              <a:ext uri="{FF2B5EF4-FFF2-40B4-BE49-F238E27FC236}">
                <a16:creationId xmlns:a16="http://schemas.microsoft.com/office/drawing/2014/main" id="{F3DA5F24-EC92-4162-9C81-23A8D02FD5CD}"/>
              </a:ext>
            </a:extLst>
          </p:cNvPr>
          <p:cNvPicPr>
            <a:picLocks noGrp="1" noChangeAspect="1"/>
          </p:cNvPicPr>
          <p:nvPr>
            <p:ph idx="1"/>
          </p:nvPr>
        </p:nvPicPr>
        <p:blipFill>
          <a:blip r:embed="rId2"/>
          <a:stretch>
            <a:fillRect/>
          </a:stretch>
        </p:blipFill>
        <p:spPr>
          <a:xfrm>
            <a:off x="1666240" y="1336482"/>
            <a:ext cx="8869680" cy="4840481"/>
          </a:xfrm>
        </p:spPr>
      </p:pic>
      <p:sp>
        <p:nvSpPr>
          <p:cNvPr id="6" name="Date Placeholder 5">
            <a:extLst>
              <a:ext uri="{FF2B5EF4-FFF2-40B4-BE49-F238E27FC236}">
                <a16:creationId xmlns:a16="http://schemas.microsoft.com/office/drawing/2014/main" id="{94EC30B8-FBDF-417B-9700-DC53E238ECAF}"/>
              </a:ext>
            </a:extLst>
          </p:cNvPr>
          <p:cNvSpPr>
            <a:spLocks noGrp="1"/>
          </p:cNvSpPr>
          <p:nvPr>
            <p:ph type="dt" sz="half" idx="10"/>
          </p:nvPr>
        </p:nvSpPr>
        <p:spPr/>
        <p:txBody>
          <a:bodyPr/>
          <a:lstStyle/>
          <a:p>
            <a:fld id="{CE0E9EC2-CC71-4681-86C4-FC1A3BF5EE20}" type="datetime1">
              <a:rPr lang="en-IN" smtClean="0"/>
              <a:t>07-08-2026</a:t>
            </a:fld>
            <a:endParaRPr lang="en-IN"/>
          </a:p>
        </p:txBody>
      </p:sp>
      <p:sp>
        <p:nvSpPr>
          <p:cNvPr id="7" name="Footer Placeholder 6">
            <a:extLst>
              <a:ext uri="{FF2B5EF4-FFF2-40B4-BE49-F238E27FC236}">
                <a16:creationId xmlns:a16="http://schemas.microsoft.com/office/drawing/2014/main" id="{16DA3ED9-B05F-47B5-AB87-722ECAC23260}"/>
              </a:ext>
            </a:extLst>
          </p:cNvPr>
          <p:cNvSpPr>
            <a:spLocks noGrp="1"/>
          </p:cNvSpPr>
          <p:nvPr>
            <p:ph type="ftr" sz="quarter" idx="11"/>
          </p:nvPr>
        </p:nvSpPr>
        <p:spPr/>
        <p:txBody>
          <a:bodyPr/>
          <a:lstStyle/>
          <a:p>
            <a:r>
              <a:rPr lang="en-IN"/>
              <a:t>Internet of Things</a:t>
            </a:r>
          </a:p>
        </p:txBody>
      </p:sp>
      <p:sp>
        <p:nvSpPr>
          <p:cNvPr id="8" name="Slide Number Placeholder 7">
            <a:extLst>
              <a:ext uri="{FF2B5EF4-FFF2-40B4-BE49-F238E27FC236}">
                <a16:creationId xmlns:a16="http://schemas.microsoft.com/office/drawing/2014/main" id="{5D61DB5E-6D76-4618-A3CC-DD1012EDDEA0}"/>
              </a:ext>
            </a:extLst>
          </p:cNvPr>
          <p:cNvSpPr>
            <a:spLocks noGrp="1"/>
          </p:cNvSpPr>
          <p:nvPr>
            <p:ph type="sldNum" sz="quarter" idx="12"/>
          </p:nvPr>
        </p:nvSpPr>
        <p:spPr/>
        <p:txBody>
          <a:bodyPr/>
          <a:lstStyle/>
          <a:p>
            <a:fld id="{8C8984E1-0E55-4616-883B-06D6393B24F3}" type="slidenum">
              <a:rPr lang="en-IN" smtClean="0"/>
              <a:t>33</a:t>
            </a:fld>
            <a:endParaRPr lang="en-IN"/>
          </a:p>
        </p:txBody>
      </p:sp>
    </p:spTree>
    <p:extLst>
      <p:ext uri="{BB962C8B-B14F-4D97-AF65-F5344CB8AC3E}">
        <p14:creationId xmlns:p14="http://schemas.microsoft.com/office/powerpoint/2010/main" val="36487064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2AFBA-E7EA-492B-9C7F-BDA55C8C51E2}"/>
              </a:ext>
            </a:extLst>
          </p:cNvPr>
          <p:cNvSpPr>
            <a:spLocks noGrp="1"/>
          </p:cNvSpPr>
          <p:nvPr>
            <p:ph type="title"/>
          </p:nvPr>
        </p:nvSpPr>
        <p:spPr>
          <a:xfrm>
            <a:off x="838200" y="365125"/>
            <a:ext cx="10515600" cy="602029"/>
          </a:xfrm>
        </p:spPr>
        <p:txBody>
          <a:bodyPr>
            <a:normAutofit fontScale="90000"/>
          </a:bodyPr>
          <a:lstStyle/>
          <a:p>
            <a:pPr algn="ctr"/>
            <a:r>
              <a:rPr lang="en-US" b="1" dirty="0"/>
              <a:t>8051 Data memory</a:t>
            </a:r>
            <a:endParaRPr lang="en-IN" b="1" dirty="0"/>
          </a:p>
        </p:txBody>
      </p:sp>
      <p:sp>
        <p:nvSpPr>
          <p:cNvPr id="3" name="Content Placeholder 2">
            <a:extLst>
              <a:ext uri="{FF2B5EF4-FFF2-40B4-BE49-F238E27FC236}">
                <a16:creationId xmlns:a16="http://schemas.microsoft.com/office/drawing/2014/main" id="{1866DCBC-B20A-479A-8B50-46DA5FEA425B}"/>
              </a:ext>
            </a:extLst>
          </p:cNvPr>
          <p:cNvSpPr>
            <a:spLocks noGrp="1"/>
          </p:cNvSpPr>
          <p:nvPr>
            <p:ph idx="1"/>
          </p:nvPr>
        </p:nvSpPr>
        <p:spPr>
          <a:xfrm>
            <a:off x="838200" y="1160584"/>
            <a:ext cx="10515600" cy="4998794"/>
          </a:xfrm>
        </p:spPr>
        <p:txBody>
          <a:bodyPr>
            <a:normAutofit fontScale="92500"/>
          </a:bodyPr>
          <a:lstStyle/>
          <a:p>
            <a:r>
              <a:rPr lang="en-US" b="1" dirty="0"/>
              <a:t>Temporary storage:</a:t>
            </a:r>
            <a:r>
              <a:rPr lang="en-US" dirty="0"/>
              <a:t> Holds dynamic variables, working data, and intermediate calculation results that change while the program runs</a:t>
            </a:r>
            <a:r>
              <a:rPr lang="en-US" dirty="0" smtClean="0"/>
              <a:t>.</a:t>
            </a:r>
          </a:p>
          <a:p>
            <a:r>
              <a:rPr lang="en-US" b="1" dirty="0" smtClean="0"/>
              <a:t>Read-write access:</a:t>
            </a:r>
            <a:r>
              <a:rPr lang="en-US" dirty="0" smtClean="0"/>
              <a:t> The CPU can change, update, and clear values in this space instantly.</a:t>
            </a:r>
          </a:p>
          <a:p>
            <a:pPr algn="just"/>
            <a:r>
              <a:rPr lang="en-US" b="1" dirty="0" smtClean="0"/>
              <a:t>Structure </a:t>
            </a:r>
            <a:r>
              <a:rPr lang="en-US" b="1" dirty="0"/>
              <a:t>and layout:</a:t>
            </a:r>
            <a:r>
              <a:rPr lang="en-US" dirty="0"/>
              <a:t> </a:t>
            </a:r>
            <a:r>
              <a:rPr lang="en-US" dirty="0" smtClean="0"/>
              <a:t>Features 128 bytes of internal RAM split into register banks, a bit-addressable area, and general storage, plus Special Function Registers (SFRs). It can also expand up to 64 KB externally.</a:t>
            </a:r>
          </a:p>
          <a:p>
            <a:r>
              <a:rPr lang="en-US" b="1" dirty="0" smtClean="0"/>
              <a:t>Volatility:</a:t>
            </a:r>
            <a:r>
              <a:rPr lang="en-US" dirty="0" smtClean="0"/>
              <a:t> Clears all stored contents completely when the device loses power.</a:t>
            </a:r>
            <a:endParaRPr lang="en-US" b="0" i="0" dirty="0" smtClean="0">
              <a:solidFill>
                <a:srgbClr val="666666"/>
              </a:solidFill>
              <a:effectLst/>
              <a:latin typeface="Open Sans" panose="020B0606030504020204" pitchFamily="34" charset="0"/>
            </a:endParaRPr>
          </a:p>
          <a:p>
            <a:r>
              <a:rPr lang="en-US" b="0" i="0" dirty="0" smtClean="0">
                <a:solidFill>
                  <a:srgbClr val="666666"/>
                </a:solidFill>
                <a:effectLst/>
                <a:latin typeface="Open Sans" panose="020B0606030504020204" pitchFamily="34" charset="0"/>
              </a:rPr>
              <a:t>Data </a:t>
            </a:r>
            <a:r>
              <a:rPr lang="en-US" b="0" i="0" dirty="0">
                <a:solidFill>
                  <a:srgbClr val="666666"/>
                </a:solidFill>
                <a:effectLst/>
                <a:latin typeface="Open Sans" panose="020B0606030504020204" pitchFamily="34" charset="0"/>
              </a:rPr>
              <a:t>memory is of two types </a:t>
            </a:r>
          </a:p>
          <a:p>
            <a:pPr lvl="1"/>
            <a:r>
              <a:rPr lang="en-US" b="0" i="0" dirty="0">
                <a:solidFill>
                  <a:srgbClr val="666666"/>
                </a:solidFill>
                <a:effectLst/>
                <a:latin typeface="Open Sans" panose="020B0606030504020204" pitchFamily="34" charset="0"/>
              </a:rPr>
              <a:t>Internal </a:t>
            </a:r>
          </a:p>
          <a:p>
            <a:pPr lvl="1"/>
            <a:r>
              <a:rPr lang="en-US" b="0" i="0" dirty="0">
                <a:solidFill>
                  <a:srgbClr val="666666"/>
                </a:solidFill>
                <a:effectLst/>
                <a:latin typeface="Open Sans" panose="020B0606030504020204" pitchFamily="34" charset="0"/>
              </a:rPr>
              <a:t>External.</a:t>
            </a:r>
            <a:endParaRPr lang="en-IN" dirty="0"/>
          </a:p>
        </p:txBody>
      </p:sp>
      <p:sp>
        <p:nvSpPr>
          <p:cNvPr id="4" name="Date Placeholder 3">
            <a:extLst>
              <a:ext uri="{FF2B5EF4-FFF2-40B4-BE49-F238E27FC236}">
                <a16:creationId xmlns:a16="http://schemas.microsoft.com/office/drawing/2014/main" id="{1841AE9F-7773-45E9-AC16-D210B6AE1701}"/>
              </a:ext>
            </a:extLst>
          </p:cNvPr>
          <p:cNvSpPr>
            <a:spLocks noGrp="1"/>
          </p:cNvSpPr>
          <p:nvPr>
            <p:ph type="dt" sz="half" idx="10"/>
          </p:nvPr>
        </p:nvSpPr>
        <p:spPr/>
        <p:txBody>
          <a:bodyPr/>
          <a:lstStyle/>
          <a:p>
            <a:fld id="{F504C30A-EEAB-4BE8-A382-822795AE8DC0}" type="datetime1">
              <a:rPr lang="en-IN" smtClean="0"/>
              <a:t>07-08-2026</a:t>
            </a:fld>
            <a:endParaRPr lang="en-IN"/>
          </a:p>
        </p:txBody>
      </p:sp>
      <p:sp>
        <p:nvSpPr>
          <p:cNvPr id="5" name="Footer Placeholder 4">
            <a:extLst>
              <a:ext uri="{FF2B5EF4-FFF2-40B4-BE49-F238E27FC236}">
                <a16:creationId xmlns:a16="http://schemas.microsoft.com/office/drawing/2014/main" id="{D0901B9C-BD14-4009-91CE-89B3B5CD2301}"/>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B3F007D6-2199-4E43-808A-3BAE8329B83D}"/>
              </a:ext>
            </a:extLst>
          </p:cNvPr>
          <p:cNvSpPr>
            <a:spLocks noGrp="1"/>
          </p:cNvSpPr>
          <p:nvPr>
            <p:ph type="sldNum" sz="quarter" idx="12"/>
          </p:nvPr>
        </p:nvSpPr>
        <p:spPr/>
        <p:txBody>
          <a:bodyPr/>
          <a:lstStyle/>
          <a:p>
            <a:fld id="{8C8984E1-0E55-4616-883B-06D6393B24F3}" type="slidenum">
              <a:rPr lang="en-IN" smtClean="0"/>
              <a:t>34</a:t>
            </a:fld>
            <a:endParaRPr lang="en-IN"/>
          </a:p>
        </p:txBody>
      </p:sp>
    </p:spTree>
    <p:extLst>
      <p:ext uri="{BB962C8B-B14F-4D97-AF65-F5344CB8AC3E}">
        <p14:creationId xmlns:p14="http://schemas.microsoft.com/office/powerpoint/2010/main" val="3533611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38F7A-6842-4F4C-A335-9DF91CF1228A}"/>
              </a:ext>
            </a:extLst>
          </p:cNvPr>
          <p:cNvSpPr>
            <a:spLocks noGrp="1"/>
          </p:cNvSpPr>
          <p:nvPr>
            <p:ph type="title"/>
          </p:nvPr>
        </p:nvSpPr>
        <p:spPr>
          <a:xfrm>
            <a:off x="838200" y="365125"/>
            <a:ext cx="10515600" cy="640715"/>
          </a:xfrm>
        </p:spPr>
        <p:txBody>
          <a:bodyPr>
            <a:normAutofit fontScale="90000"/>
          </a:bodyPr>
          <a:lstStyle/>
          <a:p>
            <a:pPr algn="ctr"/>
            <a:r>
              <a:rPr lang="en-US" b="1" dirty="0"/>
              <a:t>8051 Internal Data Memory</a:t>
            </a:r>
            <a:endParaRPr lang="en-IN" b="1" dirty="0"/>
          </a:p>
        </p:txBody>
      </p:sp>
      <p:sp>
        <p:nvSpPr>
          <p:cNvPr id="3" name="Content Placeholder 2">
            <a:extLst>
              <a:ext uri="{FF2B5EF4-FFF2-40B4-BE49-F238E27FC236}">
                <a16:creationId xmlns:a16="http://schemas.microsoft.com/office/drawing/2014/main" id="{016E1AA8-7043-470C-B6F8-B11C946124C6}"/>
              </a:ext>
            </a:extLst>
          </p:cNvPr>
          <p:cNvSpPr>
            <a:spLocks noGrp="1"/>
          </p:cNvSpPr>
          <p:nvPr>
            <p:ph idx="1"/>
          </p:nvPr>
        </p:nvSpPr>
        <p:spPr>
          <a:xfrm>
            <a:off x="838200" y="1544320"/>
            <a:ext cx="10515600" cy="4632643"/>
          </a:xfrm>
        </p:spPr>
        <p:txBody>
          <a:bodyPr/>
          <a:lstStyle/>
          <a:p>
            <a:r>
              <a:rPr lang="en-US" b="0" i="0" dirty="0">
                <a:solidFill>
                  <a:srgbClr val="666666"/>
                </a:solidFill>
                <a:effectLst/>
                <a:latin typeface="Open Sans" panose="020B0606030504020204" pitchFamily="34" charset="0"/>
              </a:rPr>
              <a:t>The internal data memory consists of </a:t>
            </a:r>
          </a:p>
          <a:p>
            <a:pPr marL="0" indent="0">
              <a:buNone/>
            </a:pPr>
            <a:r>
              <a:rPr lang="en-US" b="0" i="0" dirty="0">
                <a:solidFill>
                  <a:srgbClr val="666666"/>
                </a:solidFill>
                <a:effectLst/>
                <a:latin typeface="Open Sans" panose="020B0606030504020204" pitchFamily="34" charset="0"/>
              </a:rPr>
              <a:t>   256 bytes, these are divided into </a:t>
            </a:r>
          </a:p>
          <a:p>
            <a:pPr marL="0" indent="0">
              <a:buNone/>
            </a:pPr>
            <a:r>
              <a:rPr lang="en-US" b="0" i="0" dirty="0">
                <a:solidFill>
                  <a:srgbClr val="666666"/>
                </a:solidFill>
                <a:effectLst/>
                <a:latin typeface="Open Sans" panose="020B0606030504020204" pitchFamily="34" charset="0"/>
              </a:rPr>
              <a:t>    two parts:</a:t>
            </a:r>
          </a:p>
          <a:p>
            <a:r>
              <a:rPr lang="pt-BR" b="0" i="0" dirty="0">
                <a:solidFill>
                  <a:srgbClr val="666666"/>
                </a:solidFill>
                <a:effectLst/>
                <a:latin typeface="Open Sans" panose="020B0606030504020204" pitchFamily="34" charset="0"/>
              </a:rPr>
              <a:t>00H-7FH for internal data RAM</a:t>
            </a:r>
          </a:p>
          <a:p>
            <a:pPr marL="0" indent="0">
              <a:buNone/>
            </a:pPr>
            <a:r>
              <a:rPr lang="pt-BR" dirty="0">
                <a:solidFill>
                  <a:srgbClr val="666666"/>
                </a:solidFill>
                <a:latin typeface="Open Sans" panose="020B0606030504020204" pitchFamily="34" charset="0"/>
              </a:rPr>
              <a:t>   </a:t>
            </a:r>
            <a:r>
              <a:rPr lang="pt-BR" b="0" i="0" dirty="0">
                <a:solidFill>
                  <a:srgbClr val="666666"/>
                </a:solidFill>
                <a:effectLst/>
                <a:latin typeface="Open Sans" panose="020B0606030504020204" pitchFamily="34" charset="0"/>
              </a:rPr>
              <a:t> (128 bytes)</a:t>
            </a:r>
          </a:p>
          <a:p>
            <a:r>
              <a:rPr lang="en-US" b="0" i="0" dirty="0">
                <a:solidFill>
                  <a:srgbClr val="666666"/>
                </a:solidFill>
                <a:effectLst/>
                <a:latin typeface="Open Sans" panose="020B0606030504020204" pitchFamily="34" charset="0"/>
              </a:rPr>
              <a:t>80H-FFH for special function </a:t>
            </a:r>
          </a:p>
          <a:p>
            <a:pPr marL="0" indent="0">
              <a:buNone/>
            </a:pPr>
            <a:r>
              <a:rPr lang="en-US" dirty="0">
                <a:solidFill>
                  <a:srgbClr val="666666"/>
                </a:solidFill>
                <a:latin typeface="Open Sans" panose="020B0606030504020204" pitchFamily="34" charset="0"/>
              </a:rPr>
              <a:t>   </a:t>
            </a:r>
            <a:r>
              <a:rPr lang="en-US" b="0" i="0" dirty="0">
                <a:solidFill>
                  <a:srgbClr val="666666"/>
                </a:solidFill>
                <a:effectLst/>
                <a:latin typeface="Open Sans" panose="020B0606030504020204" pitchFamily="34" charset="0"/>
              </a:rPr>
              <a:t>registers (128 bytes)</a:t>
            </a:r>
            <a:endParaRPr lang="en-IN" dirty="0"/>
          </a:p>
        </p:txBody>
      </p:sp>
      <p:pic>
        <p:nvPicPr>
          <p:cNvPr id="8" name="Picture 7">
            <a:extLst>
              <a:ext uri="{FF2B5EF4-FFF2-40B4-BE49-F238E27FC236}">
                <a16:creationId xmlns:a16="http://schemas.microsoft.com/office/drawing/2014/main" id="{123B01CF-1AC9-4B5D-A339-093B06D3525D}"/>
              </a:ext>
            </a:extLst>
          </p:cNvPr>
          <p:cNvPicPr>
            <a:picLocks noChangeAspect="1"/>
          </p:cNvPicPr>
          <p:nvPr/>
        </p:nvPicPr>
        <p:blipFill>
          <a:blip r:embed="rId3"/>
          <a:stretch>
            <a:fillRect/>
          </a:stretch>
        </p:blipFill>
        <p:spPr>
          <a:xfrm>
            <a:off x="7467600" y="1005839"/>
            <a:ext cx="4358957" cy="5487035"/>
          </a:xfrm>
          <a:prstGeom prst="rect">
            <a:avLst/>
          </a:prstGeom>
        </p:spPr>
      </p:pic>
      <p:sp>
        <p:nvSpPr>
          <p:cNvPr id="9" name="Date Placeholder 8">
            <a:extLst>
              <a:ext uri="{FF2B5EF4-FFF2-40B4-BE49-F238E27FC236}">
                <a16:creationId xmlns:a16="http://schemas.microsoft.com/office/drawing/2014/main" id="{2D069850-4948-4A90-9609-79C7D99D70F0}"/>
              </a:ext>
            </a:extLst>
          </p:cNvPr>
          <p:cNvSpPr>
            <a:spLocks noGrp="1"/>
          </p:cNvSpPr>
          <p:nvPr>
            <p:ph type="dt" sz="half" idx="10"/>
          </p:nvPr>
        </p:nvSpPr>
        <p:spPr/>
        <p:txBody>
          <a:bodyPr/>
          <a:lstStyle/>
          <a:p>
            <a:fld id="{B9E83451-2C80-40A6-8053-D0B59A22A92A}" type="datetime1">
              <a:rPr lang="en-IN" smtClean="0"/>
              <a:t>07-08-2026</a:t>
            </a:fld>
            <a:endParaRPr lang="en-IN"/>
          </a:p>
        </p:txBody>
      </p:sp>
      <p:sp>
        <p:nvSpPr>
          <p:cNvPr id="10" name="Footer Placeholder 9">
            <a:extLst>
              <a:ext uri="{FF2B5EF4-FFF2-40B4-BE49-F238E27FC236}">
                <a16:creationId xmlns:a16="http://schemas.microsoft.com/office/drawing/2014/main" id="{2E70148E-C7EE-440D-86E6-FD8BFEEDA0FC}"/>
              </a:ext>
            </a:extLst>
          </p:cNvPr>
          <p:cNvSpPr>
            <a:spLocks noGrp="1"/>
          </p:cNvSpPr>
          <p:nvPr>
            <p:ph type="ftr" sz="quarter" idx="11"/>
          </p:nvPr>
        </p:nvSpPr>
        <p:spPr/>
        <p:txBody>
          <a:bodyPr/>
          <a:lstStyle/>
          <a:p>
            <a:r>
              <a:rPr lang="en-IN"/>
              <a:t>Internet of Things</a:t>
            </a:r>
          </a:p>
        </p:txBody>
      </p:sp>
      <p:sp>
        <p:nvSpPr>
          <p:cNvPr id="11" name="Slide Number Placeholder 10">
            <a:extLst>
              <a:ext uri="{FF2B5EF4-FFF2-40B4-BE49-F238E27FC236}">
                <a16:creationId xmlns:a16="http://schemas.microsoft.com/office/drawing/2014/main" id="{41CFF83F-B41E-4678-B6ED-FF1625B68512}"/>
              </a:ext>
            </a:extLst>
          </p:cNvPr>
          <p:cNvSpPr>
            <a:spLocks noGrp="1"/>
          </p:cNvSpPr>
          <p:nvPr>
            <p:ph type="sldNum" sz="quarter" idx="12"/>
          </p:nvPr>
        </p:nvSpPr>
        <p:spPr/>
        <p:txBody>
          <a:bodyPr/>
          <a:lstStyle/>
          <a:p>
            <a:fld id="{8C8984E1-0E55-4616-883B-06D6393B24F3}" type="slidenum">
              <a:rPr lang="en-IN" smtClean="0"/>
              <a:t>35</a:t>
            </a:fld>
            <a:endParaRPr lang="en-IN"/>
          </a:p>
        </p:txBody>
      </p:sp>
    </p:spTree>
    <p:extLst>
      <p:ext uri="{BB962C8B-B14F-4D97-AF65-F5344CB8AC3E}">
        <p14:creationId xmlns:p14="http://schemas.microsoft.com/office/powerpoint/2010/main" val="3746500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8FCC9-A188-4CA1-92D4-5F58D3098DA9}"/>
              </a:ext>
            </a:extLst>
          </p:cNvPr>
          <p:cNvSpPr>
            <a:spLocks noGrp="1"/>
          </p:cNvSpPr>
          <p:nvPr>
            <p:ph type="title"/>
          </p:nvPr>
        </p:nvSpPr>
        <p:spPr>
          <a:xfrm>
            <a:off x="838200" y="136525"/>
            <a:ext cx="10515600" cy="772795"/>
          </a:xfrm>
        </p:spPr>
        <p:txBody>
          <a:bodyPr/>
          <a:lstStyle/>
          <a:p>
            <a:pPr algn="ctr"/>
            <a:r>
              <a:rPr lang="en-US" b="1" dirty="0"/>
              <a:t>8051 Internal Data Memory Organization</a:t>
            </a:r>
            <a:endParaRPr lang="en-IN" b="1" dirty="0"/>
          </a:p>
        </p:txBody>
      </p:sp>
      <p:pic>
        <p:nvPicPr>
          <p:cNvPr id="5122" name="Picture 2" descr="1.8051 Architecture - Tutorials">
            <a:extLst>
              <a:ext uri="{FF2B5EF4-FFF2-40B4-BE49-F238E27FC236}">
                <a16:creationId xmlns:a16="http://schemas.microsoft.com/office/drawing/2014/main" id="{FA94904F-EDDD-4343-8A33-327285E6F2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8720" y="993532"/>
            <a:ext cx="9458765" cy="5271742"/>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7C54F638-FB1B-42BF-B77B-D814A3AC713E}"/>
              </a:ext>
            </a:extLst>
          </p:cNvPr>
          <p:cNvSpPr>
            <a:spLocks noGrp="1"/>
          </p:cNvSpPr>
          <p:nvPr>
            <p:ph type="dt" sz="half" idx="10"/>
          </p:nvPr>
        </p:nvSpPr>
        <p:spPr/>
        <p:txBody>
          <a:bodyPr/>
          <a:lstStyle/>
          <a:p>
            <a:fld id="{3E1A7AF2-380D-40E5-AA5B-0CF48C447376}" type="datetime1">
              <a:rPr lang="en-IN" smtClean="0"/>
              <a:t>07-08-2026</a:t>
            </a:fld>
            <a:endParaRPr lang="en-IN"/>
          </a:p>
        </p:txBody>
      </p:sp>
      <p:sp>
        <p:nvSpPr>
          <p:cNvPr id="5" name="Footer Placeholder 4">
            <a:extLst>
              <a:ext uri="{FF2B5EF4-FFF2-40B4-BE49-F238E27FC236}">
                <a16:creationId xmlns:a16="http://schemas.microsoft.com/office/drawing/2014/main" id="{55445AA9-DE8B-4A75-9E4D-4D1D3163EA83}"/>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9E8DEBF7-9C5F-453A-B01D-7C2979D8B0E0}"/>
              </a:ext>
            </a:extLst>
          </p:cNvPr>
          <p:cNvSpPr>
            <a:spLocks noGrp="1"/>
          </p:cNvSpPr>
          <p:nvPr>
            <p:ph type="sldNum" sz="quarter" idx="12"/>
          </p:nvPr>
        </p:nvSpPr>
        <p:spPr/>
        <p:txBody>
          <a:bodyPr/>
          <a:lstStyle/>
          <a:p>
            <a:fld id="{8C8984E1-0E55-4616-883B-06D6393B24F3}" type="slidenum">
              <a:rPr lang="en-IN" smtClean="0"/>
              <a:t>36</a:t>
            </a:fld>
            <a:endParaRPr lang="en-IN"/>
          </a:p>
        </p:txBody>
      </p:sp>
    </p:spTree>
    <p:extLst>
      <p:ext uri="{BB962C8B-B14F-4D97-AF65-F5344CB8AC3E}">
        <p14:creationId xmlns:p14="http://schemas.microsoft.com/office/powerpoint/2010/main" val="3938379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10D74-ED7A-421E-B4E5-25FFFEBDEB04}"/>
              </a:ext>
            </a:extLst>
          </p:cNvPr>
          <p:cNvSpPr>
            <a:spLocks noGrp="1"/>
          </p:cNvSpPr>
          <p:nvPr>
            <p:ph type="title"/>
          </p:nvPr>
        </p:nvSpPr>
        <p:spPr>
          <a:xfrm>
            <a:off x="838200" y="365126"/>
            <a:ext cx="10515600" cy="710468"/>
          </a:xfrm>
        </p:spPr>
        <p:txBody>
          <a:bodyPr/>
          <a:lstStyle/>
          <a:p>
            <a:pPr algn="ctr"/>
            <a:r>
              <a:rPr lang="en-US" b="1" dirty="0"/>
              <a:t>8051 – Register Banks</a:t>
            </a:r>
            <a:endParaRPr lang="en-IN" b="1" dirty="0"/>
          </a:p>
        </p:txBody>
      </p:sp>
      <p:pic>
        <p:nvPicPr>
          <p:cNvPr id="7170" name="Picture 2" descr="8051 Memory Organization - ROM and RAM Structure">
            <a:extLst>
              <a:ext uri="{FF2B5EF4-FFF2-40B4-BE49-F238E27FC236}">
                <a16:creationId xmlns:a16="http://schemas.microsoft.com/office/drawing/2014/main" id="{5D531BD2-B9E5-4092-8E58-6827690DA3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92960" y="1232593"/>
            <a:ext cx="7174132" cy="5067192"/>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A8F3BE88-F7A7-4C78-BD60-5CF92BF5BF94}"/>
              </a:ext>
            </a:extLst>
          </p:cNvPr>
          <p:cNvSpPr>
            <a:spLocks noGrp="1"/>
          </p:cNvSpPr>
          <p:nvPr>
            <p:ph type="dt" sz="half" idx="10"/>
          </p:nvPr>
        </p:nvSpPr>
        <p:spPr/>
        <p:txBody>
          <a:bodyPr/>
          <a:lstStyle/>
          <a:p>
            <a:fld id="{CA1D0C28-7C86-479A-A2A1-284E011CE8F0}" type="datetime1">
              <a:rPr lang="en-IN" smtClean="0"/>
              <a:t>07-08-2026</a:t>
            </a:fld>
            <a:endParaRPr lang="en-IN"/>
          </a:p>
        </p:txBody>
      </p:sp>
      <p:sp>
        <p:nvSpPr>
          <p:cNvPr id="5" name="Footer Placeholder 4">
            <a:extLst>
              <a:ext uri="{FF2B5EF4-FFF2-40B4-BE49-F238E27FC236}">
                <a16:creationId xmlns:a16="http://schemas.microsoft.com/office/drawing/2014/main" id="{73A50489-201E-4656-A828-0C9E08C2C803}"/>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4B369426-AF64-4F74-8A13-5787C065B195}"/>
              </a:ext>
            </a:extLst>
          </p:cNvPr>
          <p:cNvSpPr>
            <a:spLocks noGrp="1"/>
          </p:cNvSpPr>
          <p:nvPr>
            <p:ph type="sldNum" sz="quarter" idx="12"/>
          </p:nvPr>
        </p:nvSpPr>
        <p:spPr/>
        <p:txBody>
          <a:bodyPr/>
          <a:lstStyle/>
          <a:p>
            <a:fld id="{8C8984E1-0E55-4616-883B-06D6393B24F3}" type="slidenum">
              <a:rPr lang="en-IN" smtClean="0"/>
              <a:t>37</a:t>
            </a:fld>
            <a:endParaRPr lang="en-IN"/>
          </a:p>
        </p:txBody>
      </p:sp>
    </p:spTree>
    <p:extLst>
      <p:ext uri="{BB962C8B-B14F-4D97-AF65-F5344CB8AC3E}">
        <p14:creationId xmlns:p14="http://schemas.microsoft.com/office/powerpoint/2010/main" val="16415455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5317"/>
          </a:xfrm>
        </p:spPr>
        <p:txBody>
          <a:bodyPr>
            <a:normAutofit fontScale="90000"/>
          </a:bodyPr>
          <a:lstStyle/>
          <a:p>
            <a:pPr algn="ctr"/>
            <a:r>
              <a:rPr lang="en-US" b="1" dirty="0"/>
              <a:t>8051 Internal Data Memory Organization</a:t>
            </a:r>
            <a:endParaRPr lang="en-IN" dirty="0"/>
          </a:p>
        </p:txBody>
      </p:sp>
      <p:sp>
        <p:nvSpPr>
          <p:cNvPr id="3" name="Content Placeholder 2"/>
          <p:cNvSpPr>
            <a:spLocks noGrp="1"/>
          </p:cNvSpPr>
          <p:nvPr>
            <p:ph idx="1"/>
          </p:nvPr>
        </p:nvSpPr>
        <p:spPr>
          <a:xfrm>
            <a:off x="838200" y="1230924"/>
            <a:ext cx="10515600" cy="4946040"/>
          </a:xfrm>
        </p:spPr>
        <p:txBody>
          <a:bodyPr>
            <a:noAutofit/>
          </a:bodyPr>
          <a:lstStyle/>
          <a:p>
            <a:pPr algn="just"/>
            <a:r>
              <a:rPr lang="en-US" sz="3200" dirty="0"/>
              <a:t>8051 Provides four register bank, but only one register bank can be used at any point in time. </a:t>
            </a:r>
            <a:endParaRPr lang="en-US" sz="3200" dirty="0" smtClean="0"/>
          </a:p>
          <a:p>
            <a:pPr algn="just"/>
            <a:r>
              <a:rPr lang="en-US" sz="3200" dirty="0" smtClean="0"/>
              <a:t>To </a:t>
            </a:r>
            <a:r>
              <a:rPr lang="en-US" sz="3200" dirty="0"/>
              <a:t>select the register bank, two bits of PSW (Program Status Word) are used</a:t>
            </a:r>
            <a:r>
              <a:rPr lang="en-US" sz="3200" dirty="0" smtClean="0"/>
              <a:t>.</a:t>
            </a:r>
          </a:p>
          <a:p>
            <a:pPr algn="just"/>
            <a:r>
              <a:rPr lang="en-US" sz="3200" dirty="0"/>
              <a:t>F</a:t>
            </a:r>
            <a:r>
              <a:rPr lang="en-US" sz="3200" dirty="0" smtClean="0"/>
              <a:t>rom </a:t>
            </a:r>
            <a:r>
              <a:rPr lang="en-US" sz="3200" dirty="0"/>
              <a:t>20H to 2FH (16 bytes or 128 bits) can be used as bit addressable </a:t>
            </a:r>
            <a:r>
              <a:rPr lang="en-US" sz="3200" dirty="0" smtClean="0"/>
              <a:t>RAM.</a:t>
            </a:r>
          </a:p>
          <a:p>
            <a:pPr algn="just"/>
            <a:r>
              <a:rPr lang="en-US" sz="3200" dirty="0"/>
              <a:t>The remaining locations (30H to 7EH) of the RAM can be used to store variable data and stack.</a:t>
            </a:r>
            <a:endParaRPr lang="en-IN" sz="3200" dirty="0"/>
          </a:p>
        </p:txBody>
      </p:sp>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38</a:t>
            </a:fld>
            <a:endParaRPr lang="en-IN"/>
          </a:p>
        </p:txBody>
      </p:sp>
    </p:spTree>
    <p:extLst>
      <p:ext uri="{BB962C8B-B14F-4D97-AF65-F5344CB8AC3E}">
        <p14:creationId xmlns:p14="http://schemas.microsoft.com/office/powerpoint/2010/main" val="29115339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9680"/>
          </a:xfrm>
        </p:spPr>
        <p:txBody>
          <a:bodyPr/>
          <a:lstStyle/>
          <a:p>
            <a:pPr algn="ctr"/>
            <a:r>
              <a:rPr lang="en-US" b="1" dirty="0" smtClean="0"/>
              <a:t>Bit addressable area</a:t>
            </a:r>
            <a:endParaRPr lang="en-IN" b="1" dirty="0"/>
          </a:p>
        </p:txBody>
      </p:sp>
      <p:pic>
        <p:nvPicPr>
          <p:cNvPr id="7" name="Content Placeholder 6"/>
          <p:cNvPicPr>
            <a:picLocks noGrp="1" noChangeAspect="1"/>
          </p:cNvPicPr>
          <p:nvPr>
            <p:ph idx="1"/>
          </p:nvPr>
        </p:nvPicPr>
        <p:blipFill>
          <a:blip r:embed="rId2"/>
          <a:stretch>
            <a:fillRect/>
          </a:stretch>
        </p:blipFill>
        <p:spPr>
          <a:xfrm>
            <a:off x="2149642" y="1591408"/>
            <a:ext cx="6962274" cy="4408339"/>
          </a:xfrm>
          <a:prstGeom prst="rect">
            <a:avLst/>
          </a:prstGeom>
        </p:spPr>
      </p:pic>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39</a:t>
            </a:fld>
            <a:endParaRPr lang="en-IN"/>
          </a:p>
        </p:txBody>
      </p:sp>
    </p:spTree>
    <p:extLst>
      <p:ext uri="{BB962C8B-B14F-4D97-AF65-F5344CB8AC3E}">
        <p14:creationId xmlns:p14="http://schemas.microsoft.com/office/powerpoint/2010/main" val="696026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2F33D-41AE-4A04-9CAF-F1E02CD263D6}"/>
              </a:ext>
            </a:extLst>
          </p:cNvPr>
          <p:cNvSpPr>
            <a:spLocks noGrp="1"/>
          </p:cNvSpPr>
          <p:nvPr>
            <p:ph type="title"/>
          </p:nvPr>
        </p:nvSpPr>
        <p:spPr>
          <a:xfrm>
            <a:off x="838200" y="171695"/>
            <a:ext cx="10515600" cy="645989"/>
          </a:xfrm>
        </p:spPr>
        <p:txBody>
          <a:bodyPr>
            <a:normAutofit fontScale="90000"/>
          </a:bodyPr>
          <a:lstStyle/>
          <a:p>
            <a:pPr algn="ctr"/>
            <a:r>
              <a:rPr lang="en-US" b="1" dirty="0"/>
              <a:t>8051 External Data Memory</a:t>
            </a:r>
            <a:endParaRPr lang="en-IN" b="1" dirty="0"/>
          </a:p>
        </p:txBody>
      </p:sp>
      <p:sp>
        <p:nvSpPr>
          <p:cNvPr id="3" name="Content Placeholder 2">
            <a:extLst>
              <a:ext uri="{FF2B5EF4-FFF2-40B4-BE49-F238E27FC236}">
                <a16:creationId xmlns:a16="http://schemas.microsoft.com/office/drawing/2014/main" id="{80140C4B-F81A-4866-B414-A019DF44102B}"/>
              </a:ext>
            </a:extLst>
          </p:cNvPr>
          <p:cNvSpPr>
            <a:spLocks noGrp="1"/>
          </p:cNvSpPr>
          <p:nvPr>
            <p:ph idx="1"/>
          </p:nvPr>
        </p:nvSpPr>
        <p:spPr>
          <a:xfrm>
            <a:off x="838200" y="958362"/>
            <a:ext cx="10515600" cy="5218602"/>
          </a:xfrm>
        </p:spPr>
        <p:txBody>
          <a:bodyPr>
            <a:normAutofit fontScale="85000" lnSpcReduction="20000"/>
          </a:bodyPr>
          <a:lstStyle/>
          <a:p>
            <a:pPr algn="just"/>
            <a:r>
              <a:rPr lang="en-US" dirty="0"/>
              <a:t>8051 has a limited amount of internal memory, </a:t>
            </a:r>
            <a:r>
              <a:rPr lang="en-US" dirty="0" smtClean="0"/>
              <a:t>so it </a:t>
            </a:r>
            <a:r>
              <a:rPr lang="en-US" dirty="0"/>
              <a:t>is possible to extend the memory capacity by interfacing it with external memory devices.</a:t>
            </a:r>
            <a:endParaRPr lang="en-US" b="0" i="0" dirty="0" smtClean="0">
              <a:solidFill>
                <a:srgbClr val="666666"/>
              </a:solidFill>
              <a:effectLst/>
              <a:latin typeface="Open Sans" panose="020B0606030504020204" pitchFamily="34" charset="0"/>
            </a:endParaRPr>
          </a:p>
          <a:p>
            <a:pPr algn="just"/>
            <a:r>
              <a:rPr lang="en-US" b="0" i="0" dirty="0" smtClean="0">
                <a:solidFill>
                  <a:srgbClr val="666666"/>
                </a:solidFill>
                <a:effectLst/>
                <a:latin typeface="Open Sans" panose="020B0606030504020204" pitchFamily="34" charset="0"/>
              </a:rPr>
              <a:t>The </a:t>
            </a:r>
            <a:r>
              <a:rPr lang="en-US" b="0" i="0" dirty="0">
                <a:solidFill>
                  <a:srgbClr val="666666"/>
                </a:solidFill>
                <a:effectLst/>
                <a:latin typeface="Open Sans" panose="020B0606030504020204" pitchFamily="34" charset="0"/>
              </a:rPr>
              <a:t>8051 gives the facility to interface external RAM and ROM. </a:t>
            </a:r>
            <a:endParaRPr lang="en-US" b="0" i="0" dirty="0" smtClean="0">
              <a:solidFill>
                <a:srgbClr val="666666"/>
              </a:solidFill>
              <a:effectLst/>
              <a:latin typeface="Open Sans" panose="020B0606030504020204" pitchFamily="34" charset="0"/>
            </a:endParaRPr>
          </a:p>
          <a:p>
            <a:pPr algn="just"/>
            <a:r>
              <a:rPr lang="en-US" dirty="0"/>
              <a:t>This allows the microcontroller to execute larger and more complex programs, store more data, and perform more complex operations</a:t>
            </a:r>
            <a:r>
              <a:rPr lang="en-US" dirty="0" smtClean="0"/>
              <a:t>.</a:t>
            </a:r>
          </a:p>
          <a:p>
            <a:pPr algn="just"/>
            <a:r>
              <a:rPr lang="en-US" dirty="0"/>
              <a:t>External memory interfacing typically involves connecting the memory devices to the microcontroller through a data bus and an address bus. </a:t>
            </a:r>
            <a:endParaRPr lang="en-US" dirty="0" smtClean="0"/>
          </a:p>
          <a:p>
            <a:pPr algn="just"/>
            <a:r>
              <a:rPr lang="en-US" dirty="0" smtClean="0"/>
              <a:t>The </a:t>
            </a:r>
            <a:r>
              <a:rPr lang="en-US" dirty="0"/>
              <a:t>data bus is used to transfer data between the microcontroller and the memory device, while the address bus is used to select a specific memory location in the memory device</a:t>
            </a:r>
            <a:r>
              <a:rPr lang="en-US" dirty="0" smtClean="0"/>
              <a:t>.</a:t>
            </a:r>
          </a:p>
          <a:p>
            <a:pPr algn="just"/>
            <a:r>
              <a:rPr lang="en-US" dirty="0"/>
              <a:t>To interface with external memory, the 8051 microcontroller uses dedicated pins such as ALE (Address Latch Enable), PSEN (Program Store Enable), and RD (Read) and WR (Write) signals. </a:t>
            </a:r>
            <a:endParaRPr lang="en-US" dirty="0" smtClean="0"/>
          </a:p>
          <a:p>
            <a:pPr algn="just"/>
            <a:r>
              <a:rPr lang="en-US" dirty="0" smtClean="0"/>
              <a:t>These </a:t>
            </a:r>
            <a:r>
              <a:rPr lang="en-US" dirty="0"/>
              <a:t>signals are used to control the flow of data between the microcontroller and the external memory device</a:t>
            </a:r>
            <a:r>
              <a:rPr lang="en-US" dirty="0" smtClean="0"/>
              <a:t>.</a:t>
            </a:r>
            <a:endParaRPr lang="en-US" b="0" i="0" dirty="0">
              <a:solidFill>
                <a:srgbClr val="666666"/>
              </a:solidFill>
              <a:effectLst/>
              <a:latin typeface="Open Sans" panose="020B0606030504020204" pitchFamily="34" charset="0"/>
            </a:endParaRPr>
          </a:p>
        </p:txBody>
      </p:sp>
      <p:sp>
        <p:nvSpPr>
          <p:cNvPr id="4" name="Date Placeholder 3">
            <a:extLst>
              <a:ext uri="{FF2B5EF4-FFF2-40B4-BE49-F238E27FC236}">
                <a16:creationId xmlns:a16="http://schemas.microsoft.com/office/drawing/2014/main" id="{0121DD28-2936-4D19-9493-0FAC13A6BFB2}"/>
              </a:ext>
            </a:extLst>
          </p:cNvPr>
          <p:cNvSpPr>
            <a:spLocks noGrp="1"/>
          </p:cNvSpPr>
          <p:nvPr>
            <p:ph type="dt" sz="half" idx="10"/>
          </p:nvPr>
        </p:nvSpPr>
        <p:spPr/>
        <p:txBody>
          <a:bodyPr/>
          <a:lstStyle/>
          <a:p>
            <a:fld id="{122D7DFD-1E8E-4CD4-9A49-23B455C86450}" type="datetime1">
              <a:rPr lang="en-IN" smtClean="0"/>
              <a:t>07-08-2026</a:t>
            </a:fld>
            <a:endParaRPr lang="en-IN"/>
          </a:p>
        </p:txBody>
      </p:sp>
      <p:sp>
        <p:nvSpPr>
          <p:cNvPr id="5" name="Footer Placeholder 4">
            <a:extLst>
              <a:ext uri="{FF2B5EF4-FFF2-40B4-BE49-F238E27FC236}">
                <a16:creationId xmlns:a16="http://schemas.microsoft.com/office/drawing/2014/main" id="{89ADC445-27AC-4C53-87B7-767A8CBC8EE4}"/>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3CF06762-A24C-46BB-A230-7B52C6D28674}"/>
              </a:ext>
            </a:extLst>
          </p:cNvPr>
          <p:cNvSpPr>
            <a:spLocks noGrp="1"/>
          </p:cNvSpPr>
          <p:nvPr>
            <p:ph type="sldNum" sz="quarter" idx="12"/>
          </p:nvPr>
        </p:nvSpPr>
        <p:spPr/>
        <p:txBody>
          <a:bodyPr/>
          <a:lstStyle/>
          <a:p>
            <a:fld id="{8C8984E1-0E55-4616-883B-06D6393B24F3}" type="slidenum">
              <a:rPr lang="en-IN" smtClean="0"/>
              <a:t>40</a:t>
            </a:fld>
            <a:endParaRPr lang="en-IN"/>
          </a:p>
        </p:txBody>
      </p:sp>
    </p:spTree>
    <p:extLst>
      <p:ext uri="{BB962C8B-B14F-4D97-AF65-F5344CB8AC3E}">
        <p14:creationId xmlns:p14="http://schemas.microsoft.com/office/powerpoint/2010/main" val="3396759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15267"/>
          </a:xfrm>
        </p:spPr>
        <p:txBody>
          <a:bodyPr>
            <a:normAutofit fontScale="90000"/>
          </a:bodyPr>
          <a:lstStyle/>
          <a:p>
            <a:pPr algn="ctr"/>
            <a:r>
              <a:rPr lang="en-US" b="1" dirty="0"/>
              <a:t>Why need External Memory Interfacing in 8051 Microcontroller ?</a:t>
            </a:r>
            <a:endParaRPr lang="en-IN" dirty="0"/>
          </a:p>
        </p:txBody>
      </p:sp>
      <p:sp>
        <p:nvSpPr>
          <p:cNvPr id="3" name="Content Placeholder 2"/>
          <p:cNvSpPr>
            <a:spLocks noGrp="1"/>
          </p:cNvSpPr>
          <p:nvPr>
            <p:ph idx="1"/>
          </p:nvPr>
        </p:nvSpPr>
        <p:spPr>
          <a:xfrm>
            <a:off x="838200" y="1230923"/>
            <a:ext cx="10515600" cy="4946040"/>
          </a:xfrm>
        </p:spPr>
        <p:txBody>
          <a:bodyPr>
            <a:normAutofit fontScale="85000" lnSpcReduction="20000"/>
          </a:bodyPr>
          <a:lstStyle/>
          <a:p>
            <a:pPr algn="just" fontAlgn="base"/>
            <a:r>
              <a:rPr lang="en-US" dirty="0"/>
              <a:t>Limited internal memory: The 8051 microcontroller has a limited amount of internal memory, including 128 bytes of RAM and 4KB of on-chip ROM. This memory may not be sufficient for some applications that require larger program memory or more data storage.</a:t>
            </a:r>
          </a:p>
          <a:p>
            <a:pPr algn="just" fontAlgn="base"/>
            <a:r>
              <a:rPr lang="en-US" dirty="0"/>
              <a:t>Larger programs: For applications that require larger programs, such as complex algorithms or multiple functions, external memory interfacing can provide the necessary program memory space to store these programs.</a:t>
            </a:r>
          </a:p>
          <a:p>
            <a:pPr algn="just" fontAlgn="base"/>
            <a:r>
              <a:rPr lang="en-US" dirty="0"/>
              <a:t>Data storage: Applications that require the storage of large amounts of data, such as data logging or data analysis, may require external memory interfacing to store the data.</a:t>
            </a:r>
          </a:p>
          <a:p>
            <a:pPr algn="just" fontAlgn="base"/>
            <a:r>
              <a:rPr lang="en-US" dirty="0"/>
              <a:t>Flexibility: External memory interfacing provides greater flexibility in the design of embedded systems, allowing for customization and adaptability to meet specific application requirements.</a:t>
            </a:r>
          </a:p>
          <a:p>
            <a:pPr algn="just" fontAlgn="base"/>
            <a:r>
              <a:rPr lang="en-US" dirty="0"/>
              <a:t>Cost-effective: External memory devices such as RAM and ROM are relatively inexpensive, making it cost-effective to interface them with the microcontroller instead of using more expensive on-chip memory.</a:t>
            </a:r>
          </a:p>
          <a:p>
            <a:endParaRPr lang="en-IN" dirty="0"/>
          </a:p>
        </p:txBody>
      </p:sp>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41</a:t>
            </a:fld>
            <a:endParaRPr lang="en-IN"/>
          </a:p>
        </p:txBody>
      </p:sp>
    </p:spTree>
    <p:extLst>
      <p:ext uri="{BB962C8B-B14F-4D97-AF65-F5344CB8AC3E}">
        <p14:creationId xmlns:p14="http://schemas.microsoft.com/office/powerpoint/2010/main" val="4112945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5738"/>
            <a:ext cx="10515600" cy="821991"/>
          </a:xfrm>
        </p:spPr>
        <p:txBody>
          <a:bodyPr/>
          <a:lstStyle/>
          <a:p>
            <a:pPr algn="ctr"/>
            <a:r>
              <a:rPr lang="en-US" b="1" dirty="0" smtClean="0"/>
              <a:t>Introduction to Arduino Uno</a:t>
            </a:r>
            <a:endParaRPr lang="en-IN" b="1" dirty="0"/>
          </a:p>
        </p:txBody>
      </p:sp>
      <p:sp>
        <p:nvSpPr>
          <p:cNvPr id="3" name="Content Placeholder 2"/>
          <p:cNvSpPr>
            <a:spLocks noGrp="1"/>
          </p:cNvSpPr>
          <p:nvPr>
            <p:ph idx="1"/>
          </p:nvPr>
        </p:nvSpPr>
        <p:spPr>
          <a:xfrm>
            <a:off x="838200" y="1187116"/>
            <a:ext cx="10515600" cy="4989847"/>
          </a:xfrm>
        </p:spPr>
        <p:txBody>
          <a:bodyPr/>
          <a:lstStyle/>
          <a:p>
            <a:r>
              <a:rPr lang="en-US" dirty="0" smtClean="0"/>
              <a:t>Arduino is a tool for making computers that can sense and control more of the physical world than normal desktops.</a:t>
            </a:r>
          </a:p>
          <a:p>
            <a:r>
              <a:rPr lang="en-US" dirty="0" smtClean="0"/>
              <a:t>Its an open source physical computing platform based on a simple microcontroller board and a development environment for writing software for the board. </a:t>
            </a:r>
          </a:p>
          <a:p>
            <a:r>
              <a:rPr lang="en-US" dirty="0" smtClean="0"/>
              <a:t>Arduino can be used to develop interactive objects, taking inputs from sensors, and controlling varieties of lights, and other physical outputs.</a:t>
            </a:r>
            <a:endParaRPr lang="en-IN" dirty="0"/>
          </a:p>
        </p:txBody>
      </p:sp>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42</a:t>
            </a:fld>
            <a:endParaRPr lang="en-IN"/>
          </a:p>
        </p:txBody>
      </p:sp>
    </p:spTree>
    <p:extLst>
      <p:ext uri="{BB962C8B-B14F-4D97-AF65-F5344CB8AC3E}">
        <p14:creationId xmlns:p14="http://schemas.microsoft.com/office/powerpoint/2010/main" val="1625213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87238"/>
          </a:xfrm>
        </p:spPr>
        <p:txBody>
          <a:bodyPr/>
          <a:lstStyle/>
          <a:p>
            <a:pPr algn="ctr"/>
            <a:r>
              <a:rPr lang="en-US" b="1" dirty="0" smtClean="0"/>
              <a:t>Arduino Uno</a:t>
            </a:r>
            <a:endParaRPr lang="en-IN" b="1" dirty="0"/>
          </a:p>
        </p:txBody>
      </p:sp>
      <p:sp>
        <p:nvSpPr>
          <p:cNvPr id="3" name="Content Placeholder 2"/>
          <p:cNvSpPr>
            <a:spLocks noGrp="1"/>
          </p:cNvSpPr>
          <p:nvPr>
            <p:ph sz="half" idx="1"/>
          </p:nvPr>
        </p:nvSpPr>
        <p:spPr>
          <a:xfrm>
            <a:off x="838200" y="1443789"/>
            <a:ext cx="5181600" cy="4733174"/>
          </a:xfrm>
        </p:spPr>
        <p:txBody>
          <a:bodyPr>
            <a:normAutofit lnSpcReduction="10000"/>
          </a:bodyPr>
          <a:lstStyle/>
          <a:p>
            <a:r>
              <a:rPr lang="en-US" dirty="0" smtClean="0"/>
              <a:t>To program the ATmega328P microcontroller a serial communicator is required. Serial communication is significant interface between microcontroller and computer. </a:t>
            </a:r>
          </a:p>
          <a:p>
            <a:r>
              <a:rPr lang="en-US" dirty="0" smtClean="0"/>
              <a:t>Arduino UNO has all the necessary </a:t>
            </a:r>
            <a:r>
              <a:rPr lang="en-US" dirty="0" err="1" smtClean="0"/>
              <a:t>Ics</a:t>
            </a:r>
            <a:r>
              <a:rPr lang="en-US" dirty="0" smtClean="0"/>
              <a:t> for communication. It is build compact into a PCB which has connectors for fast and easy prototyping. </a:t>
            </a:r>
            <a:endParaRPr lang="en-IN" dirty="0"/>
          </a:p>
        </p:txBody>
      </p:sp>
      <p:pic>
        <p:nvPicPr>
          <p:cNvPr id="8" name="Content Placeholder 7"/>
          <p:cNvPicPr>
            <a:picLocks noGrp="1" noChangeAspect="1"/>
          </p:cNvPicPr>
          <p:nvPr>
            <p:ph sz="half" idx="2"/>
          </p:nvPr>
        </p:nvPicPr>
        <p:blipFill>
          <a:blip r:embed="rId2"/>
          <a:stretch>
            <a:fillRect/>
          </a:stretch>
        </p:blipFill>
        <p:spPr>
          <a:xfrm>
            <a:off x="6019801" y="1825625"/>
            <a:ext cx="6043862" cy="4351338"/>
          </a:xfrm>
          <a:prstGeom prst="rect">
            <a:avLst/>
          </a:prstGeom>
        </p:spPr>
      </p:pic>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43</a:t>
            </a:fld>
            <a:endParaRPr lang="en-IN"/>
          </a:p>
        </p:txBody>
      </p:sp>
    </p:spTree>
    <p:extLst>
      <p:ext uri="{BB962C8B-B14F-4D97-AF65-F5344CB8AC3E}">
        <p14:creationId xmlns:p14="http://schemas.microsoft.com/office/powerpoint/2010/main" val="36185643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838200" y="365126"/>
            <a:ext cx="10515600" cy="709696"/>
          </a:xfrm>
        </p:spPr>
        <p:txBody>
          <a:bodyPr/>
          <a:lstStyle/>
          <a:p>
            <a:pPr algn="ctr"/>
            <a:r>
              <a:rPr lang="en-US" b="1" dirty="0" smtClean="0"/>
              <a:t>Components of Arduino Uno</a:t>
            </a:r>
            <a:endParaRPr lang="en-IN" b="1" dirty="0"/>
          </a:p>
        </p:txBody>
      </p:sp>
      <p:sp>
        <p:nvSpPr>
          <p:cNvPr id="10" name="Content Placeholder 9"/>
          <p:cNvSpPr>
            <a:spLocks noGrp="1"/>
          </p:cNvSpPr>
          <p:nvPr>
            <p:ph idx="1"/>
          </p:nvPr>
        </p:nvSpPr>
        <p:spPr>
          <a:xfrm>
            <a:off x="838200" y="1283368"/>
            <a:ext cx="10515600" cy="4893595"/>
          </a:xfrm>
        </p:spPr>
        <p:txBody>
          <a:bodyPr>
            <a:normAutofit fontScale="92500" lnSpcReduction="10000"/>
          </a:bodyPr>
          <a:lstStyle/>
          <a:p>
            <a:r>
              <a:rPr lang="en-US" dirty="0" smtClean="0"/>
              <a:t>Microcontroller ATmega328</a:t>
            </a:r>
          </a:p>
          <a:p>
            <a:r>
              <a:rPr lang="en-US" dirty="0" smtClean="0"/>
              <a:t>Operating voltage 5v</a:t>
            </a:r>
          </a:p>
          <a:p>
            <a:r>
              <a:rPr lang="en-US" dirty="0" smtClean="0"/>
              <a:t>Input voltage: 7 -12 V</a:t>
            </a:r>
          </a:p>
          <a:p>
            <a:r>
              <a:rPr lang="en-US" dirty="0" smtClean="0"/>
              <a:t>Digital I/O pins 14</a:t>
            </a:r>
          </a:p>
          <a:p>
            <a:r>
              <a:rPr lang="en-US" dirty="0" smtClean="0"/>
              <a:t>Analog input pins 6</a:t>
            </a:r>
          </a:p>
          <a:p>
            <a:r>
              <a:rPr lang="en-US" dirty="0" smtClean="0"/>
              <a:t>DC current per I/O Pin 40mA</a:t>
            </a:r>
          </a:p>
          <a:p>
            <a:r>
              <a:rPr lang="en-US" dirty="0" smtClean="0"/>
              <a:t>DC current for 3.3v pin 50mA</a:t>
            </a:r>
          </a:p>
          <a:p>
            <a:r>
              <a:rPr lang="en-US" dirty="0" smtClean="0"/>
              <a:t>Flash memory 32KB</a:t>
            </a:r>
          </a:p>
          <a:p>
            <a:r>
              <a:rPr lang="en-US" dirty="0" smtClean="0"/>
              <a:t>SRAM 2 KB</a:t>
            </a:r>
          </a:p>
          <a:p>
            <a:r>
              <a:rPr lang="en-US" dirty="0" smtClean="0"/>
              <a:t>EEPROM 1KB</a:t>
            </a:r>
          </a:p>
          <a:p>
            <a:r>
              <a:rPr lang="en-US" dirty="0" smtClean="0"/>
              <a:t>Clock speed 16MHz</a:t>
            </a:r>
            <a:endParaRPr lang="en-IN" dirty="0"/>
          </a:p>
        </p:txBody>
      </p:sp>
      <p:sp>
        <p:nvSpPr>
          <p:cNvPr id="5" name="Date Placeholder 4"/>
          <p:cNvSpPr>
            <a:spLocks noGrp="1"/>
          </p:cNvSpPr>
          <p:nvPr>
            <p:ph type="dt" sz="half" idx="10"/>
          </p:nvPr>
        </p:nvSpPr>
        <p:spPr/>
        <p:txBody>
          <a:bodyPr/>
          <a:lstStyle/>
          <a:p>
            <a:fld id="{7783D377-42CB-4CFD-BEAB-7AEE78BACFF9}" type="datetime1">
              <a:rPr lang="en-IN" smtClean="0"/>
              <a:t>07-08-2026</a:t>
            </a:fld>
            <a:endParaRPr lang="en-IN"/>
          </a:p>
        </p:txBody>
      </p:sp>
      <p:sp>
        <p:nvSpPr>
          <p:cNvPr id="6" name="Footer Placeholder 5"/>
          <p:cNvSpPr>
            <a:spLocks noGrp="1"/>
          </p:cNvSpPr>
          <p:nvPr>
            <p:ph type="ftr" sz="quarter" idx="11"/>
          </p:nvPr>
        </p:nvSpPr>
        <p:spPr/>
        <p:txBody>
          <a:bodyPr/>
          <a:lstStyle/>
          <a:p>
            <a:r>
              <a:rPr lang="en-IN" smtClean="0"/>
              <a:t>Internet of Things</a:t>
            </a:r>
            <a:endParaRPr lang="en-IN"/>
          </a:p>
        </p:txBody>
      </p:sp>
      <p:sp>
        <p:nvSpPr>
          <p:cNvPr id="7" name="Slide Number Placeholder 6"/>
          <p:cNvSpPr>
            <a:spLocks noGrp="1"/>
          </p:cNvSpPr>
          <p:nvPr>
            <p:ph type="sldNum" sz="quarter" idx="12"/>
          </p:nvPr>
        </p:nvSpPr>
        <p:spPr/>
        <p:txBody>
          <a:bodyPr/>
          <a:lstStyle/>
          <a:p>
            <a:fld id="{1B54D8FF-EF5B-4EB3-8932-2954AF2E825B}" type="slidenum">
              <a:rPr lang="en-IN" smtClean="0"/>
              <a:t>44</a:t>
            </a:fld>
            <a:endParaRPr lang="en-IN"/>
          </a:p>
        </p:txBody>
      </p:sp>
    </p:spTree>
    <p:extLst>
      <p:ext uri="{BB962C8B-B14F-4D97-AF65-F5344CB8AC3E}">
        <p14:creationId xmlns:p14="http://schemas.microsoft.com/office/powerpoint/2010/main" val="12734839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0629"/>
          </a:xfrm>
        </p:spPr>
        <p:txBody>
          <a:bodyPr/>
          <a:lstStyle/>
          <a:p>
            <a:pPr algn="ctr"/>
            <a:r>
              <a:rPr lang="en-US" b="1" dirty="0" smtClean="0"/>
              <a:t>PIN configuration of Arduino Uno</a:t>
            </a:r>
            <a:endParaRPr lang="en-IN" b="1" dirty="0"/>
          </a:p>
        </p:txBody>
      </p:sp>
      <p:pic>
        <p:nvPicPr>
          <p:cNvPr id="7" name="Content Placeholder 6"/>
          <p:cNvPicPr>
            <a:picLocks noGrp="1" noChangeAspect="1"/>
          </p:cNvPicPr>
          <p:nvPr>
            <p:ph idx="1"/>
          </p:nvPr>
        </p:nvPicPr>
        <p:blipFill>
          <a:blip r:embed="rId2"/>
          <a:stretch>
            <a:fillRect/>
          </a:stretch>
        </p:blipFill>
        <p:spPr>
          <a:xfrm>
            <a:off x="2206869" y="1412081"/>
            <a:ext cx="8466993" cy="4944269"/>
          </a:xfrm>
          <a:prstGeom prst="rect">
            <a:avLst/>
          </a:prstGeom>
        </p:spPr>
      </p:pic>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45</a:t>
            </a:fld>
            <a:endParaRPr lang="en-IN"/>
          </a:p>
        </p:txBody>
      </p:sp>
    </p:spTree>
    <p:extLst>
      <p:ext uri="{BB962C8B-B14F-4D97-AF65-F5344CB8AC3E}">
        <p14:creationId xmlns:p14="http://schemas.microsoft.com/office/powerpoint/2010/main" val="39156301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7198"/>
          </a:xfrm>
        </p:spPr>
        <p:txBody>
          <a:bodyPr>
            <a:normAutofit fontScale="90000"/>
          </a:bodyPr>
          <a:lstStyle/>
          <a:p>
            <a:pPr algn="ctr"/>
            <a:r>
              <a:rPr lang="en-US" b="1" dirty="0"/>
              <a:t>PIN configuration of Arduino Uno</a:t>
            </a:r>
            <a:endParaRPr lang="en-IN" dirty="0"/>
          </a:p>
        </p:txBody>
      </p:sp>
      <p:sp>
        <p:nvSpPr>
          <p:cNvPr id="3" name="Content Placeholder 2"/>
          <p:cNvSpPr>
            <a:spLocks noGrp="1"/>
          </p:cNvSpPr>
          <p:nvPr>
            <p:ph idx="1"/>
          </p:nvPr>
        </p:nvSpPr>
        <p:spPr>
          <a:xfrm>
            <a:off x="838200" y="1081454"/>
            <a:ext cx="10515600" cy="5095509"/>
          </a:xfrm>
        </p:spPr>
        <p:txBody>
          <a:bodyPr>
            <a:normAutofit fontScale="77500" lnSpcReduction="20000"/>
          </a:bodyPr>
          <a:lstStyle/>
          <a:p>
            <a:r>
              <a:rPr lang="en-US" b="1" dirty="0"/>
              <a:t>Vin: </a:t>
            </a:r>
            <a:r>
              <a:rPr lang="en-US" dirty="0"/>
              <a:t>This is the input voltage pin of the Arduino board used to provide input supply from an external power source.</a:t>
            </a:r>
          </a:p>
          <a:p>
            <a:r>
              <a:rPr lang="en-US" b="1" dirty="0"/>
              <a:t>5V: </a:t>
            </a:r>
            <a:r>
              <a:rPr lang="en-US" dirty="0"/>
              <a:t>This pin of the Arduino board is used as a regulated power supply voltage and it is used to give supply to the board as well as onboard components.</a:t>
            </a:r>
          </a:p>
          <a:p>
            <a:r>
              <a:rPr lang="en-US" b="1" dirty="0"/>
              <a:t>3.3V:</a:t>
            </a:r>
            <a:r>
              <a:rPr lang="en-US" dirty="0"/>
              <a:t> This pin of the board is used to provide a supply of 3.3V which is generated from a voltage regulator on the board</a:t>
            </a:r>
          </a:p>
          <a:p>
            <a:r>
              <a:rPr lang="en-US" b="1" dirty="0"/>
              <a:t>GND:</a:t>
            </a:r>
            <a:r>
              <a:rPr lang="en-US" dirty="0"/>
              <a:t> This pin of the board is used to ground the Arduino board.</a:t>
            </a:r>
          </a:p>
          <a:p>
            <a:r>
              <a:rPr lang="en-US" b="1" dirty="0"/>
              <a:t>Reset:</a:t>
            </a:r>
            <a:r>
              <a:rPr lang="en-US" dirty="0"/>
              <a:t> This pin of the board is used to reset the microcontroller. </a:t>
            </a:r>
          </a:p>
          <a:p>
            <a:r>
              <a:rPr lang="en-US" b="1" dirty="0"/>
              <a:t>Analog Pins: </a:t>
            </a:r>
            <a:r>
              <a:rPr lang="en-US" dirty="0"/>
              <a:t>The pins A0 to A5 are used as an analog input and it is in the range of 0-5V.</a:t>
            </a:r>
          </a:p>
          <a:p>
            <a:r>
              <a:rPr lang="en-US" b="1" dirty="0"/>
              <a:t>Digital Pins: </a:t>
            </a:r>
            <a:r>
              <a:rPr lang="en-US" dirty="0"/>
              <a:t>The pins 0 to 13 are used as a digital input or output for the Arduino board.</a:t>
            </a:r>
          </a:p>
          <a:p>
            <a:r>
              <a:rPr lang="en-US" b="1" dirty="0"/>
              <a:t>Serial Pins:</a:t>
            </a:r>
            <a:r>
              <a:rPr lang="en-US" dirty="0"/>
              <a:t> These pins are also known as a UART pin. It is used for communication between the Arduino board and a computer or other devices. The transmitter pin number 1 and receiver pin number 0 is used to transmit and receive the data resp.</a:t>
            </a:r>
          </a:p>
          <a:p>
            <a:r>
              <a:rPr lang="en-US" b="1" dirty="0"/>
              <a:t>External Interrupt Pins:</a:t>
            </a:r>
            <a:r>
              <a:rPr lang="en-US" dirty="0"/>
              <a:t> This pin of the Arduino board is used to produce the External interrupt and it is done by pin numbers 2 and 3.</a:t>
            </a:r>
          </a:p>
          <a:p>
            <a:endParaRPr lang="en-IN" dirty="0"/>
          </a:p>
        </p:txBody>
      </p:sp>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46</a:t>
            </a:fld>
            <a:endParaRPr lang="en-IN"/>
          </a:p>
        </p:txBody>
      </p:sp>
    </p:spTree>
    <p:extLst>
      <p:ext uri="{BB962C8B-B14F-4D97-AF65-F5344CB8AC3E}">
        <p14:creationId xmlns:p14="http://schemas.microsoft.com/office/powerpoint/2010/main" val="6085585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58067"/>
          </a:xfrm>
        </p:spPr>
        <p:txBody>
          <a:bodyPr>
            <a:normAutofit fontScale="90000"/>
          </a:bodyPr>
          <a:lstStyle/>
          <a:p>
            <a:pPr algn="ctr"/>
            <a:r>
              <a:rPr lang="en-US" b="1" dirty="0"/>
              <a:t>PIN configuration of Arduino Uno</a:t>
            </a:r>
            <a:endParaRPr lang="en-IN" dirty="0"/>
          </a:p>
        </p:txBody>
      </p:sp>
      <p:sp>
        <p:nvSpPr>
          <p:cNvPr id="3" name="Content Placeholder 2"/>
          <p:cNvSpPr>
            <a:spLocks noGrp="1"/>
          </p:cNvSpPr>
          <p:nvPr>
            <p:ph idx="1"/>
          </p:nvPr>
        </p:nvSpPr>
        <p:spPr>
          <a:xfrm>
            <a:off x="838200" y="1072662"/>
            <a:ext cx="10515600" cy="5104301"/>
          </a:xfrm>
        </p:spPr>
        <p:txBody>
          <a:bodyPr>
            <a:normAutofit fontScale="92500" lnSpcReduction="10000"/>
          </a:bodyPr>
          <a:lstStyle/>
          <a:p>
            <a:r>
              <a:rPr lang="en-US" b="1" dirty="0"/>
              <a:t>PWM Pins:</a:t>
            </a:r>
            <a:r>
              <a:rPr lang="en-US" dirty="0"/>
              <a:t> This pins of the board is used to convert the digital signal into an analog by varying the width of the Pulse. The pin numbers 3,5,6,9,10 and 11 are used as a PWM pin.</a:t>
            </a:r>
          </a:p>
          <a:p>
            <a:r>
              <a:rPr lang="en-US" b="1" dirty="0"/>
              <a:t>SPI Pins:</a:t>
            </a:r>
            <a:r>
              <a:rPr lang="en-US" dirty="0"/>
              <a:t> This is the Serial Peripheral Interface pin, it is used to maintain SPI communication with the help of the SPI library. SPI pins include:</a:t>
            </a:r>
          </a:p>
          <a:p>
            <a:r>
              <a:rPr lang="en-US" dirty="0"/>
              <a:t>SS: Pin number 10 is used as a Slave Select</a:t>
            </a:r>
          </a:p>
          <a:p>
            <a:r>
              <a:rPr lang="en-US" dirty="0"/>
              <a:t>MOSI: Pin number 11 is used as a Master Out Slave In</a:t>
            </a:r>
          </a:p>
          <a:p>
            <a:r>
              <a:rPr lang="en-US" dirty="0"/>
              <a:t>MISO: Pin number 12 is used as a Master In Slave Out</a:t>
            </a:r>
          </a:p>
          <a:p>
            <a:r>
              <a:rPr lang="en-US" dirty="0"/>
              <a:t>SCK: Pin number 13 is used as a Serial Clock</a:t>
            </a:r>
          </a:p>
          <a:p>
            <a:r>
              <a:rPr lang="en-US" b="1" dirty="0"/>
              <a:t>LED Pin:</a:t>
            </a:r>
            <a:r>
              <a:rPr lang="en-US" dirty="0"/>
              <a:t>  The board has an inbuilt LED using digital pin-13. The LED glows only when the digital pin becomes high.</a:t>
            </a:r>
          </a:p>
          <a:p>
            <a:r>
              <a:rPr lang="en-US" b="1" dirty="0"/>
              <a:t>AREF Pin:</a:t>
            </a:r>
            <a:r>
              <a:rPr lang="en-US" dirty="0"/>
              <a:t> This is an analog reference pin of the Arduino board. It is used to provide a reference voltage from an external power supply.</a:t>
            </a:r>
          </a:p>
          <a:p>
            <a:endParaRPr lang="en-IN" dirty="0"/>
          </a:p>
        </p:txBody>
      </p:sp>
      <p:sp>
        <p:nvSpPr>
          <p:cNvPr id="4" name="Date Placeholder 3"/>
          <p:cNvSpPr>
            <a:spLocks noGrp="1"/>
          </p:cNvSpPr>
          <p:nvPr>
            <p:ph type="dt" sz="half" idx="10"/>
          </p:nvPr>
        </p:nvSpPr>
        <p:spPr/>
        <p:txBody>
          <a:bodyPr/>
          <a:lstStyle/>
          <a:p>
            <a:fld id="{A00792DB-0AA1-4AA4-ADC5-80E30616728A}" type="datetime1">
              <a:rPr lang="en-IN" smtClean="0"/>
              <a:t>07-08-2026</a:t>
            </a:fld>
            <a:endParaRPr lang="en-IN"/>
          </a:p>
        </p:txBody>
      </p:sp>
      <p:sp>
        <p:nvSpPr>
          <p:cNvPr id="5" name="Footer Placeholder 4"/>
          <p:cNvSpPr>
            <a:spLocks noGrp="1"/>
          </p:cNvSpPr>
          <p:nvPr>
            <p:ph type="ftr" sz="quarter" idx="11"/>
          </p:nvPr>
        </p:nvSpPr>
        <p:spPr/>
        <p:txBody>
          <a:bodyPr/>
          <a:lstStyle/>
          <a:p>
            <a:r>
              <a:rPr lang="en-IN" smtClean="0"/>
              <a:t>Internet of Things</a:t>
            </a:r>
            <a:endParaRPr lang="en-IN"/>
          </a:p>
        </p:txBody>
      </p:sp>
      <p:sp>
        <p:nvSpPr>
          <p:cNvPr id="6" name="Slide Number Placeholder 5"/>
          <p:cNvSpPr>
            <a:spLocks noGrp="1"/>
          </p:cNvSpPr>
          <p:nvPr>
            <p:ph type="sldNum" sz="quarter" idx="12"/>
          </p:nvPr>
        </p:nvSpPr>
        <p:spPr/>
        <p:txBody>
          <a:bodyPr/>
          <a:lstStyle/>
          <a:p>
            <a:fld id="{1B54D8FF-EF5B-4EB3-8932-2954AF2E825B}" type="slidenum">
              <a:rPr lang="en-IN" smtClean="0"/>
              <a:t>47</a:t>
            </a:fld>
            <a:endParaRPr lang="en-IN"/>
          </a:p>
        </p:txBody>
      </p:sp>
    </p:spTree>
    <p:extLst>
      <p:ext uri="{BB962C8B-B14F-4D97-AF65-F5344CB8AC3E}">
        <p14:creationId xmlns:p14="http://schemas.microsoft.com/office/powerpoint/2010/main" val="2267264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5507</TotalTime>
  <Words>1754</Words>
  <Application>Microsoft Office PowerPoint</Application>
  <PresentationFormat>Widescreen</PresentationFormat>
  <Paragraphs>339</Paragraphs>
  <Slides>47</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Calibri Light</vt:lpstr>
      <vt:lpstr>Noto Sans Symbols</vt:lpstr>
      <vt:lpstr>Open Sans</vt:lpstr>
      <vt:lpstr>Office Theme</vt:lpstr>
      <vt:lpstr>Internet of Things Lect. # 3 -6</vt:lpstr>
      <vt:lpstr>IoT Level 1</vt:lpstr>
      <vt:lpstr>Level – 1 IoT</vt:lpstr>
      <vt:lpstr>IoT Level 2</vt:lpstr>
      <vt:lpstr>Level -2 IoT</vt:lpstr>
      <vt:lpstr>IoT Level 3</vt:lpstr>
      <vt:lpstr>Level 3 IoT</vt:lpstr>
      <vt:lpstr>IoT Level 4</vt:lpstr>
      <vt:lpstr>Level 4 IoT</vt:lpstr>
      <vt:lpstr>IoT Level 5</vt:lpstr>
      <vt:lpstr>Level 5 IoT</vt:lpstr>
      <vt:lpstr>Introduction to Microcontrollers </vt:lpstr>
      <vt:lpstr>Microcontrollers</vt:lpstr>
      <vt:lpstr>Microcontroller</vt:lpstr>
      <vt:lpstr> Types of Microcontrollers </vt:lpstr>
      <vt:lpstr>Types  based on Bit configuration</vt:lpstr>
      <vt:lpstr>Types based on memory configuration</vt:lpstr>
      <vt:lpstr>Types based on Instruction sets</vt:lpstr>
      <vt:lpstr>8051 Microcontroller Architectural Layout</vt:lpstr>
      <vt:lpstr>8051 Microcontroller Architectural Layout</vt:lpstr>
      <vt:lpstr>8051 Microcontroller : Features supported</vt:lpstr>
      <vt:lpstr>8051 Microcontroller : Features supported</vt:lpstr>
      <vt:lpstr>Program Status Word (PSW)</vt:lpstr>
      <vt:lpstr>PSW</vt:lpstr>
      <vt:lpstr>PSW</vt:lpstr>
      <vt:lpstr>8051 Microcontroller : Features supported</vt:lpstr>
      <vt:lpstr>8051 pin description</vt:lpstr>
      <vt:lpstr>8051 pin description</vt:lpstr>
      <vt:lpstr>8051 Memory Organization of Microcontroller</vt:lpstr>
      <vt:lpstr>Program Memory (ROM)</vt:lpstr>
      <vt:lpstr>8051 Program Memory</vt:lpstr>
      <vt:lpstr>Access the Program memory</vt:lpstr>
      <vt:lpstr>8051 Program Memory</vt:lpstr>
      <vt:lpstr>8051 Data memory</vt:lpstr>
      <vt:lpstr>8051 Internal Data Memory</vt:lpstr>
      <vt:lpstr>8051 Internal Data Memory Organization</vt:lpstr>
      <vt:lpstr>8051 – Register Banks</vt:lpstr>
      <vt:lpstr>8051 Internal Data Memory Organization</vt:lpstr>
      <vt:lpstr>Bit addressable area</vt:lpstr>
      <vt:lpstr>8051 External Data Memory</vt:lpstr>
      <vt:lpstr>Why need External Memory Interfacing in 8051 Microcontroller ?</vt:lpstr>
      <vt:lpstr>Introduction to Arduino Uno</vt:lpstr>
      <vt:lpstr>Arduino Uno</vt:lpstr>
      <vt:lpstr>Components of Arduino Uno</vt:lpstr>
      <vt:lpstr>PIN configuration of Arduino Uno</vt:lpstr>
      <vt:lpstr>PIN configuration of Arduino Uno</vt:lpstr>
      <vt:lpstr>PIN configuration of Arduino Uno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Things: Enabling Technologies Lect#3</dc:title>
  <dc:creator>suchismita chinara</dc:creator>
  <cp:lastModifiedBy>admin</cp:lastModifiedBy>
  <cp:revision>33</cp:revision>
  <dcterms:created xsi:type="dcterms:W3CDTF">2021-09-01T05:36:47Z</dcterms:created>
  <dcterms:modified xsi:type="dcterms:W3CDTF">2026-08-07T07:39:00Z</dcterms:modified>
</cp:coreProperties>
</file>