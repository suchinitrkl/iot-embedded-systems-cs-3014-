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ink/ink2.xml" ContentType="application/inkml+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ink/ink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70" r:id="rId3"/>
    <p:sldId id="271" r:id="rId4"/>
    <p:sldId id="272" r:id="rId5"/>
    <p:sldId id="273"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8-28T08:04:54.504"/>
    </inkml:context>
    <inkml:brush xml:id="br0">
      <inkml:brushProperty name="width" value="0.05292" units="cm"/>
      <inkml:brushProperty name="height" value="0.05292" units="cm"/>
      <inkml:brushProperty name="color" value="#FF0000"/>
    </inkml:brush>
  </inkml:definitions>
  <inkml:trace contextRef="#ctx0" brushRef="#br0">5804 14085 0,'0'0'0,"0"0"15,0 0-15,0 0 16,0 0-16,2 52 16,-2-20-16,-3 28 15,3-60-15,0 0 0,0 0 0,-2 11 0,2-1 16,0 1-16,-2 14 0,2-1 0,-1 0 0,-1-9 15,1-2-15,0 1 0,1-9 0,0 0 0,0 0 16,-1 18-16,0-1 0,0 0 0,0 11 0,1-1 16,0 0-16,0 0 0,0 1 0,0-1 0,0 5 0,0-3 15,0 1-15,0-17 0,0-1 0,0 0 0,-1 16 16,1-2-16,0 0 0,0-13 0,0-1 0,0 0 16,-2 5-16,2-1 0,0 0 0,-2-9 0,2-2 15,0 1-15,-1 11 0,-2-1 0,1 0 0,1-9 16,0-1-16,0 1 0,-3 1 0,3-1 0,1 0 0,-2-5 15,0-2-15,1 1 0,0-3 0,1-1 0,0 0 16,0 0-16,0-1 0,0-1 0,-3 2 0,0 0 16,1-1-16,-1 0 0,1 0 0,0 0 0</inkml:trace>
  <inkml:trace contextRef="#ctx0" brushRef="#br0" timeOffset="1066.5547">5731 14024 0,'0'0'0,"0"0"0,0 0 15,0 0-15,0 0 16,34 3-16,-12-1 16,25 1-1,-47-3-15,0 0 0,0 0 0,10 1 0,0-1 0,-2 0 0,-4 0 16,0 0-16,-1 0 0,13 4 0,0 0 0,-1-1 15,-15-3-15,11 3 0,-2-2 0,0 1 0,18 2 16,-2-2-16,0 0 0,-10 1 0,-1-2 0,-1 1 16,11-1-16,-1 0 0,-1-1 0,3 2 0,0-1 0,0-1 15,0 2-15,-1-1 0,1 0 0,1 1 0,0-1 16,0 0-16,-26-1 0,29 1 0,-2-1 0,1 0 16,9-1-16,-3 1 0,0 0 0,1 0 0,-2 0 15,1 0-15,4 0 0,0 0 0,-1 0 0,-3-1 16,0 0-16,0 1 0,1-2 0,-2 1 0,0 0 0,-15 1 15,-2-1-15,1 0 0,15 1 0,-1 0 0,0 0 16,-13 2-16,-2-2 0,1 0 0,3-2 0,1 2 16,-2 0-16,-9-1 0,0 1 0,1 0 0,6 0 15,-1 0-15,0 0 0,-6-1 0,-2 1 0,0 0 16,-4 0-16,-1 0 0,0 0 0,-2 0 0,1 0 16,-1 0-16,6 3 0,-2-1 0,0-1 0,-1 2 0,-1-2 15,0 0-15,1 0 0,-4-1 0,1 1 0,3 6 16,-1 0-16,0 0 0,0-3 0,-2 0 0,1 1 15,-5 4-15,0 1 0,1 0 0,0-3 0,0-2 16,0 0-16,-1 9 0,-1-1 0,2 0 0,-1-5 0,2-1 16,0 0-16,0-4 0,1-1 0,0 1 0,-3 18 15,3-2-15,-2 0 0,1-7 0,0-1 0,0 0 16,3 16-16,-2-1 0,0-1 0,1-10 0,-1-1 16,0 1-16,-1 13 0,1 0 0,0-1 0,0-12 0,0 0 15,0 0-15,3 17 0,-3 0 0,0 0 0,0-1 16,1-1-16,0 1 0,1-17 0,-2 0 0,0 0 15,1 17-15,0 0 0,0-1 0,1-13 0,-2-1 16,0 0-16,2 8 0,-2 0 0,0 0 0,1 1 16,-1 1-16,0 0 0,0-13 0,0-1 0,0 0 0,-2 8 15,1-1-15,0-1 0,-1-7 0,2-2 0,0 0 16,-5 11-16,1-1 0,0 1 0,0-10 0,2 0 16,0 1-16,-8 1 0,2-2 0,0 0 0,2-4 15,1 0-15,1-1 0,-8 4 0,-1 0 0,1 0 0,12-9 16,-7 5-16,1-1 0,-1 1 0,-8-2 0,-1 0 15,1 0-15,7-2 0,-1 0 0,2 0 0,-17-4 16,2 0-16,-1 1 0,9 0 0,2 0 0,0 0 16,12 2-16,-29-3 0,1 0 0,0 0 0,0-2 15,0 2-15,0-1 0,14 2 0,1 0 0,1 1 0,12 1 16,-46-10-16,1 2 0,1-1 0,17 4 0,1-1 16,0 1-16,-6 0 0,1 1 0,0-1 0,-5 0 15,1 0-15,-1-1 0,2 2 0,2-1 0,0 1 16,3-1-16,1 3 0,1-1 0,13 0 0,1 2 0,-1-1 15,-16-2-15,2 0 0,0 1 0,12 0 0,0 2 16,2-1-16,-15-2 0,2 2 0,-1 0 0,14 0 16,-1 1-16,1 0 0,-14-4 0,1 0 0,1 1 15,-12-6-15,2 1 0,-2 0 0,17 4 0,2 1 16,1-1-16,7 1 0,1 2 0,1-1 0,3 0 16,2 2-16,0 0 0,-3-10 0,2 0 0,1 1 0,0 2 15,0 2-15,1 0 0,3 6 0,0 0 0,0 0 16</inkml:trace>
  <inkml:trace contextRef="#ctx0" brushRef="#br0" timeOffset="1783.6192">5548 13234 0,'0'0'0,"0"0"0,0 0 0,0 0 16,0 0-16,0 0 16,-49 20-16,20-9 15,29-11-15,0 0 0,0 0 0,-5 3 16,1-2-16,0 1 0,-8 7 0,-2-2 0,1 1 0,4-2 15,2-2-15,-1 1 0,-9 6 0,2-2 0,0 1 16,4-3-16,3-1 0,0-1 0,4-2 0,0-2 16,1 1-16,2 0 0,0-2 0,0 1 0,0 0 15,1-1-15,0 0 0,-7 9 0,3-1 0,1 0 16,3-8-16,-4 5 0,1 1 0,-1-1 0,3-3 0,0-1 16,0 1-16,8 5 0,0-1 0,-2 0 0,-1-1 15,1-2-15,-2 0 0,9 3 0,-3-1 0,1 0 16,-1-2-16,-5 0 0,1 0 0,-1-1 0,-3-2 15,1 1-15,14 6 0,-3 0 0,1-1 0,-4-1 0,-4-1 16,2 0-16,3 5 0,0-1 0,0 2 0,-4-6 16,-2 1-16,0 0 0,7 5 0,-1 0 0,-1 0 15,-4-5-15,0 0 0,1 0 0,-4-2 0,-1-1 16,0 0-16,0-1 0,-2 0 0,0-1 0,0 0 16,-2 10-16,0-1 0,0-1 0,2-8 0,-1 6 0,0-1 15,0 0-15,-11 2 0,3-1 0,0 0 0,2-2 16,2-1-16,1 0 0,-12 0 0,0-2 0,1 1 15,15-2-15,-8 1 0,-1 0 0,1 1 0,-8-1 16,1-1-16,-1 0 0,9 0 0,-2 0 0,1 0 16,-8 6-16,0-1 0,1-1 0,8 0 0,-3-2 0,2 1 15,8-3-15,-12 0 0,0 0 0,-1 0 0,6 0 16,1 0-16,-1 0 0,4 0 0,1 0 0,0 0 16</inkml:trace>
  <inkml:trace contextRef="#ctx0" brushRef="#br0" timeOffset="2667.0589">9758 14204 0,'0'0'0,"0"0"0,0 0 0,0 0 15,8 64 1,-2-24-16,1 29 16,-3-30-16,-4-39 0,0 0 15,0 0-15,0 0 0,1 6 0,-1-2 0,0 1 16,-1 15-16,1-1 0,0 1 0,-2-8 0,2 0 0,0-1 15,-1 14-15,0 0 0,-1-1 0,1-9 0,0-2 16,0 1-16,0 17 0,0 0 0,0 0 0,0-1 16,0 0-16,0 1 0,-1-16 0,2-1 0,0 0 15,0-14-15,-2 27 0,2-1 0,0 0 0,-2 6 16,2-1-16,0 0 0,-2-2 0,2 0 0,0-1 0,-2 3 16,2-1-16,0 1 0,-1-16 0,1-1 0,0 1 15,-1 10-15,0-1 0,0 1 0,-2 1 0,2 0 16,0 0-16,0-12 0,-1-2 0,1 1 0,-1 4 15,0-1-15,0 1 0,0-9 0,1 0 0,0 1 0,1-9 16,-4 14-16,1-2 0,0 1 0,0-6 0,1 0 16,0 0-16,0-5 0,1 1 0,0-1 0,-4-8 15,1 0-15,0 0 0,1 2 0,1 0 0,0 1 16,1 1-16,0 0 0,0 1 0,-2-9 0,0 1 16,1-1-16,2 10 0</inkml:trace>
  <inkml:trace contextRef="#ctx0" brushRef="#br0" timeOffset="3533.4847">9620 14058 0,'0'0'0,"40"0"16,-18 0-16,44 6 15,-30-4-15,43 7 16,-34-6-1,-45-3-15,0 0 0,0 0 0,6 1 0,-1-1 16,0 1-16,19 2 0,-1-2 0,-1 1 0,6 2 16,-1-1-16,0 0 0,-27-3 0,29 4 0,-1 0 0,0-1 15,5 2-15,-1 0 0,0 0 0,0-1 0,-2 1 16,0 0-16,-30-5 0,33 5 0,-2-1 0,0 1 16,-15-3-16,-1 1 0,1-1 0,15 5 0,-1-1 15,0 0-15,-30-6 0,43 12 0,0 0 0,1 0 0,-21-5 16,-1 0-16,1-1 0,-14-3 0,0-1 0,-1 1 15,-8-3-15,4 1 0,-2-1 0,0 1 0,3 7 16,-1-1-16,1 1 0,-5-8 0,3 4 0,-1 1 16,0 0-16,-7 3 0,1-1 0,-1 0 0,5-7 15,-4 4-15,2 0 0,0-1 0,-6 7 0,1-1 0,-1 0 16,4-4-16,0 1 0,0-1 0,4-5 0,-8 14 16,1-1-16,1 1 0,1-7 0,2 0 0,0 0 15,-1 15-15,0-1 0,0 0 0,1-9 0,1-1 16,0 1-16,2-12 0,-5 25 0,2 0 0,0 0 15,0-11-15,2-1 0,0 1 0,-3 17 0,2 0 0,0 0 16,0 0-16,1-2 0,0 1 0,1-15 0,0-1 16,0 1-16,4 19 0,-3-1 0,0 1 0,-1-34 15,3 33-15,-1-1 0,0 0 0,-1-17 0,0 0 16,0 0-16,2 20 0,0-1 0,0-1 0,-1-13 16,0-2-16,0 0 0,2 5 0,-3 0 0,0-1 0,0 11 15,0-1-15,0 1 0,0-2 0,-1 0 0,0 0 16,0-16-16,0 0 0,0 0 0,-5 11 0,-1 1 15,1-1-15,1-12 0,2 0 0,0 0 0,2-14 16,-13 15-16,1 0 0,1 0 0,3-7 0,1-1 16,1 0-16,-14 3 0,1 0 0,-1 0 0,8-5 0,1 0 15,1-1-15,-12-3 0,2-1 0,-1 0 0,21 0 16,-13 0-16,1 0 0,1 0 0,-18-4 0,1 0 16,0 1-16,28 3 0,-30-6 0,0 1 0,0 0 15,2-1-15,1 2 0,1-1 0,-5-2 0,2 1 0,0 0 16,1-1-16,1 0 0,0 0 0,27 7 0,-14-3 15,1-1-15,1 1 0,-16-9 0,1 1 0,0 0 16,12 4-16,0 1 0,1-1 0,-8-9 0,2 1 16,1 0-16,19 15 0,-13-9 0,3 0 0,0 1 15,-8-14-15,0 0 0,1 0 0,17 22 0,-13-24 0,1-1 16,0 1-16,12 24 0,0 0 0,0 0 0</inkml:trace>
  <inkml:trace contextRef="#ctx0" brushRef="#br0" timeOffset="4010.0972">9876 13229 0,'0'0'0,"0"0"15,14 35-15,-6-14 16,-4-13 0,3 43-16,-3-20 15,-3 41-15,-1-72 16,0 0-16,0 0 0,0 14 0,0 0 0,0-1 16,0-7-16,0-2 0,0 2 0,-4 11 0,1 1 0,0-1 15,3-17-15,-2 11 0,-1-1 0,1 0 0,-3 7 16,1 0-16,0-1 0,1-7 0,1 0 0,0 1 15,-3 4-15,0 1 0,1-1 0,4-14 0,-3 8 16,1 1-16,0-1 0,0-5 0,2 0 0,0 0 16,-1-1-16,1-2 0,0 1 0,0-1 0,0 0 0,0 0 15,0 1-15,0-1 0,0 1 0,0-1 0,0 0 16,0 0-16</inkml:trace>
  <inkml:trace contextRef="#ctx0" brushRef="#br0" timeOffset="4552.0655">9890 13390 0,'5'-14'0,"3"-6"16,-1-5-16,5 2 16,3 2-16,3-4 15,4 3-15,-1 9 16,-21 13-16,0 0 0,0 0 16,9-5-16,0 2 0,1-1 0,-1 3 0,0-1 0,0 0 15,2 3-15,-1-1 0,0 0 0,3 3 0,-2-2 16,1 0-16,-1 2 0,0 0 0,1 0 0,-3 1 15,0 1-15,1 0 0,-2 2 0,0 1 0,0-1 16,1 3-16,-2-2 0,0 0 0,-2 0 0,0 0 16,1-1-16,-5 3 0,0-1 0,0 1 0,-3-2 0,2 0 15,0 1-15,-5-1 0,1 0 0,1 0 0,1-3 16,0-2-16,0 1 0,1-3 0,0 1 0,0 0 16,-10 8-16,1 0 0,1 0 0,-4-2 0,1 0 15,1 0-15,-3-2 0,2-1 0,0 1 0,-1-2 16,3 0-16,0 0 0,-2-1 0,3 1 0,0-1 0,-3 0 15,2-1-15,0 0 0,0 0 0,3 0 0,0 1 16,0 0-16,0 0 0,1 0 0,2 0 0,0-1 16,0 1-16,2-2 0,0 1 0,0 0 0,-1 0 15,2-1-15,0 0 0,1 1 0,0-1 0,0 0 0,-1 3 16,1-2-16,0 0 0,3 2 0,-2-2 0,1 0 16,4 4-16,-2-2 0,0 0 0,3 2 0,-2 0 15,1 1-15,5 0 0,-2-1 0,1 1 0,0 3 16,-1-1-16,0 0 0,3 1 0,-1-1 0,1 1 15,0-1-15,-1 1 0,1 0 0,-1 1 0,0-1 0,1-1 16,-1 2-16,1-1 0,-1 0 0,-1 1 0,1-1 16,-1 0-16,-2-1 0,0 0 0,1 0 0,-5-4 15,0-1-15,0 0 0,-1-3 0,-2 1 0,0 0 16,0-1-16,-1-1 0,0 0 0,1 1 0,-1-1 16,0 0-16,5 5 0,-3 0 0,0 0 0,-3 9 0,1-2 15,0 1-15,-1-5 0,1-1 0,0 1 0</inkml:trace>
  <inkml:trace contextRef="#ctx0" brushRef="#br0" timeOffset="5017.1445">9772 14001 0,'-6'2'0,"1"-1"0,3 0 16,-4 5-16,-2-5 15,2 0-15,4-1 16,1 0 0,1 0-16,0 0 0,0 0 0,0 0 0,0 0 0,0 0 15,0 0-15,0 0 0,0 0 0,0 0 0,0 0 16,0 0-16,0 0 0,0 0 0,0 0 0,0 0 16,0 0-16,0 0 0,0 0 0,0 0 0,0 0 15,0 0-15,0 0 0,0 2 0,0-1 0,0 0 16,2 3-16,0-1 0,0 0 0,0 2 0,-1-3 0,0 1 15,2 5-15,-3-1 0,0 1 0,1 3 0,0 0 16,0-1-16,-3 6 0,1-1 0,0 1 0,-4 1 16,2 0-16,0 1 0,-3 5 0,1-1 0,0 1 15,-3 1-15,3 0 0,0-1 0,0-3 0,1 0 16,0 0-16,-2-7 0,2 0 0,0 1 0</inkml:trace>
  <inkml:trace contextRef="#ctx0" brushRef="#br0" timeOffset="7933.9473">7055 14748 0,'0'0'0,"0"0"0,0 0 0,0 0 16,0 0-16,0 0 16,55-12-16,-23 5 15,-32 7-15,0 0 0,0 0 0,17-2 16,0 0-16,0 0 0,-7 2 0,-2-1 0,0 1 15,11 1-15,-1-1 0,-1 0 0,-7 0 0,0 0 16,-1 0-16,-4 2 0,-2-2 0,0 0 0,15 1 16,-2-1-16,0 0 0,-8 0 0,2 0 0,-1 0 0,14 0 15,-2 1-15,-1-1 0,-7 2 0,-1-2 0,-1 0 16,21 1-16,0 0 0,0 0 0,1 0 0,0 0 16,1 0-16,-3 0 0,-1 0 0,0 1 0,4-1 15,0 0-15,0-1 0,-2 2 0,0-1 0,0-1 16,3 2-16,0-1 0,0 0 0,21 1 0,-2-1 0,0 0 15,-9 1-15,1-1 0,-1 1 0,-6-1 0,1 0 16,-1-1-16,-4 2 0,-2-1 0,0-1 0,-1 2 16,-2-2-16,0 0 0,-1 1 0,-2 0 0,0-1 15,1 2-15,0-1 0,0-1 0,0 3 0,-1-2 16,1 0-16,0 1 0,0-1 0,0 1 0,-1 1 16,-1-1-16,0 0 0,2 4 0,-3-1 0,1-1 0,0 2 15,0-2-15,0 0 0,-14-3 0,1 1 0,-1 0 16,16 3-16,-2 0 0,-1-1 0,-10-1 0,-1 0 15,1 0-15,7 2 0,-1-1 0,1 0 0,-10-1 0,0-1 16,-1-1-16,8 0 0,-2 0 0,1-1 0,-9 1 16,1-1-16,-1 0 0,-9 0 0,4 0 0,-1 0 15,0 0-15,-1 0 0,-1 0 0,0 0 0,4-1 16,1 0-16,-1 0 0,-1 0 0,-1 1 0,0-1 16,-2 0-16,0 1 0,0 0 0,-9-4 0,1 1 0,-1 1 15,3-1-15,1 1 0,0 0 0</inkml:trace>
  <inkml:trace contextRef="#ctx0" brushRef="#br0" timeOffset="8316.7727">9213 14601 0,'8'-8'0,"2"2"0,3 3 0,11 8 16,11 5-16,4 5 16,3 2-16,6 6 15,-48-23-15,0 0 0,0 0 0,16 8 16,-2 0-16,1 0 0,0-1 0,0 0 0,-1 0 16,1 2-16,-2-2 0,0 1 0,4 1 0,-2 0 0,-1 1 15,3 0-15,-3-1 0,0 1 0,-2 0 0,-3 0 16,0-1-16,0 1 0,-1 0 0,0 0 0,-2-1 15,0 0-15,-1-1 0,-2 3 0,-2-1 0,0 1 16,-3 0-16,2-1 0,0 1 0,0-11 0,0 0 0,0 0 16,-2 5-16,2 0 0,0 0 0,-12 16 0,3-2 15,0 1-15,-7-2 0,2-1 0,-1 0 0,0-5 16,-1 0-16,1-1 0,-6 2 0,3-1 0,-1-1 16,-3-2-16,1 0 0,-1 0 0,22-9 0,0 0 15,0 0-15,-11 4 0,0-1 0,1 1 0,6-2 0,0 0 16,-1-1-16</inkml:trace>
  <inkml:trace contextRef="#ctx0" brushRef="#br0" timeOffset="9050.4129">7702 16234 0,'21'-3'0,"-11"1"0,-1-8 16,2-5-1,2-3-15,2-5 16,-2 1-16,-2-6 15,-11 28-15,0 0 0,0 0 16,4-12-16,-1 1 0,0-1 0,-2 4 0,0 2 0,0 0 16,-1 6-16,0-9 0,0 1 0,0 1 0,-1-1 15,0 0-15,0-1 0,-2 1 0,1 0 0,0-1 16,-4 2-16,2 0 0,0 0 0,4 7 0,-7-5 16,0-1-16,-1 0 0,8 6 0,-9-4 0,2 1 15,0 0-15,-4 3 0,3 0 0,-2 0 0,-1 2 0,1 1 16,0-1-16,10-2 0,-11 3 0,1-1 0,0 1 15,-3 4-15,1-1 0,-1 0 0,2 5 0,0 0 16,-1-1-16,3 4 0,0-1 0,-1 0 0,4 2 16,1 0-16,-2-1 0,2 1 0,1-2 0,-1 0 0,2 3 15,2-3-15,0 1 0,3-1 0,-1-2 0,0 1 16,5-3-16,-1 1 0,0-1 0,3-2 0,-1-1 16,1-1-16,0 0 0,0 0 0,1-1 0,-1 1 15,-1 0-15,0-1 0,3 0 0,-1 0 0,-1-1 16,2-1-16,-1-1 0,-1 0 0,1-3 0,-2-1 0,1 1 15,-1-3-15,0 2 0,0-1 0,-7 4 0,7-7 16,-1 0-16,1 0 0,-4-3 0,1 0 0,0 0 16,-4 10-16,5-13 0,-3 2 0,0-1 0,1 0 15,-2 0-15,0-1 0,4 1 0,-2 1 0,0 0 16,3-2-16,-3-1 0,2 1 0,-1 3 0,-1 1 0,0 1 16,0 2-16,-2 1 0,0 0 0,-1 5 0,2-3 15,-2 0-15,0 0 0</inkml:trace>
  <inkml:trace contextRef="#ctx0" brushRef="#br0" timeOffset="9550.1533">7910 15972 0,'0'11'0,"3"6"0,-4 6 0,0 11 16,-1 2-16,-5 0 15,-4 4-15,2-6 16,9-34-16,0 0 0,0 0 0,-6 12 15,2-2-15,-1 1 0,1-2 0,1 1 0,0 0 0,1-3 16,2-1-16,0 0 0,0-1 0,0-1 0,0-1 16,0-1-16,0 0 0,0-1 0,-1 0 0,1-1 15,0 0-15,0 1 0,0-1 0,0 0 0,1-2 16,-1 1-16,0-1 0,3-3 0,-1 0 0,0 0 16,3-4-16,-1 0 0,-1-1 0,2 0 0,1-1 0,-2 1 15,3-2-15,0 0 0,-1 0 0,-1 1 0,-1 1 16,0-1-16,2-1 0,0 1 0,-1 0 0,3-2 15,-2 2-15,0-1 0,1 2 0,-3 2 0,0-1 16,0 0-16,-2 0 0,0 1 0,2 1 0,0 2 16,1 0-16,-1 0 0,0 0 0,0 1 0,1 0 0,0 1 15,0-1-15,-1 2 0,-2 1 0,0 0 0,4 3 16,-2-1-16,0 0 0,3 2 0,0-1 0,-1 0 16,0 4-16,0-1 0,0 0 0,1 4 0,-3 0 15,0 0-15,2 2 0,-2 1 0,0 0 0,-2 2 16,-1 0-16,1-1 0,-5 2 0,3 0 0,0-1 0,-3 2 15,1 0-15,0-1 0,-1 0 0,2 0 0,0-1 16,-2-1-16,2-1 0,1 0 0,-4-1 0,3 0 16,0-1-16,-2 0 0,0 0 0,0-1 0,-1-1 15,2 0-15,0-1 0,1-2 0,0 0 0,0-1 16,3-2-16,-2-1 0,0-1 0,1-3 0,0 2 0,0-1 16,1 0-16,-2 1 0,0 0 0,0 1 0,0 0 15,0 0-15,0-1 0,0 1 0,0-1 0</inkml:trace>
  <inkml:trace contextRef="#ctx0" brushRef="#br0" timeOffset="9967.286">8194 16309 0,'2'-1'0,"2"-1"0,6-7 15,5-5-15,12 0 16,-4-3-16,3-6 16,0-3-16,-26 26 0,0 0 15,0 0-15,7-10 0,-2 1 0,0 0 0,1-2 0,0 1 16,1 0-16,-7 10 0,6-10 0,-2 1 0,0 0 15,1-3-15,-1 0 0,0 0 0,4 0 0,-3-1 16,0 1-16,-3 2 0,-1-1 0,0 1 0,-2 2 16,1 1-16,0 0 0,0 3 0,0 0 0,0 1 15,-4-2-15,1 0 0,0 1 0,-3 0 0,0 0 0,1 1 16,0 2-16,1 1 0,0 0 0,-4 2 0,1-1 16,1 1-16,-4 4 0,2 0 0,-1 0 0,-1 1 15,2-1-15,-1 0 0,0 5 0,2-1 0,-2 0 16,-1 2-16,1 0 0,0-1 0,1 3 0,3-2 15,0 1-15,0 0 0,2 0 0,0-1 0,0 3 0,0 0 16,-1-1-16,6-1 0,-2 0 0,0 0 0,4-1 16,-3-1-16,1 0 0,2 1 0,0 0 0,0-1 15,3 2-15,-2-1 0,1-1 0,5 0 0,-2-1 16,1-1-16,1 1 0,-2-1 0,1 0 0,-10-9 0,0 0 16,0 0-16,19 11 0,0 0 0,-1-1 0,-1-1 15,0-3-15,-1 1 0,0-4 0,-2 0 0,0 0 16,1-5-16,-2 1 0,1 0 0,1-4 0,0 0 15,-1-1-15,3-2 0,-3 0 0,1 1 0,-15 7 16,0 0-16,0 0 0</inkml:trace>
  <inkml:trace contextRef="#ctx0" brushRef="#br0" timeOffset="10183.609">8725 16295 0,'9'-1'0,"2"1"0,8 0 16,14 3-16,1 5 16,-4 3-16,3-4 15,2-3-15,-35-4 16,0 0-16,13-1 0,-1 1 0,-1 0 0,2-1 16,-2-1-16,0 0 0,-4 0 0,-1 1 0,-1 0 0,-2 0 15,-1 1-15,0 0 0</inkml:trace>
  <inkml:trace contextRef="#ctx0" brushRef="#br0" timeOffset="10750.4644">9383 15983 0,'0'0'0,"-1"8"0,-2 14 16,7 3-16,-4 9 16,-8 7-16,3 4 15,-2 1-15,7-46 0,0 0 0,0 0 16,-5 18-16,1-2 0,0 1 0,-1 0 0,2-1 16,0 0-16,-3-1 0,2 0 0,0 1 0,1-2 0,0 0 15,-1 0-15,1-2 0,1 0 0,0-1 0,4-1 16,-1 0-16,0 0 0,1-1 0,1-2 0,-1 1 15,-1-5-15,0 0 0,0 0 0,-1-3 0,0 0 16,0 0-16,2 3 0,-2-2 0,0 0 0,8 1 16,0-2-16,1 1 0,-1-2 0,-1 1 0,0 0 0,3-5 15,-2 1-15,0 1 0,1-4 0,0 0 0,-1 0 16,3-2-16,-1 0 0,-1 0 0,1 2 0,1-1 16,-1 1-16,1-3 0,-1 2 0,-1-1 0,0 0 15,-2 0-15,1 1 0,4 1 0,-2-1 0,1 1 16,-2 0-16,-1 0 0,1 1 0,-4 1 0,-1 1 0,0 0 15,1 1-15,-2 0 0,0 0 0,4 1 0,-3 1 16,0 1-16,2 2 0,0-1 0,0 1 0,0 3 16,-3 0-16,0 0 0,2 2 0,-1-1 0,0 0 15,0 4-15,0-2 0,-1 0 0,0 4 0,0-1 16,0 0-16,-1 3 0,0-2 0,0 1 0,0 3 0,-1-2 16,0 1-16,0-1 0,0-1 0,0 0 0,0-7 15,-1 0-15,0 0 0,2 7 0,1 0 0,-1-1 16,-6 1-16,3-1 0,0 0 0,2-4 0,-1 0 15,0-1-15,7-3 0,-3-1 0,0 0 0,1-3 0,0 0 16,0 0-16,2-1 0,-3 1 0,0 0 0,-1-1 16,-1 1-16,0 0 0,-1 0 0,0 0 0,0 0 15</inkml:trace>
  <inkml:trace contextRef="#ctx0" brushRef="#br0" timeOffset="11168.1644">10017 16543 0,'-2'-10'0,"6"0"0,0-2 0,6 0 16,-24-5-16,2 0 16,-2 2-16,-1 2 15,15 13-15,0 0 0,0 0 16,-7-2-16,0 0 0,-1 0 0,0 1 0,1-1 0,0 0 16,-3 4-16,1-1 0,0-1 0,-1 3 0,1-1 15,0 1-15,-5 2 0,3-1 0,0 0 0,2 3 16,2 0-16,0 0 0,0 2 0,-1 1 0,1-1 15,3 0-15,0-1 0,0 1 0,1-5 0,2 0 16,0 0-16,3 8 0,-1-1 0,0 0 0,3 0 0,-2-1 16,0 0-16,4-1 0,-2-1 0,0 0 0,3-2 15,-1 1-15,0-1 0,1-3 0,-1 0 0,1 0 16,2 4-16,0-2 0,1 0 0,-1-1 0,-1-2 16,0 0-16,2-3 0,-1 0 0,0 0 0,-1-3 0,-2 0 15,0 0-15,1-3 0,0 2 0,1 0 0,-4-2 16,0 1-16,0 0 0,1-4 0,0 1 0,1 0 15,-3 0-15,0 0 0,0 0 0,0-2 0,-2 0 16,0 1-16,-1 2 0,0 0 0,0 0 0,-2-2 0,1 1 16,0 0-16,-1 0 0,1 1 0,0 0 0,-1 2 15,1-1-15,0 1 0,4-1 0,-2 1 0,0 0 16,0 2-16,0 1 0,0 1 0,0 0 0,-1 1 16,0-1-16,1 1 0,-1 1 0,0 0 0,0 0 15,0 0-15,0 0 0</inkml:trace>
  <inkml:trace contextRef="#ctx0" brushRef="#br0" timeOffset="11666.4321">10161 16457 0,'2'0'0,"0"0"0,4 0 16,2 9-16,-1 10 15,-5 8-15,-3 11 16,-4 6-16,5-44 0,0 0 16,0 0-16,-6 18 0,2-1 0,0 0 0,-2 2 0,0-1 15,0 0-15,-2 2 0,1 0 0,0 0 0,-2 0 16,0-1-16,1 0 0,0 3 0,1-2 0,-1 0 15,-1 1-15,2-1 0,0 1 0,-1-2 0,2-1 16,0 1-16,2-3 0,1-1 0,0 0 0,-2-1 0,3-1 16,0 0-16,-1-2 0,2 0 0,0 0 0,0-2 15,0-1-15,0 0 0,2-2 0,0 0 0,0 0 16,0-3-16,0 0 0,0 0 0,2-5 0,-2 0 16,0 1-16,5-4 0,-3 0 0,0 1 0,3-5 15,0 1-15,0 0 0,0-5 0,-1 1 0,0 0 0,2-4 16,-1 2-16,0-1 0,-1 8 0,-2-1 0,0 1 15,-1 4-15,-1 0 0,0 0 0,0 2 0,-1 1 16,0-1-16,0 1 0,0 0 0,0 0 0,2-6 16,-1-1-16,0 1 0,8-53 0,1 0 0,-1 0 15,-3 24-15,-1 0 0,1 1 0,-4 2 0,-1 1 0,0-1 16,0 13-16,0-1 0,0 0 0,2 8 0,-1 0 16,0 1-16,2 3 0,0 0 0,0 1 0,3 2 15,-1 1-15,0-1 0,0 1 0,-1 1 0,1-1 16,1 6-16,-1-2 0,0 1 0,4 3 0,-2-1 15,0 0-15,2 5 0,-1 1 0,-1-1 0,1 4 0,-2 0 16,1-1-16,-1 3 0,-1-1 0,0 0 0,-2 1 16,0 0-16,-1 0 0,-4 1 0,1 0 0,0 0 15,-6-1-15,1-1 0,0-1 0,-7-4 0,1-1 16,1 0-16,-11-9 0,1 2 0,-1-1 0,-10-11 16,0 2-16,0-1 0</inkml:trace>
  <inkml:trace contextRef="#ctx0" brushRef="#br0" timeOffset="18017.1197">13429 14510 0,'0'0'0,"0"0"0,0 0 15,0 0-15,-3 63 16,4 29 0,4-3-16,-3-47 15,-2-42-15,0 0 0,0 0 0,2 19 0,0-2 16,0 1-16,-2-18 0,1 9 0,0 1 0,1-1 0,2 18 15,-1-1-15,0 0 0,0-11 0,-2-1 0,0 1 16,2 10-16,0 0 0,0 0 0,0 1 0,-1 1 16,1 0-16,-2 5 0,-1 0 0,0 0 0,-1 19 15,1-1-15,0 0 0,0-50 0,0 27 0,0 0 0,0 0 16,-1-17-16,1 0 0,0 0 0,0-6 0,0-1 16,0 0-16,-3 7 0,3 1 0,0-1 0,-1-3 15,1-1-15,0-1 0,0-2 0,0-2 0,0 1 16,6-9-16,-2-1 0,0 1 0,-4 7 0,4-6 15,-2 1-15,0 0 0,-2 5 0,5-16 0,0 0 0,1 0 16,-6 16-16,3-10 0,0 1 0,0 0 0,-3 9 16,7-28-16,-1 1 0,1 0 0,-7 27 0,0 0 15,4-16-15,-1 0 0,0 1 0,-3 15 0,0 0 16</inkml:trace>
  <inkml:trace contextRef="#ctx0" brushRef="#br0" timeOffset="18783.7914">13396 14476 0,'0'0'0,"0"0"0,0 0 15,0 0 1,0 0-16,0 0 16,0 0-16,0 0 15,0 0-15,0 0 0,0 0 0,15-12 16,1 0-16,-1 1 0,4 4 0,0 1 0,-1 0 15,3 3-15,0 1 0,-1 0 0,5 1 0,-2-1 0,0 1 16,2 2-16,1 0 0,0 0 0,1-3 0,-2 2 16,0-1-16,1 5 0,0-1 0,0-1 0,1 0 15,-1-1-15,0 0 0,-2 1 0,1-2 0,0 1 16,1 1-16,-2 1 0,-1-1 0,-23-2 0,23 3 16,-1 0-16,0 0 0,-1 0 0,0 0 0,0 0 15,-2-1-15,0 1 0,0-1 0,-1 1 0,0 0 0,-1-1 16,-2 1-16,-1-1 0,1 1 0,-3 0 0,0-1 15,1 1-15,-3-1 0,0 0 0,-1 0 0,-1 2 16,0 1-16,1-1 0,-2 1 0,-2-1 0,0 0 16,0 0-16,0-1 0,-1 1 0,-1 2 0,0 1 0,0-1 15,-2 1-15,0-1 0,0 1 0,1 1 0,-2-1 16,0 0-16,-2 4 0,1 0 0,0-1 0,-2 4 16,1-1-16,0 0 0,0 1 0,0-2 0,0 0 15,-3 5-15,2-2 0,0 0 0,-2 2 0,1 1 16,0-1-16,0 3 0,0 0 0,-1 0 0,2 1 0,0-1 15,0 1-15,1 0 0,1-1 0,0 1 0,-1 3 16,2 1-16,0-1 0,-2-1 0,2-1 0,0 1 16,2 0-16,0-1 0,0 0 0,2 2 0,-2 0 15,0-1-15,4-3 0,-1 0 0,-1 0 0,-1 0 16,-1 0-16,0 1 0,3-3 0,-1 0 0,0 0 0,-3 0 16,0 0-16,1-1 0,-1-4 0,0-1 0,0 1 15,-4 0-15,1-1 0,1 0 0,-1-2 0,1-2 16,0 1-16,-5 1 0,2-1 0,0 1 0,-2-4 15,2 0-15,-1 0 0,-6-4 0,2 1 0,-1 0 0,-3 1 16,2-1-16,-1 0 0,-4-5 0,-1 2 0,1-1 16,5-1-16,1 0 0,0 0 0,-5-1 0,3 1 15,-1-1-15,13 3 0,-13-4 0,2 0 0,-1 1 16,-5-3-16,1 1 0,1 0 0,15 5 0,-14-5 16,1 1-16,-1-1 0,-2 0 0,0 1 0,1-1 0,-19-5 15,2 0-15,0 0 0,32 10 0,-35-11 0,2-1 16,0 1-16,33 11 0,-16-7 0,-1 1 0,1 0 15,16 6-15,-20-8 0,0 2 0,1 0 0,-11-3 16,1 2-16,0 1 0,0-1 0,2 1 0,0 0 16,0-2-16,2 0 0,-1 0 0,6 0 0,2 1 0,1 0 15,8-2-15,1 1 0,1-1 0,1 0 0,2-1 16,0 0-16,3-2 0,0 0 0,0 1 0,1 11 16,0 0-16,0 0 0</inkml:trace>
  <inkml:trace contextRef="#ctx0" brushRef="#br0" timeOffset="19433.8697">13860 13550 0,'0'0'0,"0"0"16,0 0-16,-24-7 15,9 4 1,10 2-16,-36 13 16,19-6-16,22-6 15,0 0-15,0 0 0,-18 7 0,2-1 0,1 0 0,15-6 16,-9 4-16,0-1 0,1 1 0,4-2 0,1-1 16,0 0-16,-8 8 0,1-1 0,0 1 0,10-9 15,-7 6-15,1-1 0,1 0 0,-3 6 0,1 0 16,-1 0-16,8-11 0,-4 7 0,0-1 0,0 1 15,3 4-15,0 0 0,0 0 0,1-11 0,0 6 0,0 0 16,0 0-16,6 4 0,0 0 0,1-1 0,-7-9 16,4 6-16,-1-1 0,0 0 0,6 8 0,-1-1 15,1-1-15,-4-4 0,-1-1 0,0 0 0,-4-6 16,15 10-16,-3-2 0,0 1 0,-3-3 0,-3-1 16,0-1-16,9 4 0,-3-1 0,0 0 0,-12-7 0,8 5 15,-2-1-15,0 0 0,-6-4 0,13 9 0,-1 0 16,-1-1-16,-5-2 0,1-2 0,-1 1 0,-6-5 15,7 8-15,0 0 0,1 0 0,-4-4 0,-1 0 16,0 0-16,-3-4 0,2 3 0,-1-2 0,0 0 0,0 0 16,-1-1-16,0 1 0,-6 3 0,2-1 0,0 1 15,4-4-15,-4 2 0,1 1 0,0-1 0,-8-2 16,2 0-16,-1 0 0,4 0 0,1 0 0,0 0 16,5 0-16,-14-1 0,1 0 0,-1 1 0,6 0 15,1 0-15,0 0 0,-7 2 0,3 1 0,0-1 0</inkml:trace>
  <inkml:trace contextRef="#ctx0" brushRef="#br0" timeOffset="20900.2157">21134 14883 0,'0'0'0,"0"0"0,0 0 0,13-46 15,-5 18 1,11-7-16,-8 18 16,15-7-16,-26 24 0,0 0 15,0 0-15,6-5 0,-2 1 0,0 0 0,-1 2 16,-2 1-16,0 0 0,-1 1 0,2-1 0,-2 1 16,0-1-16,9-1 0,-2 1 0,0-1 0,-1 0 0,-1 2 15,-1-1-15,-1 0 0,-2 1 0,0-1 0,-1 1 16,6 8-16,-2-1 0,0 1 0,0-3 0,-2-1 15,1 0-15,-1 11 0,-1-1 0,0 0 0,1-6 16,-2 1-16,0-1 0,0-8 0,-3 22 0,2-1 16,0 1-16,-1-9 0,0-2 0,1 1 0,0 12 0,1 0 15,0 0-15,0 6 0,0-1 0,0 0 0,0-29 16,-1 28-16,1 0 0,0-1 0,0-13 0,0-1 16,0 1-16,0 18 0,0-1 0,0 0 0,0-13 15,0-1-15,0 1 0,1 7 0,-1 0 0,0 0 16,0 3-16,0-1 0,0 0 0,1-12 0,-1-2 0,0 0 15,3 8-15,-3-1 0,0 0 0,0-20 0,2 12 16,-2-2-16,0 1 0,4 9 0,-2 0 0,0 0 16,0-8-16,-1-2 0,0 1 0,1-7 0,-2 0 15,0 0-15,5 4 0,0-1 0,1 1 0,-6-8 0,4 4 16,-1 0-16,0 0 0,-1-1 0,-1-2 16,0 0-16</inkml:trace>
  <inkml:trace contextRef="#ctx0" brushRef="#br0" timeOffset="21699.8507">21195 14718 0,'2'-9'0,"1"2"0,3-1 0,8 1 16,8 2-16,-1 1 15,29 8 1,16 0-16,-66-4 0,0 0 0,0 0 16,25 4-16,-2 0 0,-1-1 0,5 2 0,-2 1 15,0-1-15,0-2 0,0 1 0,-1-1 0,4 3 0,-2-2 16,0 0-16,1 0 0,-2-1 0,-1 0 0,3 1 15,-1 0-15,0-1 0,-5 1 0,-2-1 0,1 0 16,-1-1-16,-2 0 0,1-1 0,-2 0 0,1-1 16,-1 0-16,1 2 0,-3-1 0,1 0 0,-1 0 0,0 0 15,-1-1-15,-3 1 0,1 0 0,-1-1 0,-1 1 16,-1 0-16,-1-1 0,-2 1 0,0 0 0,0-1 16,0 0-16,-3 0 0,0 0 0,1 0 0,-2 0 15,0 0-15,0 3 0,-1-2 0,0 0 0,-1 2 16,1 0-16,0-1 0,0 3 0,0-2 0,0 1 15,-3 2-15,1-1 0,0 0 0,-2 4 0,1-2 0,0 0 16,-2 1-16,0-1 0,0 1 0,2 3 0,0-1 16,-1 0-16,1 4 0,1 0 0,0-1 0,-1 3 15,0-1-15,0 0 0,-3 2 0,2 0 0,-1 0 16,0 2-16,2-2 0,0 0 0,-2 3 0,1 0 16,0 0-16,2 2 0,0-1 0,-1 0 0,1 3 0,0-1 15,0 1-15,1-2 0,1-2 0,0 0 0,2 4 16,-1-2-16,0 0 0,-1 3 0,0 0 0,0 0 15,2 0-15,1-1 0,-1 0 0,1-3 0,-1-1 16,0 1-16,0-1 0,-2 0 0,0 1 0,0-4 0,0-2 16,0 1-16,-2-1 0,1-2 0,0 0 0,-4-1 15,0-1-15,1 0 0,-2-2 0,2 1 0,0-1 16,-2-3-16,2-2 0,-1 1 0,-6 0 0,2-2 16,-1 1-16,-1-3 0,1 0 0,-1 0 0,11-1 15,-13-4-15,-1 2 0,1-1 0,-2-1 0,1 0 16,1 0-16,-7-4 0,0 0 0,1 0 0,-7-1 15,2 0-15,0 1 0,20 8 0,1 0 16,0 0-16,-15-4 0,2 0 0,-1-1 0,-5-4 16,1 0-16,0 0 0,-2 0 0,0 1 0,0-1 15,23 9-15,-14-5 0,-1 0 0,1 0 0,-15-4 0,0-1 16,0 1-16,11 3 0,2 0 0,-1 1 0,17 5 16,-12-5-16,1 1 0,1-1 0,-4-4 0,0 0 15,1 0-15,3-6 0,1 0 0,0 0 0,6-4 16,2 1-16,0 0 0,1 18 0,4-16 0,0 0 15,0 0-15</inkml:trace>
  <inkml:trace contextRef="#ctx0" brushRef="#br0" timeOffset="22159.1884">21896 13735 0,'0'0'0,"0"0"0,0 0 16,0 0-16,1 19 15,-1-8-15,-1 33 16,0-19 0,1-25-16,0 0 0,0 0 0,0 4 0,0-1 0,0 0 0,-3 13 15,2-1-15,0 0 0,1-15 0,0 0 0,-1 10 16,0-1-16,0 0 0,0-5 0,1 0 0,0 0 15,0-4-15,-6 25 0,1 0 0,0 0 0,1-10 16,2 0-16,0 0 0,-2 7 0,0-2 0,-1 0 16,3-8-16,0-2 0,0 1 0,2-11 0,-2 15 15,0-1-15,0 0 0,1-7 0,0 1 0,0 0 0,1-8 16,-1 3-16,1-1 0,0 1 0,0-3 0,-1 1 16,1 0-16,0 0 0,0-1 0,0 0 0</inkml:trace>
  <inkml:trace contextRef="#ctx0" brushRef="#br0" timeOffset="22667.1696">21891 13839 0,'6'-30'0,"13"-3"16,-3 12-16,3 1 16,9 7-1,-5 2-15,15 5 16,-6 12-16,-32-6 0,0 0 0,0 0 15,14 4-15,-1 0 0,-1-1 0,-2 1 0,1-1 16,-1 1-16,0 0 0,0 0 0,-1 0 0,-2 1 16,-2 0-16,0 1 0,-1 1 0,-3 0 0,0 0 15,-1-7-15,2 9 0,-2 0 0,0-1 0,-1 0 0,1-1 16,0 0-16,-5 0 0,0-1 0,1 1 0,-1 0 16,1-1-16,0 0 0,-6 1 0,2-1 0,0 1 15,-2 0-15,1-1 0,1 1 0,0 1 0,1-2 16,-1 1-16,-2 0 0,1-1 0,-1 1 0,10-7 15,-10 7-15,1-2 0,-1 1 0,0 1 0,1-1 0,0 0 16,-1 1-16,3-2 0,0 0 0,-5 0 0,3 1 16,0-1-16,2 0 0,0 0 0,1-1 0,0 3 15,2-2-15,0 0 0,0 2 0,0-1 0,1 1 16,2-1-16,0 1 0,0-1 0,4 1 0,-1-2 16,0 0-16,7 0 0,-3 0 0,0 0 0,4 4 0,0-1 15,-1 0-15,-9-8 0,16 11 0,-3-1 0,0 0 16,4 0-16,0 0 0,-1 0 0,2 1 0,-1-1 15,1 1-15,-8-6 0,-2 0 0,1-1 0,14 11 16,-1-1-16,0 1 0,0-1 0,-2-1 0,1 1 16,-7-4-16,1-1 0,-1 1 0,6 2 0,-2 0 0,-1 0 15,-17-12-15,15 15 0,-2-1 0,0 0 0,0-1 16,-3-1-16,0 0 0,0-4 0,-2 0 0,0-1 16,-4-3-16,1-1 0,-1 0 0,-1-1 0,-2-1 15,0 0-15</inkml:trace>
  <inkml:trace contextRef="#ctx0" brushRef="#br0" timeOffset="24633.8807">14606 14626 0,'0'0'0,"0"0"0,0 0 16,0 0-16,18-25 15,-8 11-15,6-9 16,-7 10-16,-9 13 15,0 0-15,0 0 0,0 0 0,1-2 0,0 1 16,0 0-16,6-9 0,-2 0 0,1 1 0,-3 4 0,0 0 16,0-1-16,8-10 0,0-1 0,-1 0 0,-10 17 15,7-10-15,-2 0 0,1 0 0,-3 6 0,-1 1 16,0-1-16,12-13 0,-1 1 0,-1 0 0,-12 16 16,7-10-16,1 1 0,-1-1 0,8-8 0,1 0 0,-1 0 15,-6 7-15,-1 1 0,0 0 0,-8 10 0,18-21 16,-1 2-16,1-1 0,-8 8 0,-1 2 0,1-1 15,7-9-15,-1 1 0,-1 0 0,-6 8 0,-1 1 16,0-1-16,-8 11 0,27-36 0,-2 0 0,0 0 16,-11 15-16,1 0 0,-1 1 0,2-4 0,-1 0 0,1 1 15,-16 23-15,9-12 0,-2 0 0,0 1 0,-3 6 16,-1 1-16,-1 0 0,5-5 0,-2 1 0,0 1 16,-5 7-16,4-5 0,-2 1 0,0 0 0,8-8 15,-2 1-15,0 0 0,-8 11 0,5-6 0,1 0 16,-1 0-16,5-8 0,0 2 0,1-1 0,-5 5 0,-1 1 15,0-1-15,-5 8 0,9-9 0,-3 0 0,0 0 16,-1 4-16,-2 0 0,0 0 0,-3 5 0,8-8 16,-3 1-16,0-1 0,-2 4 0,0 0 0,0 0 15,-3 4-15,5-10 0,1 1 0,-1-1 0,-1 5 0,-2 0 16,0 1-16,-1 1 0,0 1 0,0 0 0,-1 2 16,1-1-16,-1 1 0,0-1 0,0 1 0,0 0 15,0 0-15,0 0 0,0-1 0,0 1 0,0 0 16,0 0-16,0 0 0,0 0 0,0 0 0,0 0 15,0 0-15,0 0 0,0 0 0,0 0 0,0 0 0,0 0 16,0 0-16,0 0 0,6-1 0,1-2 0,-1 2 16,-6 1-16,3-2 0,0 1 0,0 0 0,-1-1 15,-1 2-15,0 0 0,1 0 0,-2 0 0,0 0 16,0 0-16,0 0 0,0 0 0,0 0 0,0 0 16,0 0-16,0 0 0,0 0 0,0 0 0,0 0 0,0 0 15,0 0-15,0 0 0,0 0 0,0 0 0,0 0 16,0 0-16,7-1 0,1 0 0,-1 1 0,-2 0 15,-1 0-15,0 0 0,-4 0 0,3-1 0,-1 0 16,-1 1-16,-1 0 0,2 0 0,-2 0 0,0 0 16,0 0-16,0 0 0,0 0 0,0 0 0,1 0 0,-1 0 15,0 0-15,0 0 0,0 0 0,0 0 0,0 0 16,0 0-16,0 0 0,0 0 0,0 0 0,0 0 16,0 0-16,0 0 0,0 0 0,0 0 0,0 0 15,0 0-15,1-12 0,0 0 0,0-1 0,0 6 16,0 0-16,0 0 0,-1 7 0,1-3 0,-1 0 0,0 0 15,0 3-15,0-1 0,0 0 0,0 1 0,0 0 16,0-2-16,0 2 0,0 0 0,0 0 0,0 0 16,0 0-16,0 0 0,-3-10 0,1 1 0,0-1 15,2 10-15,-2-6 0,1 1 0,0 0 0,-2 2 0,3 1 16,0 0-16,0 2 0,0-2 0,0 2 0,0-1 16,-3 10-16,0-1 0,0-1 0,3-7 0,-2 5 15,1-1-15,0 1 0,0 10 0,1-1 0,0 0 16,0-14-16,1 8 0,-1 0 0,0 0 0,0-8 15,2 14-15,-2-1 0,0 1 0,1-6 0,-1-1 0,0 0 16,0-7-16,3 21 0,-2-1 0,0 0 0,0-8 16,0 0-16,0-1 0,-1-11 0,2 28 0,1-2 15,-1 1-15,-1-12 0,0 0 0,0 0 0,-1-15 16,2 21-16,0-1 0,0 0 0,-1-8 0,0-2 16,0 1-16,-1-11 0,1 20 0,0-1 0,0 1 15,1-8-15,-2-2 0,0 1 0,0-11 0,0 4 0,0 0 16,0 0-16,0-4 0,0 0 0,2 2 0,-2 0 15,0-1-15,0-1 0,-6 4 0,2-1 0,0 0 16,1-1-16,1 0 0,0-1 0,2-1 0,-4-15 16,2 0-16,0 1 0,2 14 0,0 0 0,-1-10 0,0 0 15,0 1-15,1 9 0,0 0 0,0 0 0</inkml:trace>
  <inkml:trace contextRef="#ctx0" brushRef="#br0" timeOffset="25366.5896">15540 13309 0,'0'0'0,"0"0"0,63-15 16,-25 8-1,-23 3-15,57 1 16,-31 3-16,-41 0 0,0 0 15,0 0-15,0 0 0,5-1 0,0 1 0,1 0 16,29 1-16,-2 0 0,0 0 0,-33-1 0,20 1 16,0-1-16,0 1 0,-12-1 0,-1 0 0,1 0 0,15 1 15,1-1-15,0 0 0,-24 0 0,14 0 0,0 0 16,-1 0-16,12-1 0,-1 1 0,0 0 0,-24 0 16,14 0-16,-2 0 0,1 0 0,6 0 0,1 0 15,0 0-15,-20 0 0,11 0 0,-1 0 0,1 0 16,3 2-16,-1-1 0,-1-1 0,-12 0 0,7 1 0,-1-1 15,1 0-15,-4 1 0,-1-1 0,0 0 0,-2 0 16,5 5-16,-1 1 0,0-1 0,-4-5 0,3 3 16,-1 0-16,1-1 0,-3 10 0,0-1 0,0 0 15,-1-5-15,1 0 0,0 1 0,0-7 0,-2 2 16,2 1-16,0-1 0,-4 19 0,1 0 0,0 0 0,3-21 16,-3 12-16,1 1 0,0-1 0,1 9 0,0-1 15,0 0-15,1-20 0,-1 24 0,0 0 0,0-1 16,-1-10-16,2-2 0,0 1 0,1 11 0,-1-2 15,0 1-15,0-22 0,1 12 0,-1-1 0,0 1 16,2 11-16,-2-1 0,0 0 0,0-22 0,1 13 0,-1-1 16,0 1-16,-2 4 0,1 0 0,0 0 0,-1-7 15,2-2-15,0 1 0,0-9 0,-6 15 0,3 0 16,0-1-16,0-5 0,1-1 0,0-1 0,1-4 16,0 0-16,0 0 0,-14 5 0,2 0 0,0-1 0,4-3 15,1 0-15,0 0 0,8-4 0,-19 2 0,2-1 16,-1 0-16,8 1 0,0-2 0,1 0 0,-15 1 15,2 0-15,-1 0 0,9-1 0,2 0 0,0 0 16,12 0-16,-24-3 0,0 1 0,0 1 0,10-1 16,1 1-16,1 0 0,-14-4 0,1 1 0,1 0 0,24 4 15,-15-2-15,2-1 0,-1 1 0,-7-3 0,1 2 16,0-1-16,8 1 0,1 2 0,1-1 0,10 2 16,-19-5-16,0 2 0,0-1 0,9 2 0,0 1 15,-1-1-15,7 0 0,0 2 0,0-1 0,-7-2 16,0 0-16,1 0 0,3 2 0,0-1 0,1 0 15,3 2-15,1-1 0,0 0 0,2 1 0,-3-11 0,1 1 16,0-1-16,2 11 0,0 0 0,-1-7 0,0 2 16,0-1-16</inkml:trace>
  <inkml:trace contextRef="#ctx0" brushRef="#br0" timeOffset="25866.9139">16314 13580 0,'0'0'0,"0"0"0,0 0 15,0 0-15,16-4 16,-5 1 0,31 1-16,-17 1 15,-25 1-15,0 0 0,0 0 0,24-2 0,-3 2 16,1-1-16,-22 1 0,13-1 0,-1 1 0,-1 0 15,-5 0-15,-2 0 0,1 0 0,-5 0 0,15 1 16,1-1-16,-1 0 0,8 1 0,0-1 0,-1 1 0,-22-1 16,30 1-16,-2-1 0,0 0 0,4 1 0,-1-1 15,0 0-15,8 0 0,-1 0 0,-1 0 0,-37 0 16,37-1-16,-2 1 0,0 0 0,6-1 0,-3 1 16,0 0-16,-38 0 0,56-3 0,-1 2 0,0-1 15,-26 0-15,-1 2 0,0-1 0,-28 1 0,34-2 0,1 1 16,-1 0-16,-16-1 0,-1 2 0,-1-1 0,-16 1 15,22-5-15,-2 1 0,-1 0 0,-8 2 0,-1 0 16,0-1-16,-10 3 0,16-8 0,-3 0 0,1 0 16,-7 3-16,0 1 0,0-1 0</inkml:trace>
  <inkml:trace contextRef="#ctx0" brushRef="#br0" timeOffset="26217.043">17707 13303 0,'0'0'0,"-1"7"15,-3 10 1,1 6-16,-1 3 16,1 10-16,6 8 15,-9 9-15,6-53 0,0 0 16,0 0-16,0 20 0,0-2 0,0 1 0,-1 2 15,0 0-15,0 0 0,1-21 0,-1 25 0,1-1 16,0 0-16,-1-1 0,0 0 0,0 0 0,0 0 16,0 0-16,0 0 0,1-2 0,0-2 0,0 1 0,1-1 15,0-1-15,0 0 0,1-2 0,-2-1 0,0 1 16,-1-2-16,1-1 0,0-1 0,3 0 0,-2-1 16,0 0-16,-1-11 0,-2 10 0,1-1 0,0 1 15,-3-3-15,1 0 0,0 0 0,1-3 0,0-1 16,0-1-16,1-3 0,1 0 0,0 1 0,-2-6 0,2 1 15,0 0-15,0 3 0,0-1 0,0 1 0</inkml:trace>
  <inkml:trace contextRef="#ctx0" brushRef="#br0" timeOffset="26854.4759">17582 13311 0,'6'-8'0,"1"-4"16,17 5-16,5 1 16,3 6-16,4 2 15,-9-3 1,20 0-16,-47 1 0,0 0 15,0 0-15,18 2 0,1 1 0,-1-1 0,4 0 16,-2 0-16,-1 0 0,-1 0 0,-1-1 0,-1 0 16,-16-1-16,15 2 0,-1 0 0,0 0 0,1 0 15,-1 0-15,1 1 0,-1 1 0,-1 0 0,-1-1 0,-1 1 16,-1-2-16,0 1 0,-10-3 0,8 2 0,0 0 16,-1 0-16,-2 2 0,-2-1 0,0 0 0,1 1 15,1 0-15,-1-1 0,-1 3 0,-1-1 0,0 0 16,0 0-16,-2-2 0,0 1 0,-1 2 0,0 1 15,0-1-15,1-6 0,-2 7 0,0 1 0,0 0 0,-3 1 16,-1 1-16,1 0 0,1 1 0,1 0 0,0-1 16,-2 1-16,2 1 0,-1 0 0,0 1 0,1 0 15,0 0-15,-1 3 0,1-1 0,0 1 0,3-16 16,-4 18-16,1 0 0,-1-1 0,2 2 0,0-1 16,0 1-16,-1 1 0,1 0 0,0 0 0,4 0 0,-2 0 15,0 0-15,2 1 0,-2-1 0,0 0 0,1 0 16,0-1-16,0 0 0,-1-2 0,0-1 0,0 0 15,2 0-15,-2 0 0,0-1 0,-3 0 0,2 0 16,0 0-16,1-15 0,-3 11 0,2 1 0,0-1 16,-4-1-16,1 0 0,0 0 0,-2-2 0,1-1 0,0 1 15,-2-2-15,1-2 0,-1 1 0,-1-3 0,0 0 16,0 0-16,-2-1 0,2-1 0,0 0 0,-2 1 16,1-1-16,0 0 0,-4-3 0,3 1 0,0 1 15,-2-2-15,1 0 0,0 0 0,-3-4 0,3 0 16,0 1-16,0 0 0,2 0 0,0 1 0,9 5 0,-11-6 15,2 1-15,0-1 0,-2 1 0,3 0 0,0 1 16,4-5-16,2 1 0,-1 0 0,0-2 0,2 0 16,0 0-16</inkml:trace>
  <inkml:trace contextRef="#ctx0" brushRef="#br0" timeOffset="27901.0128">18074 13647 0,'0'0'0,"0"0"0,0 0 15,0 0-15,0 0 16,0 0-16,0 0 15,0 0 1,0 0-16,0 0 0,0 0 0,0 0 0,0 0 0,0 0 16,0 0-16,0 0 0,0 0 0,14-10 0,0 2 15,-1 0-15,1 5 0,-2 0 0,0 0 0,-5 2 16,-1 0-16,0 0 0,6 0 0,-1 1 0,-1 0 16,3 4-16,-2-2 0,0 0 0,2 1 0,-1 0 15,0 0-15,-12-3 0,12 5 0,-1-2 0,1 1 0,2 0 16,-1 1-16,1 0 0,0-1 0,1 1 0,-1 0 15,-14-5-15,13 4 0,-2 0 0,0 0 0,8 2 16,0 0-16,-1-1 0,8 8 0,-1-1 0,0 0 16,-25-12-16,24 12 0,-1-2 0,1 1 0,-24-11 15,26 11-15,-1 1 0,0-1 0,-1 2 0,0-2 0,0 0 16,5 3-16,0 1 0,0-1 0,-1-3 0,-1 0 16,1 0-16,-1 2 0,0-1 0,0 1 0,-27-13 15,29 14-15,-2 1 0,0-1 0,2 3 0,-1-2 16,-1 0-16,4-1 0,-2 0 0,0 0 0,1 1 15,-2-1-15,0 1 0,2 0 0,-1 0 0,0 0 0,-29-15 16,30 15-16,0-1 0,0 0 0,-2 1 0,0-1 16,0 0-16,4 2 0,-1 0 0,0 0 0,-31-16 15,30 15-15,0-1 0,0 0 0,1 1 0,-1-1 16,0 0-16,-30-14 0,26 15 0,1-1 0,0 0 16,2 2-16,0-1 0,0 0 0,0-1 0,0-1 0,0 0 15,-29-13-15,33 15 0,-2-1 0,0 1 0,-3 0 16,0 0-16,0 0 0,0-1 0,-3 0 0,1 0 15,2-1-15,-2-1 0,0 1 0,-1 1 0,-3 0 16,1-1-16,2 0 0,-2-1 0,-1 0 0,0-2 16,-2 0-16,-1 0 0,-1 3 0,-1-2 0,1 1 0,0 0 15,-1-1-15,1 0 0,0-2 0,0 1 0,-1-1 16,-1 3-16,-1-2 0,1 1 0,-2-3 0,1 0 16,-1 1-16,-19-13 0,1 2 0,0-1 0,10 8 15,0-1-15,1 0 0,6 3 0,-2 0 0,1 0 0,1 1 16,0-1-16,-1 1 0,-3-2 0,1-1 0,-1 1 15,-1-1-15,-1 0 0,1-1 0,2 3 0,-2-2 16,1 0-16,0 0 0,-1 1 0,0-1 0,1-1 16,-3 1-16,0 0 0,3 2 0,0-1 0,-1 0 15,0 1-15,-1-2 0,1 0 0,-4-3 0,0 0 0,0 0 16,-1-6-16,0 2 0,0-1 0,0 2 0,-1 0 16,1 1-16</inkml:trace>
  <inkml:trace contextRef="#ctx0" brushRef="#br0" timeOffset="29267.3127">14586 15218 0,'0'0'0,"0"0"0,0 0 16,-18 4-16,8-2 15,6-1 1,3-1-16,-1 0 16,2 0-16,0 0 0,0 0 0,0 0 0,0 0 15,0 0-15,0 0 0,0 0 0,0 0 0,0 0 16,0 0-16,0 0 0,9-2 0,-3 1 0,0 0 0,-1-1 15,-2 2-15,1-1 0,11 1 0,0 0 0,-1 0 16,-6 1-16,1-1 0,-1 0 0,-2-1 0,-1 1 16,0 0-16,-2 0 0,1 0 0,-1 0 0,-3 0 15,15 0-15,-1-1 0,-1 0 0,-5 0 0,1 1 16,-1 0-16,18-1 0,-2 1 0,1 0 0,3-1 0,0 1 16,0 0-16,-28 0 0,29 1 0,0-1 0,0 0 15,4 0-15,0 0 0,0 0 0,0 2 0,-1-1 16,0 0-16,5 1 0,0-2 0,-1 1 0,-18 0 15,0-1-15,-1 0 0,45 3 0,0-2 0,1 0 16,-11 2-16,-1-1 0,0-1 0,-51-1 0,41 3 0,0-2 16,1 0-16,-4 1 0,-2-2 0,0 1 0,-4 0 15,0-1-15,0 0 0,1 1 0,-2-1 0,0 1 16,-31-1-16,31 1 0,-2-1 0,0 0 0,0 0 16,0 0-16,0 0 0,-1-1 0,0 1 0,0 0 15,1-1-15,-2 1 0,-1-1 0,1 1 0,0 0 16,0 0-16,-27 0 0,15 0 0,-3 0 0,0 0 0,17 1 15,-2-1-15,0 0 0,-10 0 0,-3 0 0,1 0 16,-15 0-16,21 0 0,0 0 0,0 0 0,2 0 16,0 0-16,0 0 0,-23 0 0,25 2 0,-1-2 15,1 1-15,1 4 0,-2-2 0,0 1 0,0 0 16,1 0-16,0 0 0,-12-2 0,0 0 0,-1 0 0,-7-2 16,0 1-16,-1-1 0,-2 2 0,-1-2 0,0 0 15,-1 0-15,10 1 0,0 0 0,1 0 0,-4 0 16,-1 0-16,0-1 0,-2 1 0,-2-1 0,0 0 15,0 0-15,-2 0 0,0 0 0,1 0 0,-1 0 0,0 0 16,0 0-16,3-8 0,0 1 0,0 0 0,-1 2 16,0 1-16,0-1 0,-5-10 0,2 1 0,0-1 15,1 15-15,-2-8 0,2 0 0,0 0 0,0 8 16,-3-19-16,1 1 0,0 0 0</inkml:trace>
  <inkml:trace contextRef="#ctx0" brushRef="#br0" timeOffset="29583.6451">17245 14899 0,'0'0'0,"0"0"0,0 0 0,5 27 16,-2-12-16,0 31 16,-2-21-1,0-15-15,-1-10 0,0 0 0,0 0 16,-2 22-16,0-1 0,0 0 0,1-9 0,0 0 15,0 0-15,-1-7 0,2 0 0,0 0 0,0-5 16,-4 23-16,2 0 0,0-1 0,-1 13 0,0 0 16,-1 0-16,2-16 0,1 0 0,0-1 0,0 3 0,1 0 15,0 0-15,-1-10 0,1-1 0,0 1 0,2 8 16,-2 1-16,0 0 0,1-8 0,-1-2 0,0 0 16,-2 7-16,2-2 0,0 0 0,0-15 0,-2 9 15,2-2-15,0 1 0,0-5 0,0 0 0,0 0 16,0-2-16,0 0 0,0 1 0,0-2 0,0 0 0,0 0 15,0 0-15,4-8 0,-1 0 0,1 0 0</inkml:trace>
  <inkml:trace contextRef="#ctx0" brushRef="#br0" timeOffset="30250.5588">17176 14945 0,'2'-32'0,"-2"7"0,8 1 0,9 4 16,9 6-16,10 3 16,9 1-16,7 3 15,-52 7-15,0 0 0,0 0 0,20-1 16,1 1-16,0-1 0,-1 2 0,0-1 0,0 0 16,3 2-16,0 0 0,0 0 0,2 0 0,-3 0 15,1 0-15,-1 3 0,0-1 0,-1 0 0,2-2 16,-2-1-16,-1 0 0,-20-1 0,19 4 0,0-2 0,-1 1 15,0-1-15,-3 0 0,1 0 0,-2 3 0,-1-1 16,-1-1-16,-2-1 0,0 1 0,-1-1 0,-1 0 16,1-1-16,-1 0 0,-2 3 0,-2 0 0,0-1 15,0 1-15,0-1 0,-1 0 0,-1 1 0,0 0 16,0-1-16,-2-3 0,2 5 0,0 0 0,0 0 0,-2 2 16,0-2-16,0 1 0,-2-2 0,2 0 0,0-1 15,0-1-15,0-1 0,0 0 0,0 1 0,0-2 16,0 0-16,-1 24 0,0-1 0,0 0 0,-1-1 15,1-1-15,0 0 0,3-5 0,-2 0 0,0 0 0,1-1 16,-1 0-16,0 0 0,2 3 0,-1-1 0,0 0 16,0 0-16,0 0 0,0 0 0,0 0 0,-1-2 15,0 1-15,2 0 0,-1 0 0,0 0 0,1 1 16,-2-1-16,0 0 0,3-1 0,-2 0 0,0-1 16,2 1-16,-2-1 0,0 0 0,0-2 0,0 0 0,0 0 15,-2 1-15,1-2 0,0 1 0,-4-1 0,1-1 16,1 0-16,-2-2 0,1 0 0,0-1 0,-2 0 15,2-1-15,0 0 0,-5 0 0,2 1 0,0-1 16,-3-3-16,1-1 0,-1 1 0,-3-1 0,0 0 16,1 1-16,-3-4 0,0 1 0,1 0 0,-4-2 0,2 1 15,-1 1-15,2-3 0,1 2 0,1-1 0,12 2 16,0 0-16,0 0 0,-38-7 0,0 1 0,1 0 16,5-1-16,2 2 0,0-1 0,4 1 0,2 0 15,-1 1-15,5-2 0,1 1 0,-1 1 0,-2-4 16,3-1-16,-1 1 0,9 5 0,1 2 0,1-1 0,-4-1 15,1 1-15,1 0 0,11 2 0,-12-4 0,1-1 16,0 0-16,0 0 0,2 0 0,0 0 0,3 1 16,-1 0-16,1 0 0,2-2 0,2 1 0,0 0 15,2-2-15,0 1 0,0 0 0</inkml:trace>
  <inkml:trace contextRef="#ctx0" brushRef="#br0" timeOffset="30874.1364">17914 15200 0,'0'0'0,"23"-10"0,-8 6 16,-10 1-16,41 3 15,-19 0 1,43-1-16,-32 0 16,-38 1-16,0 0 0,0 0 0,29 1 0,-1-1 0,0 1 15,-13 0-15,1 0 0,-1 0 0,6 0 0,-3 0 16,1-1-16,8 1 0,-1 0 0,0-1 0,-26 0 15,35 1-15,-1 0 0,0 0 0,3 0 0,-2 1 0,0 0 16,10 1-16,-3-2 0,1 1 0,-2 1 0,-2-1 16,1 0-16,29 3 0,-2-1 0,0 1 0,-7 0 15,0-1-15,0 1 0,-11-3 0,-1 0 0,1-1 16,-6 2-16,0 0 0,-1-1 0,-1 1 0,1 0 16,-1-1-16,-4 1 0,0-1 0,1 1 0,2-1 0,-2 0 15,0-1-15,2 2 0,-2-1 0,0 0 0,3 1 16,-1 0-16,-1 0 0,1 1 0,1-2 0,-1 0 15,-1 1-15,-1 0 0,1 0 0,-2 1 0,-1 0 16,0 0-16,-36-4 0,19 2 0,-2 0 0,1-1 16,22 5-16,-1 0 0,-1 0 0,5 4 0,1-2 15,-1 1-15,-2-1 0,0-1 0,-1 0 0,-40-7 0,35 7 16,-1-2-16,0 1 0,-1-1 0,-2 0 0,0-1 16,-31-4-16,16 3 0,-1-2 0,1 1 0,10 2 15,0-1-15,-1 0 0,-10 0 0,-2-1 0,1 0 16,10 1-16,-2 1 0,1-1 0,-10-1 0,0 0 0,-1 0 15,2 1-15,-1 1 0,1-1 0,-7-1 0,0 0 16,0-1-16,-3 0 0,-1 0 0,-1 0 0,0-1 16,-2 0-16,0 0 0,1 0 0,-1 0 0,0 0 15,0 0-15,0 0 0,0 0 0</inkml:trace>
  <inkml:trace contextRef="#ctx0" brushRef="#br0" timeOffset="31702.6803">14630 15537 0,'0'0'0,"0"0"16,0 0-1,0 0-15,0 0 16,0 0-16,0 0 16,0 0-16,0 0 0,0 0 0,0 0 15,0 0-15,0 0 0,0 0 0,0 0 0,0 0 0,0 0 16,0 0-16,0 0 0,-12 6 0,1-1 0,1 0 15,4-1-15,0-2 0,-1 1 0,13 7 0,-2 0 16,0 0-16,0-4 0,0 0 0,0-1 0,-2-2 16,-1-2-16,0 1 0,9 5 0,-1-2 0,0 1 15,-9-6-15,5 4 0,1-1 0,-1 0 0,10 5 0,0 1 16,-1 0-16,-5-5 0,-1 1 0,-1 0 0,-7-5 16,27 18-16,0 1 0,0-1 0,-12-7 0,1-1 15,-1 1-15,-15-11 0,25 18 0,-1 0 0,-1-1 16,-8-7-16,-3 0 0,1 0 0,10 7 0,-1-1 15,0 0-15,6 4 0,-1 0 0,0 0 0,-1-3 0,-1 1 16,0-1-16,4 2 0,-1 0 0,0-1 0,28 17 16,-1-1-16,1 0 0,-11-9 0,-3-1 0,0-1 15,-21-12-15,-2-1 0,-1 1 0,-2-1 0,-3 0 16,1 0-16,-14-10 0,8 5 0,-2 0 0,0 0 16,-3-3-16,0 0 0,-1 1 0,0-2 0,-2-1 0,0 0 15,2 2-15,0 0 0,0 1 0,-1-2 0,0 0 16,0 0-16,1 0 0,-2 0 0,0 0 0,0-1 15,0 0-15,0 0 0,0 0 0</inkml:trace>
  <inkml:trace contextRef="#ctx0" brushRef="#br0" timeOffset="32016.8548">15696 16054 0,'5'9'0,"-2"9"0,1 22 0,-2 2 16,2 9-16,-7 4 15,2 12-15,1-5 16,0-62-16,0 0 0,-1 24 0,0-2 0,0 1 16,0-1-16,1 0 0,0 0 0,-1 1 0,1 0 15,0 0-15,-1-3 0,0-1 0,0 1 0,0-1 16,0 0-16,0 0 0,3-3 0,-2 0 0,0 0 15,1-3-15,0-1 0,0 1 0,-3-2 0,1 0 16,0-1-16,0-2 0,1 0 0,0 1 0,0-9 16,0 0-16,0 0 0,-1 4 0,1-1 0,0-1 0,0 1 15,0-2-15,0 0 0,0 0 0,0-1 0,0 0 16</inkml:trace>
  <inkml:trace contextRef="#ctx0" brushRef="#br0" timeOffset="32633.0455">15663 16038 0,'10'-24'0,"2"1"0,20 6 15,13 5-15,-1 4 16,6 2-16,0 5 15,-1 2-15,-49-1 16,0 0-16,0 0 0,18 0 0,-2 1 0,1 0 16,-3 1-16,1 1 0,-1-1 0,0 2 0,-1-1 0,0 1 15,1 1-15,-3 0 0,1 0 0,-2-1 0,0-1 16,1 1-16,-11-4 0,0 0 0,0 0 0,5 2 16,-1 0-16,0 0 0,-1-2 0,-2 0 0,0 0 15,6 16-15,0 1 0,-1-1 0,-3-4 0,0 0 16,0 1-16,-5-1 0,2 0 0,0 0 0,-4 3 0,0 0 15,0 1-15,0 0 0,-1-1 0,1 0 0,0 2 16,0 0-16,0-1 0,-1 3 0,1-1 0,-1 1 16,0 1-16,2-2 0,0 1 0,1 0 0,0 0 15,0 0-15,0 0 0,2 0 0,0-1 0,-2 2 0,2-1 16,0-1-16,3 0 0,-2-2 0,0 1 0,1 1 16,-1 0-16,0-1 0,1 1 0,-2-1 0,0-1 15,3 1-15,0-2 0,0 1 0,-1-1 0,0-1 16,-1 0-16,-1-2 0,0-1 0,0 1 0,-4-2 15,3-1-15,0 0 0,-2 0 0,2-2 0,0 0 0,-5 0 16,0-2-16,0 1 0,-4 1 0,3-2 0,0 0 16,-2-3-16,0-2 0,1 1 0,-5-2 0,0 1 15,1 0-15,-4-2 0,2 1 0,-1 0 0,0-2 16,-1 2-16,1 0 0,-3-7 0,2 1 0,-1-1 16,1 1-16,0 2 0,1-1 0,-2-3 0,1 0 0,-1 1 15,5 2-15,-1 2 0,1-1 0,-4 2 0,1 0 16,-1 0-16,6-5 0,1-1 0,-1 1 0,1 2 15,2 0-15,0-1 0,2-1 0,1 0 0,0 1 0,6-4 16,-1 1-16,0 0 0,4-1 0,-1 2 0,-1-1 16,-3 10-16,0 0 0,0 0 0,2-4 0,0 0 15,0 0-15</inkml:trace>
  <inkml:trace contextRef="#ctx0" brushRef="#br0" timeOffset="32916.8915">16155 16479 0,'10'-2'0,"2"-2"0,13 0 0,7 3 15,11 9 1,9 0-16,8-1 15,5 5-15,-65-12 0,0 0 0,0 0 0,25 3 16,-2 1-16,0-1 0,-1 1 0,0-2 0,0 1 16,3 1-16,-3 0 0,1 0 0,1 0 0,-1-1 15,-1 0-15,0 0 0,-1-2 0,-1 0 0,1-3 16,-2 2-16,-1-1 0,1-1 0,-3 1 0,1-1 16,-17 2-16,0 0 0,0 0 0</inkml:trace>
  <inkml:trace contextRef="#ctx0" brushRef="#br0" timeOffset="33245.307">17295 16321 0,'6'-3'0,"8"-9"0,5 8 16,-9 3-16,6 12 16,-3 6-16,1 6 15,-6 4-15,-8-27 16,0 0-16,1 12 0,0-1 0,0 0 0,1 5 15,-1-2-15,0-1 0,-2 5 0,1 1 0,0-1 0,-2-1 16,1 0-16,0 1 0,-1 2 0,1-1 0,0 1 16,-2 2-16,2-1 0,0 0 0,-5 1 0,3-1 15,0 1-15,0-1 0,2-2 0,0 1 0,-2 0 16,2 0-16,0-1 0,-3-1 0,2-1 0,0 1 16,1-2-16,1-1 0,0 0 0,-2-3 0,0 0 0,1 0 15,1-1-15,0 0 0,0-1 0,0-2 0,0 0 16,0 0-16,1-3 0,-1-1 0,0 1 0,-1-3 15,1-2-15,0 1 0,0-3 0,0-1 0,0 1 16,1-4-16,1-1 0,-1 1 0,0 2 0,-1 1 0,0-1 16,0 4-16,0 0 0,0 0 0,1-1 0,-1-1 15,0 1-15</inkml:trace>
  <inkml:trace contextRef="#ctx0" brushRef="#br0" timeOffset="33833.236">17257 16327 0,'12'-21'0,"2"-2"0,4 1 15,5 6-15,8 4 16,7 9-16,3 0 16,4 3-16,-45 0 0,0 0 15,0 0-15,15 1 0,1 0 0,-1 0 0,3 3 16,-3-1-16,1 1 0,-3-1 0,0 0 0,1 0 15,0 1-15,1 0 0,-1-1 0,-3-1 0,-1 0 16,0-1-16,2 3 0,-1-2 0,0 1 0,-2-1 0,-2 0 16,0 0-16,-1 1 0,-1-1 0,-1-1 0,0-1 15,-1 0-15,0 0 0,2 5 0,-2-2 0,0 1 16,-1 1-16,-1 0 0,1 1 0,-2-1 0,0 0 16,0 0-16,-4 2 0,3-1 0,0 1 0,3 0 15,-2 1-15,0-1 0,-2 2 0,1 0 0,0 0 0,-3 3 16,2 0-16,0-1 0,1 2 0,1-2 0,0 1 15,-2 2-15,0-1 0,0-1 0,1 4 0,0-1 16,0-1-16,0 2 0,0 0 0,0 0 0,2 1 16,-1-2-16,0 1 0,-2 1 0,2-1 0,0 0 15,4 2-15,-2-1 0,0 1 0,-1 1 0,-1 0 0,0-1 16,3 0-16,-1 0 0,0 0 0,1-1 0,-2-1 16,0 1-16,-1-2 0,0 1 0,0-1 0,1 0 15,0 0-15,0-1 0,1 0 0,-1-1 0,0-1 16,-3 2-16,0-1 0,0-1 0,-2 1 0,1-2 15,0 0-15,-2-2 0,2 1 0,0-1 0,-4-2 0,3 0 16,0 0-16,-3-1 0,0-2 0,-1 1 0,0 0 16,1-1-16,0 0 0,-5-2 0,2-1 0,0 0 15,-3 0-15,1-1 0,-1 1 0,2-2 0,1 1 16,-1 0-16,-3-4 0,0-1 0,1 1 0,-1-6 16,-1 2-16,1-1 0,0 2 0,1 0 0,-1 0 0,-2-5 15,1 1-15,1 0 0,-1-1 0,1-1 0,-1 1 16,2-5-16,2-1 0,-1 1 0,3 5 0,2 1 15,-1-1-15,-1-3 0,1 2 0,0 0 0</inkml:trace>
  <inkml:trace contextRef="#ctx0" brushRef="#br0" timeOffset="34183.8316">16747 16531 0,'23'0'15,"11"5"-15,14 4 0,9-1 16,12 5-16,0 0 16,-3-5-16,0-1 15,-66-7-15,0 0 0,0 0 0,23 4 0,-2-2 16,1 0-16,0 2 0,-3-2 0,1 1 0,3-3 16,-1 1-16,1-1 0,-1 0 0,-3 0 0,1 0 15,-1-3-15,-1 1 0,1 0 0</inkml:trace>
  <inkml:trace contextRef="#ctx0" brushRef="#br0" timeOffset="34733.8799">17769 16671 0,'0'0'0,"0"1"0,0 0 0,0-1 16,3-1-16,18 2 15,-7 0-15,-4 1 16,-10-2-16,0 0 0,0 0 0,6-3 0,-2 1 16,0 0-16,5 2 0,1 0 0,-1 0 0,2-1 15,0 1-15,-1-1 0,1 2 0,0-1 0,-1 0 16,3 2-16,0-1 0,-1 0 0,2 0 0,-2-1 16,0 0-16,4 1 0,-1-1 0,1 0 0,2 3 0,-1-1 15,1 0-15,-1 1 0,0-1 0,-1 0 0,2 1 16,-1-1-16,1 0 0,-2-2 0,-2 0 0,0 0 15,2-1-15,-3 1 0,1-1 0,-3-4 0,-1 0 16,-1 1-16,1-5 0,-1 2 0,1 0 0,-4 3 16,-2 0-16,0 1 0</inkml:trace>
  <inkml:trace contextRef="#ctx0" brushRef="#br0" timeOffset="35133.2055">18453 16289 0,'-2'2'0,"3"12"0,-2 7 0,1 3 16,-1 9-16,-3 8 15,1 8-15,-5 4 16,8-53-16,0 0 0,0 0 0,-1 20 15,0 0-15,-1 0 0,0 1 0,2 1 0,0-1 16,-4 4-16,1 0 0,0 0 0,3 1 0,0-2 16,0 0-16,-1 2 0,1 0 0,0-1 0,-1 2 0,0 0 15,0-1-15,-2-3 0,1-1 0,0 0 0,0 2 16,1-2-16,0 0 0,3-2 0,-2 0 0,0 0 16,1-2-16,-1 0 0,0 0 0,-1-1 0,0 0 15,0 0-15,2-2 0,0-1 0,0 0 0,0-2 0,0-2 16,0 0-16,1-1 0,-1 0 0,0 0 0,1-5 15,-2 0-15,0 0 0,3-7 0,-2 1 0,0 0 16,4-5-16,-2 0 0,1 0 0,-1-2 0,0 2 16,0-1-16,-1 3 0,-1 2 0,0-1 0,1 3 15,-2 0-15,0-1 0,1 1 0,-1 1 0,0 0 0</inkml:trace>
  <inkml:trace contextRef="#ctx0" brushRef="#br0" timeOffset="35716.6666">18323 16495 0,'2'-8'0,"0"-7"0,4-16 16,-1 6-16,4 5 15,5 1-15,8 11 16,8-9 0,-30 17-16,0 0 0,0 0 0,12-3 0,-1 1 0,-1-1 15,5 4-15,-1-1 0,-1 1 0,5 2 0,-1-1 0,1 1 16,3-1-16,-3 1 0,1 0 0,1 3 0,-1-2 15,1 0-15,-2-1 0,1 1 0,0-1 0,-2 2 16,0-1-16,-1 1 0,-2-1 0,-1-1 0,1 1 16,-1 2-16,-1-1 0,1 0 0,-4 1 0,0-2 15,1 1-15,-2-2 0,0 0 0,1 0 0,-1 0 0,0 0 16,0 0-16,-2 0 0,-3 0 0,0 0 0,-1 3 16,-1 0-16,0 0 0,0-2 0,-1 1 0,0 0 15,-1 1-15,1 0 0,0 0 0,-1 2 0,0 0 16,0 0-16,-1 1 0,0-1 0,0 0 0,-3 2 15,1 0-15,0 0 0,-1 2 0,2 0 0,0-1 0,0 6 16,0-1-16,-1-1 0,0 5 0,1-1 0,0 1 16,0 1-16,0-1 0,0 0 0,-1 2 0,1 0 15,0 1-15,0 1 0,2 0 0,0 0 0,-1 1 16,1 0-16,0-1 0,3 0 0,-1 0 0,0-1 16,-1-1-16,0 0 0,0 0 0,1-1 0,-1 0 0,0-1 15,0-2-15,0 1 0,0 0 0,-1-1 0,1-1 16,0-1-16,-1-1 0,0-2 0,0 1 0,-4-3 15,1-1-15,0 1 0,-2-3 0,2 1 0,-1 0 16,-5-3-16,2-1 0,-1 0 0,-3-3 0,2 1 0,-1-1 16,-1-8-16,1 0 0,-1 1 0,-2-4 0,0 0 15,1 0-15,-2 1 0,1 0 0,0 1 0,-3 0 16,1 0-16,1 1 0,-5-4 0,2 1 0,-1 1 16,2-5-16,1 1 0,1 0 0,1 2 0,1 0 15,-1-1-15,1-2 0,1 0 0,1 0 0,-1 0 0,0 1 16,1-1-16,4 5 0,-1-1 0,1 0 0,9-1 15,-1-1-15,0 1 0,3-1 0,0 1 0,-1 0 16</inkml:trace>
  <inkml:trace contextRef="#ctx0" brushRef="#br0" timeOffset="36067.9068">18814 16852 0,'0'0'0,"0"0"0,24-3 0,-11 2 16,42 1-16,-24 0 15,-20 0-15,55 8 16,-66-8-16,0 0 0,0 0 0,14 2 16,-2 0-16,1 0 0,12 2 0,1 0 0,0-1 15,3 3-15,0-2 0,0 0 0,-14-1 0,-1-1 0,-1 0 16,7 2-16,0-1 0,-1 0 0,-7-2 0,-2 0 16,0 1-16,14 1 0,-2-1 0,-1 1 0,5-7 15,-2 2-15,0 0 0,-24 2 0,25-7 0,-2 0 16,1 1-16,-24 6 0,13-4 0,-2 1 0,0-1 0</inkml:trace>
  <inkml:trace contextRef="#ctx0" brushRef="#br0" timeOffset="36434.603">19687 16519 0,'1'-3'0,"-1"3"0,1-1 16,-1 4-16,0 5 16,4 7-1,-3 8-15,-1 6 16,0-29-16,0 0 0,0 0 0,2 9 0,-2 0 0,0-1 16,1 7-16,-1-2 0,0 1 0,-3 2 0,2 1 15,0-1-15,0 3 0,1-1 0,0 0 0,-2 1 16,1-1-16,0 1 0,-2 5 0,0-1 0,0-1 15,-2 3-15,2-2 0,0 1 0,-2-2 0,3-1 0,0 0 16,0-1-16,1-1 0,0 0 0,-1 0 0,0 0 16,0-1-16,0-1 0,0 0 0,0 0 0,0-3 15,0-2-15,0 1 0,2-1 0,0 1 0,0-1 16,-4-2-16,3 0 0,0-1 0,-2-1 0,0 0 0,0-1 16,1-3-16,0 0 0,0-1 0,5-7 0,-2 1 15,0-1-15,0-2 0,0 2 0,0-1 0,1 2 16,-2 1-16,0 0 0</inkml:trace>
  <inkml:trace contextRef="#ctx0" brushRef="#br0" timeOffset="37067.0701">19588 16649 0,'12'-30'0,"8"-1"16,3 6-16,1-1 15,5 8-15,10 8 16,1 3 0,8 4-16,-48 3 0,0 0 0,18 2 15,0-2-15,-1 0 0,1 3 0,-3-1 0,1 0 16,1 0-16,-2-1 0,1 0 0,-3 1 0,0-1 16,1 0-16,-2 2 0,1 0 0,-1 0 0,-1-3 0,0 0 15,-1 0-15,-1 1 0,0-1 0,-1 0 0,-1 1 16,-2-1-16,0 1 0,-1 0 0,-1 0 0,0-1 15,0 1-15,-1-1 0,0 1 0,0 0 0,-2-1 16,0 0-16,1 0 0,-1 0 0,0 0 0,1 0 16,-1 0-16,0 0 0,-1-1 0,0 1 0,0 0 0,0 3 15,0 0-15,0 0 0,-2 2 0,2-1 0,0 0 16,-2 4-16,0-1 0,-1 1 0,0 1 0,1-1 16,0 0-16,1 2 0,0 0 0,0-1 0,-2 4 15,1 0-15,0 0 0,-3 5 0,3-1 0,0 0 0,0-2 16,1 1-16,0 0 0,-2 0 0,1 0 0,0-1 15,3 7-15,0-2 0,0 1 0,1 1 0,-1-1 16,0 0-16,-2 1 0,2-1 0,0 1 0,3-1 16,-2 1-16,0-1 0,-2 0 0,1-1 0,0 0 15,-2-1-15,2 1 0,0 0 0,-3-3 0,1 0 0,-1-1 16,1 0-16,2-2 0,0 1 0,-1-1 0,0-2 16,0 1-16,-3-1 0,0-2 0,0 1 0,0-5 15,1 1-15,0-1 0,-6-3 0,2 0 0,0 0 16,-4 1-16,2-1 0,0 1 0,0-6 0,0 1 15,1 1-15,-10-7 0,3 1 0,-1 0 0,-1-1 0,1 1 16,1 0-16,-4 1 0,2 0 0,-1-1 0,1-5 16,-1 1-16,0 1 0,1-1 0,1 1 0,1 1 15,-3 1-15,2 0 0,-1 0 0,3-7 0,1 1 16,1 0-16,12 13 0,-10-10 0,0-1 0,1 1 16,5 1-16,0 0 0,0 0 0,6-1 0,-1 0 0,0 1 15,2-1-15,0 1 0,0 0 0,8 16 0,-1 0 16,-1 0-16,-9-7 0,0 0 0,0 0 0</inkml:trace>
  <inkml:trace contextRef="#ctx0" brushRef="#br0" timeOffset="37600.5028">20100 16931 0,'0'0'0,"0"0"0,18-17 15,-6 7-15,25-21 16,-15 13-16,-14 12 15,29-29-15,-37 35 16,0 0-16,0 0 0,19-17 0,-1 1 0,1 0 16,-10 7-16,0 1 0,1 0 0,8-9 0,1 0 0,0 1 15,3-4-15,0 2 0,0-1 0,0-1 0,0 1 16,0-1-16,-22 20 0,27-24 0,-1 1 0,-1 0 16,0 0-16,0 0 0,0 1 0,4-5 0,0 1 15,0 1-15,14-15 0,0 0 0,1 0 0,-10 10 0,0 0 16,0 0-16,-7 4 0,0 2 0,0-1 0,-27 25 15,12-11-15,1 0 0,-1 0 0,11-18 0,-3 0 16,1 0-16,-21 29 0,14-17 0,-3 1 0,0 0 16,6-7-16,-3 1 0,1 1 0,-6 10 0,-2 0 15,1 0-15,1-6 0,0 2 0,0 0 0,-9 15 0,7-8 16,-3-1-16,0 1 0,-4 8 0,3-4 0,-2 1 16,0 0-16,1 3 0,-2-1 0,0 1 0,1-2 15,-1 2-15,0 0 0,0-1 0,0 1 0,0 0 16,-4-3-16,0 0 0,0 0 0,4 3 0,-4-3 0,2 1 15,-1 1-15,3 1 0,0 0 0,0 0 0,-1-1 16,0 0-16,0 1 0,1 0 0,0 0 0,0 0 16</inkml:trace>
  <inkml:trace contextRef="#ctx0" brushRef="#br0" timeOffset="37983.8615">20879 15920 0,'0'0'0,"0"0"0,0 0 15,5-2-15,-2 1 16,4-1-16,11-4 16,-1-1-1,-17 7-15,0 0 0,0 0 0,9-1 0,0 1 16,0-1-16,3-2 0,-2 0 0,1 0 0,1-2 0,-2 0 16,1 1-16,2 0 0,0 1 0,1 0 0,-1-1 15,-1 0-15,-1 0 0,3-1 0,-2 1 0,0 0 16,1-1-16,-3 2 0,0-1 0,-1 1 0,-1 1 15,0-1-15,3 1 0,-2 1 0,0 0 0,-1-4 0,1 1 16,-1 0-16,0 3 0,-2 0 0,1 0 0,-2 1 16,-2-1-16,0 1 0,-1 0 0,0 1 0,0-1 15,0 2-15,-2 0 0,0 0 0,1 3 0,-1 0 16,0-1-16,-2 6 0,1-1 0,0 1 0,0 1 0,1 0 16,0 0-16,-4 5 0,2-3 0,0 1 0,0-5 15,1-2-15,0 0 0,-3 11 0,2 0 0,-1 0 16,0-2-16,2 0 0,0 0 0,-4-2 0,0-1 15,0-1-15,2-2 0,0-2 0,-1 1 0,7-4 16,-2 0-16,0 0 0,-1-5 0,0 0 0,0 0 16,1 3-16,0-2 0,0 1 0</inkml:trace>
  <inkml:trace contextRef="#ctx0" brushRef="#br0" timeOffset="38382.9243">20702 15102 0,'5'-4'0,"2"-7"0,2 1 15,9 7-15,0 8 16,10 11-16,5 7 15,6-1 1,-39-22-16,0 0 0,0 0 0,0 0 0,16 11 0,-2-1 16,1 1-16,2 3 0,0 1 0,-1-1 0,2 2 0,-3-2 15,1 1-15,1 0 0,-3 0 0,0 0 0,0 1 16,-3-1-16,1 0 0,-3-1 0,-2 0 0,0 0 16,0 2-16,-3 0 0,0-1 0,-2-1 0,0 1 15,0-1-15,-5 3 0,0-2 0,0 1 0,-3-1 16,1-1-16,1 0 0,-4 0 0,1-1 0,0 1 0,-4-1 15,2-1-15,0 0 0,-5-1 0,3-1 0,-1 1 16,-1-3-16,1-1 0,-1 0 0,1-1 0,-1 0 16,1-1-16,0-2 0,-1 0 0,1-1 0,4-4 15,-1 0-15,1 1 0</inkml:trace>
  <inkml:trace contextRef="#ctx0" brushRef="#br0" timeOffset="38766.9027">20939 14691 0,'7'-12'0,"2"2"0,-9 10 0,-2-7 0,0 4 16,7 6-16,-5 7 16,12 10-16,4 7 15,-16-27-15,0 0 0,0 0 16,10 14-16,-3-1 0,0 0 0,3 1 0,-1-1 0,-1 0 16,2 3-16,1-1 0,-1 0 0,0 5 0,1-2 15,-1 0-15,0 3 0,0-2 0,-1 1 0,-1-1 16,-2-2-16,1 1 0,-2-3 0,-1 1 0,0 0 15,-2-2-15,-2-1 0,0 0 0,-3-2 0,0-2 0,0 1 16,-6-3-16,-1 0 0,1 0 0,9-7 0,-13 2 16,1 0-16,1-1 0,11-1 0,-35-8 0,2 1 15,-1 0-15,34 7 0,-52-17 0,0 1 0,0 0 16</inkml:trace>
  <inkml:trace contextRef="#ctx0" brushRef="#br0" timeOffset="53000.3074">16038 14984 0,'0'0'0,"0"0"0,0 0 16,0 0-16,0 0 16,0 0-16,0 0 15,0 0 1,0 0-16,0 0 0,0 0 0,0 0 0,0 0 0,0 0 16,0 0-16,0 0 0,0 0 0,18 2 0,0 0 15,0 0-15,-8-1 0,0 0 0,1 0 0,-7 0 16,0-1-16,0 0 0,-4 0 0,10 6 0,1 0 15,-1 0-15,-3-3 0,-2 1 0,0-1 0,-2-1 16,-1-1-16,0 0 0,9 7 0,-1-1 0,1 0 0,-11-7 16,7 5-16,-1-1 0,0 0 0,7 3 0,-3 0 15,0 0-15,-2-2 0,-3-2 0,0 1 0,12 6 16,-1-2-16,1 1 0,-8-4 0,0 1 0,1-1 16,-10-5-16,12 6 0,0 1 0,1-1 0,-6-3 0,-1 0 15,0 0-15,-3-2 0,0 1 0,-1-1 0,0-1 16,-2 0-16,0 0 0,1 1 0,-1-1 0,0 0 15,0 0-15,0 0 0,0 0 0,0 0 0,0 0 16,0 0-16,0 0 0,0 0 0,0 0 0,3 7 16,-2-1-16,0 1 0,0-3 0,0 0 0,0-1 0,0-1 15,-1 0-15,0 0 0,-6 8 0,2 0 0,0 0 16,-1-4-16,3 0 0,0 0 0,2-6 0,-1 2 16,0 0-16,0 1 0,-5 10 0,2-1 0,0 1 15,0-6-15,2 1 0,-1-1 0,-7 8 0,1-2 16,-1 0-16,10-13 0,-6 9 0,1-1 0,0-1 15,-8 6-15,1-2 0,1 1 0,3-5 0,1-1 0,1-1 16,-6 8-16,-1-1 0,1-1 0,5-4 0,0-1 16,1 0-16,2-3 0,2-1 0,0 1 0,2-3 15,0 0-15,0 0 0</inkml:trace>
  <inkml:trace contextRef="#ctx0" brushRef="#br0" timeOffset="53867.6375">14802 13801 0,'0'0'0,"0"0"16,0 0-16,0 0 15,0 0-15,0 0 16,0 0-1,0 0-15,0 0 0,0 0 16,0 0-16,0 0 0,0 0 0,0 0 0,-2 1 16,1-1-16,-1 1 0,0 0 0,2-1 0,0 0 15,0 1-15,0-1 0,0 0 0,0 0 0,12-1 0,-1 1 16,1 0-16,-5 0 0,0 0 0,0 0 0,-3 0 16,-2 0-16,0 0 0,-2 0 0,3 0 0,-3 0 15,0 0-15,12 0 0,0 0 0,1 0 0,-13 0 16,8 1-16,-1-1 0,1 0 0,9-1 0,1 1 15,-1-1-15,-17 1 0,12-1 0,-3 1 0,0 0 0,10-1 16,-2 1-16,1-1 0,-18 1 0,11 0 0,-1-1 16,-1 0-16,5 0 0,1 0 0,-1-1 0,-14 2 15,9 0-15,-1-1 0,0 1 0,-5-2 0,0 2 16,0 0-16,-3 0 0,2 0 0,-2 0 0,0 0 16,2 0-16,-2 0 0,0 0 0,6 7 0,0-2 0,0 0 15,-2-1-15,-1-1 0,0 1 0,0 9 0,-3 1 16,0-1-16,0-13 0,0 8 0,0-1 0,0 0 15,-3 6-15,3-2 0,0 1 0,-1-5 0,1-1 16,0 1-16,0-7 0,4 17 0,-3 0 0,0 0 16,0-7-16,0 0 0,0-1 0,0-4 0,-1-2 0,0 1 15</inkml:trace>
  <inkml:trace contextRef="#ctx0" brushRef="#br0" timeOffset="54533.0058">15121 15877 0,'0'0'0,"0"0"0,0 0 16,0 0-1,0 0-15,11 25 16,-2-9-16,-6-9 16,-3-7-16,0 0 0,0 0 0,7 10 0,-2 0 15,0 1-15,-5-11 0,3 6 0,0 0 0,1 0 16,-2-3-16,-1-1 0,0 0 0,8 8 0,-2-2 16,1 0-16,-2-2 0,-2-1 0,0-1 0,6 7 0,-1-1 15,-1 1-15,-2-5 0,-2 0 0,0 0 0,-1-3 16,-2-1-16,0 0 0,-1-2 0,6 9 0,-1-2 15,0 1-15,-2-3 0,0-1 0,0 1 0,-5 6 16,1-1-16,0 0 0,0-4 0,0-1 0,0 1 16,-9 4-16,-1-1 0,1 1 0,10-10 0,-6 6 0,0-1 15,-1 0-15,-13-3 0,0 0 0,0 0 0,20-2 16,-27-5-16,0 2 0,0-1 0,-3-3 0,1 1 16,0-1-16</inkml:trace>
  <inkml:trace contextRef="#ctx0" brushRef="#br0" timeOffset="75319.8023">11907 16548 0,'0'0'0,"-2"58"0,1-23 0,-4 18 16,3 49-1,2-47-15,-6 21 16,-3 9-16,9-85 0,0 0 0,0 0 16,-2 27-16,0 0 0,0 1 0,-1 3 0,0-1 0,1 1 15,1-16-15,0 0 0,0-1 0,1-14 0,-4 25 16,2 0-16,0-1 0,-3 14 0,0-1 0,0-1 15,1-16-15,2 0 0,0-1 0,2-19 0,-5 34 16,0-1-16,0-1 0,0-1 0,-1-2 0,1 1 16,2-16-16,1 0 0,0 0 0,-7 29 0,-1-1 0,1-1 15,3-17-15,1 0 0,0 0 0,5-24 16,-2 10-16,-1-1 0,1 0 0,0-6 0,2 0 0,0 0 16,5-18-16,0 0 0,-1 0 0,3-7 0,-1 1 15,0 0-15,-1 10 0,-2 0 0,0 0 0,-1 6 16,-1 1-16,0 0 0,0 2 0,-1 1 0,0 0 0</inkml:trace>
  <inkml:trace contextRef="#ctx0" brushRef="#br0" timeOffset="76503.5846">11785 16248 0,'0'0'0,"0"0"0,0 0 15,31 10-15,-14-5 16,40 7-16,-25-6 15,48 8-15,-80-14 0,0 0 16,0 0-16,15 2 0,0 1 0,-1-1 0,-6 0 16,1-1-16,-1 1 0,8 1 0,0-1 0,-1-1 15,-15-1-15,24 4 0,0-1 0,0 0 0,6 1 16,0 0-16,0 1 0,8 2 0,-1-2 0,0 1 0,1 0 16,-2-1-16,0 0 0,5 2 0,0-2 0,-1 0 15,-18-2-15,-3 0 0,1 0 0,21 3 0,-1-1 16,-1 0-16,-39-5 0,58 8 0,-3-2 0,1 1 15,-8-1-15,-1-1 0,1 0 0,-6 1 0,0-2 0,-1 0 16,-7-1-16,-1 0 0,0-1 0,-17-1 0,-1 0 16,1 0-16,-16-1 0,31-5 0,0 1 0,0-1 15,-13 2-15,-1 0 0,-1 0 0,2 3 0,0-1 16,-1 0-16,-8 0 0,1 1 0,-1 0 0,-9 0 16,4 0-16,-1 0 0,0 0 0,-2 0 0,0 0 0,0 0 15,-1 0-15,2 0 0,-2 0 0,0 0 0,0 0 16,0 0-16,0 0 0,0 0 0,0 0 0,0 0 15,0 0-15,0 0 0,0 0 0,0 0 0,0 0 16,0 0-16,0 0 0,4 4 0,0-1 0,0 1 16,-1-2-16,-1 0 0,0 1 0,-2-3 0,-1 9 0,1-1 15,0 0-15,-1-2 0,1-2 0,0 1 0,-3 8 16,2-1-16,0 0 0,0-5 0,0 0 0,0 0 16,3 10-16,-2 0 0,0 0 0,2-7 0,-2 0 15,0 0-15,-1 10 0,0 1 0,0-1 0,0-8 0,1-1 16,0 0-16,-2 7 0,1 1 0,0-1 0,0 7 15,0-1-15,0 0 0,-1 9 0,0 0 0,1 1 16,-1 0-16,2 0 0,0 0 0,-1 5 0,1-1 16,0-1-16,1 21 0,0-1 0,0 1 0,-1-58 15,1 43-15,1 0 0,-1 0 0,0-9 0,0 0 16,0-1-16,0-16 0,-1-2 0,0 1 0,3 3 0,-1 0 16,0-1-16,-1-8 0,0 0 0,0 0 0,3 14 15,-2-1-15,0 0 0,0-9 0,-1-1 0,0 0 16,1 7-16,-2 0 0,0 0 0,2-9 0,-2-1 15,0 1-15,2 8 0,-1-1 0,0 0 0,1-7 0,-2-1 16,0 0-16,2 3 0,-2 0 0,0 1 0,2-7 16,-2 0-16,0 0 0,1-5 0,-1 0 0,0 1 15,-1 6-15,1 0 0,0 1 0,-2-5 0,2 0 16,0 0-16,-1-3 0,1 0 0,0 0 0,-5 5 16,1 0-16,1 0 0,0-2 0,1-2 0,0 1 0,1-2 15,0-1-15,0 0 0,-9-1 0,0 0 16,1 0-16,3 0 0,1 0 0,0 0 0,-8-5 0,1 1 15,-1-1-15,5 2 0,2 1 0,0-1 0,-10-3 16,2 0-16,-1-1 0,7 3 0,0 1 0,-1 0 16,-9-1-16,0 0 0,1-1 0,7 3 0,1-1 15,0 1-15,-16-5 0,0 2 0,0-1 0,10 2 16,1 1-16,1 0 0,-11-2 0,3 1 0,-1-1 16,-6 0-16,1 1 0,0-1 0,0 0 0,1 2 0,1-1 15,11 3-15,2 0 0,-1-1 0,-13-2 0,1 0 16,0 0-16,10 1 0,1 1 0,-1 0 0,-14-3 15,1 1-15,0 1 0,-1-2 0,0 2 0,0-1 0,-5-1 16,2 1-16,0 0 0,0-1 0,2 2 0,0-1 16,-4 0-16,0-1 0,-1 0 0,5 1 0,0 0 15,0 1-15,-2-1 0,1 0 0,0 0 0,16 1 16,-1 1-16,1 0 0,-16-2 0,0 0 0,0 1 16,13 0-16,2 0 0,-1 1 0,-7-2 0,2 1 0,-1 0 15,-19-8-15,-1 1 0,1-1 0,18 5 0,1-1 16,1 1-16,6-5 0,3 2 0,-1 0 0,7 3 15,1 1-15,0 1 0,3 1 0,0 1 0,1 0 16,4-7-16,1 0 0,-1 1 0,0 2 0,-1 1 16,0-1-16,6-9 0,0 1 0,0-1 0,-1 6 0,-3 1 15,0 0-15,4-10 0,-2 1 0,0-1 0</inkml:trace>
  <inkml:trace contextRef="#ctx0" brushRef="#br0" timeOffset="76916.5551">11888 16234 0,'0'0'0,"0"0"0,0 0 16,0 0-16,0 0 16,0 0-16,5 52 15,-2-20-15,-3-32 0,0 0 16,3 19-16,-2 0 0,0 0 0,2-9 0,-3 0 15,0 0-15,1-6 0,-1 0 0,0 1 0,1-4 16,-1 0-16,0-1 0,-4 21 0,1-1 0,0 0 16,-3 7-16,2 0 0,0 0 0,1-13 0,1 0 0,0 0 15,1-9-15,0 0 0,-1 0 0,1-2 0,1-2 16,0 1-16,-4 10 0,0-1 0,0 1 0,4-12 16,0 0-16,0 0 0</inkml:trace>
  <inkml:trace contextRef="#ctx0" brushRef="#br0" timeOffset="77304.0038">12080 15936 0,'0'5'0,"2"13"0,-9 9 16,-2 13-16,-2 9 15,0 2-15,-1 0 16,-1-9-16,13-42 16,0 0-16,0 0 0,-3 13 0,1 0 0,0 0 15,-1-4-15,1 0 0,0-1 0,3-2 0,0-2 0,0 0 16,2-5-16,-1 1 0,0-1 0,2-4 0,0 1 16,1 0-16,-4-2 0,0-1 0,0 1 0,0 3 15,-1-1-15,0 1 0,0 1 0,0 1 0,0 1 16</inkml:trace>
  <inkml:trace contextRef="#ctx0" brushRef="#br0" timeOffset="77819.2761">12058 15754 0,'10'-10'0,"9"-7"0,-2 8 16,18 1-1,2 6-15,4 10 16,-6 5-16,-6-1 16,-29-12-16,0 0 0,0 0 0,8 7 0,0 0 15,1-1-15,-3 1 0,-1-2 0,0 1 0,-1 1 16,-2-2-16,0 1 0,-2 1 0,0 0 0,0 0 16,-2 2-16,0 1 0,0-1 0,-6 0 0,1-2 0,-1 1 15,1-1-15,1 1 0,0 0 0,-5-1 0,2 1 16,0-1-16,-1 1 0,-1-1 0,1 1 0,-3-2 15,1 1-15,0-1 0,1 0 0,1 0 0,0-1 16,-2 0-16,3-2 0,0 1 0,-2 0 0,2 1 16,0 0-16,1 0 0,3-1 0,0 1 0,1-1 0,0 0 15,0-1-15,0 0 0,2-1 0,-1 1 0,1-2 16,1 0-16,0 0 0,0 1 0,0-1 0,0 0 16,1 2-16,0-1 0,0 1 0,2-1 0,0 0 15,0 1-15,3 1 0,-2-1 0,0 0 0,3 3 16,0-1-16,0 0 0,4 2 0,-2-2 0,0 0 0,3 5 15,-2-2-15,0 0 0,5 0 0,-3 0 0,0 0 16,2 1-16,-1-1 0,1 0 0,-1 0 0,-1 1 16,1-1-16,1 0 0,-2 0 0,1 0 0,-1 3 15,0-2-15,-1 0 0,0-2 0,0-1 0,-1 0 16,-1-1-16,0 0 0,1-1 0,-5-1 0,-1-2 16,0 1-16,4 1 0,0-1 0,1 1 0,-1-3 0,-1 0 15,0 0-15,-2 0 0,0 0 0,-1 0 0,-2-1 16,0 1-16,0 0 0,1 0 0,-2 0 0,0 0 15</inkml:trace>
  <inkml:trace contextRef="#ctx0" brushRef="#br0" timeOffset="78152.6859">12629 15979 0,'-1'0'0,"1"0"0,-3 4 0,4 4 16,5 16 0,-5 2-16,-2 5 15,0-1-15,1-30 0,0 0 0,0 0 0,-3 12 16,0-1-16,0-1 0,-1 2 0,0 0 0,-1-1 16,0 1-16,2-1 0,0-1 0,-2-1 0,2-1 15,0 1-15,-4-1 0,3 0 0,0 1 0,0-3 16,1 0-16,0 0 0,1-3 0,0 0 0,0 0 15,-2 0-15,1 0 0,1-1 0,4-3 0,-2 1 0,0 0 16,3-2-16,-2 0 0,0 0 0,0-3 0,0 2 16,0-1-16,3-3 0,-1 1 0,0 0 0,-1-4 15,-2 2-15,0-1 0,1 5 0,-1 0 0,0 0 16,0 1-16,0 2 0,0-1 0,0 1 0,0 1 16,0-1-16,0 1 0</inkml:trace>
  <inkml:trace contextRef="#ctx0" brushRef="#br0" timeOffset="78366.8977">12452 15871 0,'0'0'0,"1"0"0,8-10 15,10 1-15,10 4 16,3 2-16,3 5 16,5 0-16,-40-2 0,0 0 15,0 0-15,14 2 0,-1-1 0,-1 1 0,0 0 16,1 1-16,-1-1 0,1 3 0,-1-1 0,0 0 15,2 4-15,-1-1 0,1 0 0,-4-2 0,-1 0 0,1 1 16,-1-2-16,0 1 0,1 0 0,-10-5 0,0 0 16,0 0-16,4 1 0,0 1 0,0 0 0</inkml:trace>
  <inkml:trace contextRef="#ctx0" brushRef="#br0" timeOffset="79067.2168">11868 16762 0,'7'0'0,"3"-3"16,13 7-16,2 0 15,8 0-15,4-4 16,4 5-16,6-4 15,-47-1-15,0 0 0,0 0 0,17 0 0,0-1 16,-1 1-16,5-2 0,-1 2 0,-1-1 0,3 3 16,-1 0-16,-1 0 0,3 0 0,0 0 0,-1-1 15,4 2-15,-1-2 0,0 1 0,4 0 0,0-1 0,0 0 16,1 0-16,-2-1 0,-1 1 0,3 1 0,-1-1 16,0 0-16,1 1 0,0-1 0,0 0 0,-7 1 15,0 0-15,-1-1 0,11 2 0,-2 1 0,0-1 16,5 1-16,0-1 0,0 1 0,-4-3 0,-2 1 15,0 0-15,-1 2 0,-1-1 0,0 0 0,-3 0 0,-1 0 16,1-1-16,-1 1 0,-1-1 0,-1-1 0,2 2 16,-2-1-16,0 0 0,0 1 0,-1-1 0,0 0 15,-2 0-15,0 0 0,0 0 0,-2 1 0,0 0 16,-1 0-16,0 0 0,-2-1 0,1-1 0,-3 3 16,-2-1-16,1 0 0,-2-2 0,-1 1 0,1 0 0,-4-5 15,0 1-15,0-1 0,-3 1 0,0 0 0,0-1 16,-5-3-16,1 2 0,0-1 0</inkml:trace>
  <inkml:trace contextRef="#ctx0" brushRef="#br0" timeOffset="79666.9131">11783 17208 0,'0'1'0,"-12"-2"15,-3-3-15,1 1 16,6 2-1,13-6-15,1 2 16,4 1-16,-10 4 0,0 0 0,0 0 16,0 0-16,8-1 0,-1-1 0,0 0 0,7 0 0,-2 1 15,1 0-15,-4 1 0,-2 0 0,0 0 0,5 1 16,-1-1-16,1 1 0,4 0 0,0 0 0,-1 0 16,6 1-16,-1-1 0,1 0 0,-6 1 0,-3-1 15,0 0-15,6 2 0,0-1 0,-1 0 0,5 1 16,-1 0-16,1 0 0,3 1 0,0-1 0,0-1 0,19 5 15,-1-1-15,1-1 0,0 2 0,-1-1 0,-1 0 16,-18-2-16,0 0 0,-1 0 0,8 1 0,-2 0 16,0-1-16,7 2 0,0 0 0,-1 0 0,2 1 15,-2-2-15,0 1 0,6 1 0,-2-1 0,0 0 16,-3 0-16,-2-1 0,0 0 0,3 2 0,-1-2 16,0 0-16,16 3 0,-1-1 0,1 1 0,-11-3 0,1 1 15,-1 0-15,-10-2 0,0 0 0,0 0 0,-7-1 16,-1 0-16,-1 0 0,-4-1 0,-1 0 0,1-1 15,-3 0-15,-3-1 0,0 1 0,1-4 0,-1 0 0,1 1 16,-7-1-16,0 1 0,0-1 0,-4 0 0,-2 1 16,0-1-16,-4-2 0,1 0 0,0 1 0,-4-3 15,0 1-15,1 1 0,6 5 0,-9-7 0,1 0 16,-1 0-16,9 7 0,-11-3 0,0 0 0,-1 1 16,-3 4-16,0 0 0,1 0 0</inkml:trace>
  <inkml:trace contextRef="#ctx0" brushRef="#br0" timeOffset="80233.5478">11805 17492 0,'-15'8'0,"-12"1"16,-2 1-16,5-3 15,0 1 1,2-7-16,23-1 16,-1 0-16,0 0 0,0 0 0,5 2 15,0 0-15,0 0 0,-5-2 0,5 1 0,1-1 16,-1 1-16,4-2 0,0 0 0,1 0 0,-10 1 15,13-1-15,1 0 0,-1 1 0,2-1 0,1 1 16,-1 0-16,-15 0 0,19-1 0,-2 1 0,-1 0 16,2-1-16,-3 1 0,1 0 0,-16 0 0,14 1 0,0-1 15,-1 0-15,8 1 0,-3 0 0,1 0 0,4 1 16,-2-1-16,1 1 0,-22-2 0,24 2 0,0 0 16,-1 1-16,3 0 0,-1-1 0,0 1 0,-25-3 15,30 4-15,0 0 0,0 1 0,20 4 0,-1 0 0,0 0 16,-6-2-16,-1 0 0,1 0 0,-43-7 0,37 7 15,-1 0-15,0 0 0,0 0 0,-1 0 0,-1 0 16,1 0-16,0-2 0,0 1 0,-35-6 0,34 7 16,-2 0-16,0-1 0,1-1 0,-2 1 0,0-1 15,6-1-15,-3 1 0,0 0 0,-34-5 0,33 7 0,-1 1 16,0-1-16,0-1 0,-2-1 0,0 0 0,2 1 16,-1-1-16,0-1 0,-31-4 0,17 4 0,-1 0 15,1-1-15,1 2 0,0-1 0,-1 0 0,3 1 16,-1-2-16,-1 1 0,1-1 0,-2-1 0,1 1 15,-7 0-15,0-2 0,-1 1 0,-10-2 0,14 1 0,0-1 16,-1 0-16,0 0 0,-1-1 0,1 1 0</inkml:trace>
  <inkml:trace contextRef="#ctx0" brushRef="#br0" timeOffset="80800.1481">12311 16234 0,'1'3'0,"2"3"0,6 12 15,-4-7-15,1 8 16,-3 14-1,-5 10-15,2-43 0,0 0 0,0 0 16,-1 19-16,-1-2 0,1 0 0,1-17 0,-2 12 16,1 0-16,0-1 0,-1 4 0,0 1 0,0-1 15,0 4-15,0 1 0,0-1 0,2-19 0,-3 22 16,1 0-16,0 0 0,-2 4 0,1-2 0,1 0 16,-2 8-16,2-2 0,0 0 0,-2 2 0,2-1 15,0 1-15,0-1 0,0-1 0,0 0 0,-2 20 0,-1 0 16,1 0-16,2-25 0,0-1 0,0 1 0,2-25 15,-4 26-15,2-1 0,0 1 0,2-26 0,-4 29 16,2 0-16,0 0 0,-3 1 0,3 0 0,0 0 16,-2 2-16,1-1 0,0 0 0,3-31 0,-3 26 15,1 0-15,0-1 0,-1-1 0,1-1 0,-1-1 0,0-5 16,2 0-16,0-1 0,1-6 0,0-2 0,0 1 16,2-7-16,-2 0 0,0-1 0,2-2 0,-2 1 15,0 0-15,1 0 0,-1-1 0,0 0 0</inkml:trace>
  <inkml:trace contextRef="#ctx0" brushRef="#br0" timeOffset="81300.6421">12820 16222 0,'1'-1'0,"0"3"0,1 5 0,4 14 15,-5 11-15,-4 1 16,5 11-16,-7 16 15,5-60-15,0 0 0,0 0 0,-1 7 0,1 0 16,0 0-16,-2 3 0,2-2 0,0 1 0,-5 35 16,0 0-16,0-1 0,0-1 0,1-1 0,-1 0 15,0-1-15,1-1 0,0 1 0,0-3 0,1-1 16,0 0-16,-1 2 0,-1 0 0,1 0 0,1-2 16,0 0-16,0 0 0,-1-1 0,1 1 0,0-1 0,-1-1 15,1 1-15,0-1 0,1-1 0,0-2 0,0 0 16,-3 0-16,1-1 0,0-1 0,0 3 0,0-2 15,1 0-15,-1-3 0,2 0 0,0 0 0,2-27 16,-5 23-16,2 0 0,0 0 0,-2-3 0,0-1 16,1 0-16,0-5 0,2 0 0,0 0 0,-1-5 0,1 0 15,0 0-15,2-9 0,-2 2 0,1 0 0,0 0 16,3-7-16,-1 0 0,0 0 0,4-6 0,-1 0 16,0 0-16,-4 11 0,8-21 0,1-1 0,-1 1 15,-8 21-15,0 0 0,0 0 0</inkml:trace>
  <inkml:trace contextRef="#ctx0" brushRef="#br0" timeOffset="81766.8155">13223 16326 0,'1'5'0,"10"14"16,-3-6-16,0 13 15,0 15 1,-3 11-16,-4 11 15,-1-22-15,0-41 0,0 0 16,0 0-16,-1 18 0,1 0 0,0-1 0,-2 6 16,2-1-16,0 1 0,-2 3 0,2-1 0,0 1 15,-3 3-15,1-1 0,0 0 0,-1 5 0,1 1 16,0-1-16,0-1 0,0 0 0,0 0 0,-1 3 0,1 0 16,0 0-16,0-3 0,1 0 0,0-1 0,1-31 15,-3 34-15,1 0 0,0-1 0,1-2 0,0-1 16,0 1-16,-1 2 0,2-1 0,0 0 0,-2-3 15,2-1-15,0 1 0,0-29 0,-1 30 0,1-1 16,0 0-16,-1-3 0,0-1 0,0 1 0,-1-5 0,2 0 16,0 0-16,-1-2 0,0 1 0,0-1 0,1-19 15,-1 13-15,0 1 0,0-1 0,0-6 0,1 0 16,0 0-16</inkml:trace>
  <inkml:trace contextRef="#ctx0" brushRef="#br0" timeOffset="167333.205">16491 18744 0,'-41'55'0,"17"-23"0,19-10 16,3-8 0,3-12-1,-1-2-15,5 8 16,42 49-16,-50-67 16,42-24-1,-2 1 1,-9 18-16,-15 9 15</inkml:trace>
  <inkml:trace contextRef="#ctx0" brushRef="#br0" timeOffset="167659.0682">16729 18920 0</inkml:trace>
  <inkml:trace contextRef="#ctx0" brushRef="#br0" timeOffset="167833.1664">16750 18908 0,'0'0'16,"10"-47"-1,-22 140 1,-2-22 0,8-180-16,4 37 15,19 18 1</inkml:trace>
  <inkml:trace contextRef="#ctx0" brushRef="#br0" timeOffset="170662.0409">16630 18890 0,'0'0'0,"0"0"0,0 0 0,0 0 0,0 0 0,0 0 0,0 0 0,0 0 0,0 0 0,0 0 0,-24 12 0,24-12 0,-16 11 16,9-7-1,5-4-15,1 2 16,-3-4-1,2 2-15,0-5 16,0 4 0,1-1-16,-4 5 15,1-6-15,0 3 16,2 1 0,3 1-16,-9 29 15,4-12 1,2-12-16,8-31 15,-2 9 1,-3 4-16,-1 3 16,4 8-1,-1 0-15,5-9 16,-1 1-16,-3 4 16</inkml:trace>
  <inkml:trace contextRef="#ctx0" brushRef="#br0" timeOffset="170685.5567">16586 18884 0</inkml:trace>
  <inkml:trace contextRef="#ctx0" brushRef="#br0" timeOffset="170791.1136">16589 18881 0,'0'0'0,"0"0"0,0 0 16,0 0-16,0 0 15,0 0-15,0 0 16,0 0-16,0 0 16,0 0-16</inkml:trace>
  <inkml:trace contextRef="#ctx0" brushRef="#br0" timeOffset="170816.1249">16605 18884 0</inkml:trace>
  <inkml:trace contextRef="#ctx0" brushRef="#br0" timeOffset="171370.8266">16640 18859 0,'0'10'0,"7"-3"0,-7-7 0,4 2 0,-3 0 16,0-2-16,-1 0 15,0 0-15,0 0 16,0 0-16,0 0 0,0 0 0,0 0 16,0 0-16,0 0 0,0 0 0,0 0 0,0 0 15,0 0-15,0 0 0,0 0 0,0 0 0,0 0 16,0 0-16,0 0 0,0 0 0,0 0 0,0 0 15,0 0-15,0 0 0,0 0 0,0 0 0,0 0 0,0 0 16,0 0-16,0 0 0,0 0 0,0 0 0,0 0 16,0 0-16,0 0 0,0 0 0,0 0 0,0 0 15,0 0-15,-2-5 0,0 1 0,0 0 0,-2 3 16,3 1-16,0-1 0,-1 4 0,0-1 0,0 1 16,-1 0-16,1-1 0,0 1 0,-2 1 0,1 0 15,0-1-15,-2-2 0,2 0 0,0-1 0,0 2 0,2 0 16,0-1-16,-2 2 0,2-1 0,0 0 0,-1 0 15,2-1-15,0-1 0,1 1 0,-1-1 0,0 0 16,1 2-16,0-1 0,0 1 0,1-1 0,-1 0 16,0-1-16,1 2 0,-2-2 0,0 0 0,1 0 0,-1 0 15,0 0-15</inkml:trace>
  <inkml:trace contextRef="#ctx0" brushRef="#br0" timeOffset="182700.2654">20853 16827 0,'0'0'0,"0"0"0,0 0 0,0 0 16,0 0-16,0 0 15,0 0-15,0 0 16,0 0-16,0 0 0,0 0 0,0 0 16,0 0-16,0 0 0,0 0 0,0 0 0,0 0 15,0 0-15,0 0 0,0 0 0,0 12 0,0 0 0,0 0 16,1-3-16,-1-2 0,0 0 0,-2 12 0,2 0 16,0 1-16,-1-9 0,1 0 0,0-1 0,-1-5 15,1-1-15,0 0 0,0-2 0,0-1 0,0 0 16,-5 27-16,0 0 0,0 0 0,1-11 0,1 0 15,0-1-15,0 9 0,1 0 0,0 0 0,-1 3 0,0-2 16,0 1-16,0-13 0,2-1 0,0 0 0,-4 8 16,3-2-16,0 0 0,-1-9 0,2 0 0,0 0 15,-5 9-15,0 1 0,-1-1 0,2-9 0,2 0 16,0 0-16,1-6 0,1 0 0,0 0 0,-6-9 16,-1 0-16,1 0 0,7 5 0,-4-5 0,0 2 0,0 0 15,4 3-15,0 0 0,0 0 0,-3-3 0,2 2 16,0 0-16,-1 0 0,2 1 0,0 0 0</inkml:trace>
  <inkml:trace contextRef="#ctx0" brushRef="#br0" timeOffset="182904.2727">20576 17447 0,'2'-3'0,"-2"3"0,4 13 0,16 0 16,11 3-16,6-4 16,3-2-16,6 8 15,-46-18-15,0 0 0,0 0 0,18 5 16,-2 0-16,1 0 0,-2-1 0,0-1 0,-1 0 15,3-1-15,-2 0 0,1 1 0,-2-4 0,1 0 0,-1 1 16,-14 0-16,12-3 0,0 1 0,-1 0 0,-2-3 16,-1-1-16,-1 0 0,-2-4 0,0 0 0,0 1 15,0-1-15,-3 1 0,0 1 0,0 3 0,-1 0 16,0 1-16,0 2 0,-1 1 0,0 0 0,0 0 16,0 0-16,0 1 0</inkml:trace>
  <inkml:trace contextRef="#ctx0" brushRef="#br0" timeOffset="183133.0197">20651 16859 0,'-4'-10'0,"4"-12"0,3 6 15,-3 7-15,4 7 16,8-10-16,9-3 16,-21 15-16,0 0 0,0 0 15,0 0-15,18 0 0,1 0 0,0 0 0,0 1 16,-1 0-16,-1 0 0,0 2 0,-1-1 0,1 1 0,-2 0 15,1 0-15,-1 0 0,-1 1 0,-2 0 0,1-1 16,-1 3-16,0-1 0,1 0 0,-3-2 0,1 0 16,-1 0-16,-10-3 0,0 0 0,0 0 0,5 2 15,-1-1-15,0 0 0</inkml:trace>
  <inkml:trace contextRef="#ctx0" brushRef="#br0" timeOffset="183616.8107">21286 17376 0,'0'0'0,"0"0"16,0 0-16,0 0 15,-12-6-15,4-1 16,-7-8-1,-7 4-15,22 11 0,0 0 0,0 0 0,-8-4 16,0 1-16,0 0 0,0 2 0,2 0 0,0 0 16,-2 0-16,-1 0 0,1 0 0,0 3 0,1-1 15,-1 1-15,0 5 0,2 0 0,0-1 0,-2 0 16,3 1-16,0-1 0,-1 4 0,1 0 0,0 0 16,-1 1-16,1 0 0,0-1 0,0 0 0,0 0 0,0 0 15,2 2-15,3-1 0,0 0 0,3 1 0,-3-1 16,0 0-16,7 0 0,-2-1 0,0 0 0,1-1 15,1-2-15,-1 1 0,4-2 0,-2 0 0,1 1 16,0-3-16,0 0 0,1 0 0,1-3 0,-2 0 0,0-1 16,1 1-16,-2-1 0,0 0 0,2-4 0,-2 0 15,0 1-15,0-3 0,-1 0 0,-1 0 0,0-6 16,0 2-16,0-1 0,0-2 0,-3 1 0,0 0 16,0-9-16,-2 0 0,0 0 0,-2 1 0,1 1 15,0 0-15,-3-2 0,0 1 0,0 0 0,-3 6 0,3 0 16,0 0-16,0 3 0,1 1 0,0 0 0,1-2 15,0 0-15,0 0 0,1 12 0,1-11 0,-1 0 16,0 0-16,3 3 0,0 0 0,0 1 0,-3 7 16,0 0-16,0 0 0</inkml:trace>
  <inkml:trace contextRef="#ctx0" brushRef="#br0" timeOffset="183933.493">21663 17075 0,'0'0'0,"4"-2"0,-2 1 16,-3 3-16,8 7 15,-6 13-15,0 0 16,-10 15-16,9-37 16,0 0-16,0 0 0,-5 15 0,1-1 0,0-1 15,-3 6-15,1-2 0,0 1 0,-2 2 0,3 1 0,0-1 16,-2 1-16,2 0 0,-1 0 0,-1 0 0,2-2 15,0 1-15,-2 0 0,1-1 0,1 0 0,3 2 16,1-1-16,0 0 0,-3-5 0,2-1 0,0 1 16,1-2-16,0 0 0,0 0 0,3-3 0,-1 1 15,0-1-15,0-2 0,0-1 0,0 0 0,1-4 0,-2 0 16,0-1-16,-1-5 0,1 0 0,0 1 0,-2-6 16,2 1-16,0-1 0,2-4 0,-1 0 0,0 1 15,1 4-15,-2 0 0,0 1 0</inkml:trace>
  <inkml:trace contextRef="#ctx0" brushRef="#br0" timeOffset="184150.2058">21416 16949 0,'11'-2'0,"11"-7"0,12 5 0,18 4 15,14 4-15,-3 3 16,5 1-16,6 4 16,-74-12-16,0 0 0,0 0 0,23 5 0,0-1 15,-1 1-15,0 0 0,-1-2 0,-1 1 0,-4-7 16,-1 1-16,1 0 0,-16 2 0,10-8 0,0 0 16,1-1-16</inkml:trace>
  <inkml:trace contextRef="#ctx0" brushRef="#br0" timeOffset="185453.806">20416 17881 0,'-11'-16'0,"-5"-8"0,11 9 15,0-9 1,-3-8-16,4-9 16,-1-8-16,5 49 0,0 0 15,0 0-15,0 0 0,-1-11 0,0 1 0,0 0 16,0-3-16,0 0 0,0-1 0,1 14 0,-1-13 16,0 0-16,0 0 0,0-6 0,1 0 0,0 0 15,3-6-15,-2 2 0,0-1 0,4-2 0,-2 1 0,0 0 16,4-2-16,-3 0 0,0-1 0,2 1 0,-1 2 15,0-1-15,4 4 0,-3-1 0,0 0 0,3 0 16,0 0-16,-1 1 0,2 1 0,0 0 0,-1 1 16,-9 20-16,9-20 0,0 1 0,1 0 0,0-3 15,0 2-15,1 0 0,0 1 0,0 0 0,1 1 16,0 1-16,-1 1 0,-1-1 0,-10 17 0,13-18 0,0 0 16,-1 1-16,1 0 0,-1 1 0,0 1 0,1 0 15,-1 1-15,1-1 0,2 1 0,0-1 0,-1 1 16,3 0-16,-3 1 0,1-1 0,1 3 0,-1-1 15,-1 1-15,4-1 0,-1 1 0,1 0 0,-1 1 0,1 1 16,-1 0-16,2 3 0,-2 0 0,-1-1 0,-16 7 16,20-6-16,-2 1 0,1-1 0,5 0 0,-3 1 15,1 1-15,2 0 0,-1 1 0,-1 0 0,1 1 16,0-1-16,0 1 0,4 0 0,-1 2 0,0-1 16,-26 1-16,28 1 0,-1-1 0,0 0 0,0 3 0,-3-1 15,1 0-15,3 2 0,0 0 0,0 0 0,0 1 16,-2 0-16,0 0 0,-2 2 0,0-1 0,0 1 15,1 2-15,0-1 0,-1 0 0,0 2 0,-1-1 16,0 1-16,-23-10 0,21 11 0,0 0 0,0 0 16,2 3-16,-1 0 0,0-1 0,-1 2 0,-1 0 15,1-1-15,-3 3 0,1-2 0,0 0 0,-1 2 0,1 1 16,-1-1-16,-1 2 0,-1-2 0,-1 1 0,1 0 16,-3-2-16,0 1 0,3 4 0,-3-2 0,1 0 15,-1 1-15,0 0 0,-1-1 0,-1 1 0,0-1 16,-1 1-16,0 2 0,1 0 0,-1-1 0,-1 1 0,0-1 15,-1 1-15,0 0 0,-1-1 0,1 0 0,-8-21 16,0 0-16,0 0 0,8 36 0,-1-1 0,0-1 16,-1-4-16,-3-2 0,0 1 0,-1-5 0,-1 0 15,0 0-15,-2 1 0,1 0 0,0 0 0,-3 0 16,1 0-16,0-1 0,-4-1 0,3-1 0,0 0 0,-2 4 16,0-2-16,0 1 0,-3-1 0,2 0 0,0-1 15,-1-1-15,0 0 0,-1 0 0,-1 3 0,0-2 16,-1 0-16,0-1 0,0 0 0,-1-1 0,1-1 15,0 0-15,-1-1 0,-3 2 0,2 1 0,-1-1 16,-2-1-16,1-1 0,1-1 0,-1-1 0,1-2 16,0 1-16,-4 1 0,1-1 0,1 0 0,-2 0 0,1-1 15,-1 0-15,0-2 0,0-1 0,1 1 0,-5 1 16,2-2-16,1 1 0,-3-1 0,3-2 0,-1 1 16,-2-3-16,3 0 0,-1 0 0,-4-1 0,3 0 15,-1 0-15,0-2 0,1 1 0,-1-1 0,0-2 16,1 0-16,-1 0 0,-4-1 0,2 0 0,1-1 0,-3-2 15,2 1-15,0 0 0,0-2 0,-1 1 0,0-1 16,-3-2-16,0 0 0,0 1 0,2-2 0,-1 1 16,0-1-16,0-2 0,1 1 0,1 0 0,-4-1 15,0-1-15,0 1 0,0-3 0,0 1 0,0 0 16,2-2-16,2 1 0,1-1 0,-2-1 0,0 0 0,0 1 16,1-3-16,1 2 0,-1-1 0,2-2 0,2 0 15,-1 1-15,-1-5 0,2 0 0,-1 0 0,2-2 16,1-1-16,-1 1 0,4-4 0,0 1 0,1 0 15,-4-3-15,1 1 0,1 1 0</inkml:trace>
  <inkml:trace contextRef="#ctx0" brushRef="#br0" timeOffset="189978.1837">15712 13447 0,'0'0'0,"0"0"0,0 0 0,0 0 16,0 0 0,0 0-16,0 0 15,0 0-15,0 0 0,0 0 0,0 0 16,0 0-16,0 0 0,0 0 0,0 0 0,0 0 15,9 3-15,-1-1 0,-1 0 0,-7-2 0,6 2 16,-2-1-16,0-1 0,-2 1 0,1-1 0,-1 0 16,1 10-16,0-1 0,0 1 0,0-3 0,-2-3 0,0 2 15,-1-6-15,1 4 0,-1 0 0,0 0 0,-1-1 16,1-1-16,0-1 0,0-1 0,0 10 0,0-1 16,0 0-16,0-4 0,0 1 0,0-1 0,0 5 15,0 1-15,0-1 0,0-10 0,0 7 0,0-2 16,0 0-16,0 6 0,0-1 0,0 0 0,0-10 0,0 6 15,0 0-15,0-1 0,1-3 0,-1 0 0,0 1 16,0-3-16,0 1 0,0 0 0,0 0 0,0-1 16,0 0-16</inkml:trace>
  <inkml:trace contextRef="#ctx0" brushRef="#br0" timeOffset="191136.0715">15735 16372 0,'0'0'0,"0"0"0,0 0 0,0 0 15,17 11 1,-4-6-16,-13-5 15,4 4-15,-4-4 0,0 0 0,0 0 0,1 0 16,-1 0-16,0 0 0,1 1 0,-1-1 0,0 0 16,0 0-16,0 0 0,0 0 0,6-10 0,0 1 15,1 0-15,-2 4 0,-2 0 0,0 0 0,-1 2 16,-1 1-16,0 0 0,1 1 0,-2 0 0,0 0 16,0 1-16,0 0 0,0 0 0,0 0 0,0 0 0,0 0 15,0 0-15,0 0 0,0 0 0,0 0 0,0 0 16,0 0-16,0 0 0,0 0 0,4-7 0,1 1 15,-1 0-15,0 3 0,-2-1 0,0 1 0,-1 0 16,0 1-16,0 1 0,0 0 0,-1 1 0,0 0 16,0 0-16,0 0 0,0 0 0,0-1 0,0 1 0,0 0 15,0 0-15,0 0 0,0 0 0,0 0 0,0 0 16,0 0-16,0 0 0,0 0 0,0 0 0,0 0 16,0 0-16,0 0 0,0 0 0,0 0 0,0 0 15,3-7-15,-1 1 0,0-1 0,-2 7 0,1-4 0,0 0 16,0-1-16,1 4 0,-2-1 0,0 0 0,0 1 15,0 1-15,0 0 0,0-1 0,0 1 0,0 0 16,0 0-16,10-2 0,-2 0 0,0-1 0,-3 2 16,1 0-16,-1 1 0,-3-2 0,0 2 0,0-1 15,-2 1-15,7 6 0,0-1 0,1-1 0,-3 0 0,-1-2 16,0 1-16,-2-1 0,-1-1 0,0 0 0,-1-1 16,2 1-16,-2-1 0,0 0 0,3 11 0,0-1 15,-1 0-15,0-4 0,-1 0 0,0 0 0,1-4 16,-2 0-16,0 1 0,0-3 0,-3 9 0,0 0 15,-1-1-15,2-2 0,0-1 0,0 0 0,-5 3 16,1-1-16,0 0 0,6-7 0,-4 4 0,0 0 0,1 0 16,-4 2-16,0-1 0,0 1 0,1-3 0,3-1 15,0 1-15,3-3 0,-2 1 0,1 0 0,0 0 16,-1-1-16,2 1 0,0-1 0,0 0 0,0 0 16,0 0-16,0 0 0,0 1 0,0-1 0,0 0 0,-3 6 15,1 0-15,0 0 0,1-2 0,0 0 0,0-1 16,-1-1-16,2-1 0,0 1 0,0-2 0,6 8 15,-1-1-15,0 1 0,-1-3 0,-1-1 0,1 0 16,5 1-16,-1 0 0,0 0 0,-2-2 0,-1-1 16,0 0-16,-3 0 0,0-1 0,0-1 0,-2 0 0,11-1 15,-1-1-15,-1 0 0,-9 2 0,7-2 0,-2 2 16,1-1-16</inkml:trace>
  <inkml:trace contextRef="#ctx0" brushRef="#br0" timeOffset="192050.1256">17374 15128 0,'0'0'0,"0"0"0,0 0 0,0 0 16,0 0 0,15-27-16,-7 9 15,-5 12-15,-3 6 0,0 0 0,0 0 16,1-1-16,-1 0 0,0 1 0,1-1 0,-1 1 15,0 0-15,0 0 0,0 0 0,0 0 0,0 0 16,9 1-16,1-1 0,-1 0 0,-3 1 0,-1-1 0,0 0 16,6 4-16,-3 0 0,0-1 0,-2 0 0,-2 0 15,0-1-15,-4-2 0,3 2 0,-2-2 0,0 1 16,5 5-16,-1-1 0,1 1 0,-3-2 0,0-1 16,0 0-16,-2-1 0,0-1 0,0 0 0,-1-1 15,2 9-15,0-2 0,0 1 0,0-3 0,-1-2 0,0 1 16,0-2-16,-1 0 0,0-1 0,1 1 15,-1-2-15,0 1 0,0-1 0,0 0 0,0 0 16,-8 7-16,2-1 0,0-1 0,2-1 0,-1 0 16,1-1-16,2-1 0,1-1 0,0 1 0,1-2 15,-2 0-15,2 0 0,0 0 0,-1 1 0,1-1 0,0 0 16,0 0-16,0 0 0,0 0 0,-5 7 0,1-2 16,0 1-16,0-2 0,2-1 0,0 1 0,0-3 15,1 1-15,0 0 0,6 5 0,-2 0 0,1 0 16,-1-2-16,-1-1 0,0 0 0,-1-2 0,0-1 15,0 0-15,3 6 0,0-1 0,0 1 0,-1-3 0,-1 0 16,1-1-16,3 7 0,-1 0 0,0 0 0,-1-4 16,-2-1-16,0 1 0,-2-6 0,1 2 0,0 0 15,0-1-15,-2 9 0,0-2 0,0 0 0,0-2 16,0-1-16,0-1 0,-9 1 0,2 1 0,-1-1 16,9-5-16,-5 3 0,0 0 0,0-1 0,-15-4 0,1-1 15,-1 1-15</inkml:trace>
  <inkml:trace contextRef="#ctx0" brushRef="#br0" timeOffset="845500.0984">22566 9276 0,'0'0'0,"0"0"16,0 0-16,0 0 15,0 0-15,0 0 16,29 48 0,-29-48-16,0 0 0,0 0 0,0 0 0,0 0 0,7 9 15,-2 0-15,0 0 0,-5-9 0,2 5 0,0-1 16,0-1-16,12 6 0,-2 0 0,1-1 0,-13-8 0,19-1 15,1 1-15,0 0 0,-20 0 0,11-2 0,-1 2 16,1-1-16,-11 1 0,0 0 0,21-16 0,1 1 16,0-1-16,-22 16 0,31-21 0,-1 1 0,0 1 15,5 4-15,-2-2 0,0 2 0</inkml:trace>
  <inkml:trace contextRef="#ctx0" brushRef="#br0" timeOffset="845916.7454">22888 10410 0,'0'0'0,"0"0"0,0 0 16,0 0 0,52-14-16,16-36 15,-4-1 1,-64 51-16,0 0 0,0 0 16,0 0-16,31-21 0,-1 0 0,0 0 0</inkml:trace>
  <inkml:trace contextRef="#ctx0" brushRef="#br0" timeOffset="846499.8578">24090 11082 0,'0'0'0,"0"0"0,0 0 16,0 0-16,0 0 16,0 0-16,0 0 15,0 0-15,0 0 16,0 0-16,0 0 0,0 0 0,0 0 0,0 0 0,0 0 15,0 0-15,0 0 0,26-6 0,-1 2 0,0 0 16,-25 4-16,21-11 0,1 2 0,0 0 0,-22 9 16,39-31-16,-1 1 0,1 1 0,-39 29 0,58-30 15,-1 1-15,0 1 0</inkml:trace>
  <inkml:trace contextRef="#ctx0" brushRef="#br0" timeOffset="847038.3834">22623 12754 0,'-7'1'0,"-2"0"15,4 0 1,4 3-16,3 1 16,6-2-16,12-9 15,-20 6-15,0 0 0,0 0 16,13-10-16,0-1 0,-1 1 0,-12 10 0,19-21 16,-3 2-16,1 0 0,15 0 0,-1 1 0,0 0 15</inkml:trace>
  <inkml:trace contextRef="#ctx0" brushRef="#br0" timeOffset="1.17932E6">18680 16075 0,'0'0'0,"0"0"0,0 0 16,0 0-16,0 0 15,0 0 1,0 0-16,0 0 15,0 0-15,0 0 0,0 0 0,0 0 0,0 0 0,0 0 16,0 0-16,0 0 0,0 0 0,4 16 0,-2 0 16,0 0-16,1-6 0,-2 0 0,0-1 0,1-5 15,-2 1-15,0-1 0,16 8 0,-2 0 0,0 0 16,-14-12-16,10 7 0,-2 0 0,0 0 0,-4-3 0,0-2 16,-1 0-16,12 9 0,0-1 0,-1 0 0,-6-3 15,1-1-15,-1 0 0,-8-6 0,0 0 0,0 0 16</inkml:trace>
  <inkml:trace contextRef="#ctx0" brushRef="#br0" timeOffset="1.1798E6">18667 16096 0,'0'0'0,"0"0"0,0 0 0,8-55 16,-1 8-16,4 12 16,9 9-16,-3 1 15,-17 25-15,0 0 0,8-3 0,0 0 16,-1 1-16,0-2 0,-2 0 0,0 0 0,3 1 15,-1 1-15,0-1 0,2 2 0,1 0 0,-1 0 16,-3 4-16,1-1 0,-1 0 0,1 2 0,-2-1 0,0 1 16,4 1-16,-3-1 0,0 0 0,-2 3 0,-2-2 15,0 1-15,0 2 0,0-1 0,0 0 0,3 2 16,-3 0-16,0 0 0,0 2 0,-2-2 0,0 1 16,1 1-16,-1-1 0,0 0 0,-1 0 0,0-1 15,0 1-15,-3-1 0,1-1 0,1 0 0,0 2 0,2-2 16,0 0-16,-3-1 0,1 0 0,0 0 0,-2-3 15,2 0-15,0 1 0,1-4 0,0 1 0,0 0 16,-1-1-16,2-1 0,0 0 0,3-1 0,-2 1 16,0 0-16,4-4 0,-2 1 0,0-1 0,7 1 15,-2 0-15,0 0 0,-2-6 0,0-1 0,1 1 0,5-3 16,-2 0-16,1-1 0,5-2 0,0 1 0,-1-1 16,4 0-16,-3-1 0,1 0 0,5 0 0,-3 1 15,1-1-15,4-2 0,-2 0 0,1 0 0</inkml:trace>
  <inkml:trace contextRef="#ctx0" brushRef="#br0" timeOffset="1.19129E6">14285 15129 0,'0'0'16,"0"0"-16,0 0 16,0 0-16,0 0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8-28T08:19:32.188"/>
    </inkml:context>
    <inkml:brush xml:id="br0">
      <inkml:brushProperty name="width" value="0.05292" units="cm"/>
      <inkml:brushProperty name="height" value="0.05292" units="cm"/>
      <inkml:brushProperty name="color" value="#FF0000"/>
    </inkml:brush>
    <inkml:context xml:id="ctx1">
      <inkml:inkSource xml:id="inkSrc54">
        <inkml:traceFormat>
          <inkml:channel name="X" type="integer" max="1920" units="cm"/>
          <inkml:channel name="Y" type="integer" max="1080" units="cm"/>
          <inkml:channel name="T" type="integer" max="2.14748E9" units="dev"/>
        </inkml:traceFormat>
        <inkml:channelProperties>
          <inkml:channelProperty channel="X" name="resolution" value="11.56627" units="1/cm"/>
          <inkml:channelProperty channel="Y" name="resolution" value="11.56317" units="1/cm"/>
          <inkml:channelProperty channel="T" name="resolution" value="1" units="1/dev"/>
        </inkml:channelProperties>
      </inkml:inkSource>
      <inkml:timestamp xml:id="ts1" timeString="2026-08-28T08:24:28.807"/>
    </inkml:context>
  </inkml:definitions>
  <inkml:trace contextRef="#ctx0" brushRef="#br0">22852 6183 0,'0'0'0,"0"0"0,0 0 15,0 0-15,0 0 16,0 0-16,0 0 15,0 0 1,0 0-16,0 0 0,0 0 0,0 0 0,19-8 0,-1 2 16,1 0-16,-19 6 0,12-5 0,-1 1 0,-1 0 15,-10 4-15,0 0 0,5-1 0,-1-1 0,0 1 16,-4 1-16,17-2 0,-3 1 0,1 1 0,-15 0 16,0 0-16,23-1 0,-2 1 0,1 0 0,-11 0 15,1 0-15,-1 0 0,-11 0 0,0 0 0,27-2 0,-2 1 16,0 1-16,-25 0 0,30-3 0,0 2 0,-1-1 15,-29 2-15,0 0 0,34-2 0,-1-1 0,0 0 16,-33 3-16,42-3 0,-2-1 0,1 2 0,-41 2 16,44-2-16,1 1 0,-1-1 0,-44 2 0,73-2 15,-1 0-15,-1 1 0,-71 1 0,88 1 0,-2-1 0,-1 0 16,-85 0-16,62 2 0,-1 0 0,0-2 0,-61 0 16,53 4-16,0-1 0,0-1 0,-53-2 0,50 4 15,0-1-15,-1-1 0,-49-2 0,51 2 0,0-1 16,-1 0-16,-50-1 0,52 0 0,-1 0 0,-1 0 0,-50 0 15,55 1-15,-1 0 0,0 0 0,-1 1 0,0-1 16,0 0-16,-53-1 0,54 2 0,-2-1 0,1 1 16,-53-2-16,52 2 0,-3-2 0,1 2 0,-50-2 15,39 0-15,0 0 0,1 1 0,-40-1 0,0 0 16,46 1-16,-1-1 0,-1 0 0,10 1 0,0-1 0,-1 0 16,-53 0-16,53 0 0,0 0 0,-1 0 0,-4 2 15,-2-2-15,1 0 0,-47 0 0,39-2 0,0 2 16,-1-1-16,-6-1 0,0 2 0,0 0 0,-17-2 15,0 2-15,-1-1 0,-14 1 0,22-3 0,0 2 0,-1 1 16,-21 0-16,12-3 0,-1 2 0,1 0 0,6-2 16,1 1-16,-1-1 0,-7 2 0,-1-1 0,0 0 15,-4 2-15,-3 0 0,0 0 0,-1-2 0,-1 2 16,0 0-16,0 0 0,-1 0 0,0 0 0,0 0 16,0 0-16,0 0 0,-4-4 0,2 0 0,0 1 15,2 3-15,0 0 0,0 0 0</inkml:trace>
  <inkml:trace contextRef="#ctx0" brushRef="#br0" timeOffset="5333.5515">23979 11420 0,'0'0'0,"0"0"0,0 0 16,0 0-16,-9 56 15,3-24-15,-3 42 16,9-74-16,0 0 0,0 0 16,-3 15-16,2-2 0,0 0 0,1-13 0,-7 42 15,3-1-15,0 1 0,4-42 0,0 0 0,-3 23 16,1 0-16,0 1 0,-2 11 0,2-1 0,0 1 15,2-35-15,-5 51 0,1-1 0,1 0 0,-1 6 0,0 0 16,0 0-16,4-56 0,-4 69 0,1-3 0,0 1 16,3-67-16,-4 107 0,2-2 0,0 1 0,0 6 15,0-1-15,0 1 0,2-112 0,1 88 0,-1-1 16,0 0-16,0-87 0,4 66 0,-2-1 0,0-1 16,3-17-16,-1-1 0,0-1 0,-3-10 0,0-1 15,0 0-15,-1-34 0,1 17 0,-1-2 0,0 0 16,-3 2-16,2 0 0,0-1 0,-1-6 0,1-2 0,0 0 15,0-5-15,1 0 0,0 0 0,0-2 0,0 1 16,0-1-16,0-1 0,0 0 0,0 0 0,0 0 16,0-16-16,0-1 0,0 1 0,0 16 0,0 0 15,-2-23-15,2 1 0,0-1 0,-1 11 0,1 0 16,0 0-16</inkml:trace>
  <inkml:trace contextRef="#ctx0" brushRef="#br0" timeOffset="7333.3914">23889 11423 0,'0'0'0,"0"0"16,0 0-16,0 0 15,0 0 1,60-20-16,-23 10 15,-37 10-15,0 0 0,0 0 0,0 0 16,28 0-16,0 0 0,0 0 0,-12 0 0,-1 1 16,-1-1-16,-14 0 0,27 0 0,-1 0 0,0 0 15,-26 0-15,29-1 0,-1 0 0,1-1 0,-29 2 0,39 0 16,-3 0-16,0 0 0,12-2 0,-2 0 0,1 1 16,-47 1-16,23-2 0,1 1 0,0 1 0,18-4 15,0 0-15,-1 1 0,6-1 0,-1 1 0,-1 0 16,-45 3-16,54-3 0,0 0 0,0 2 0,38-6 15,-2 2-15,-1 0 0,-8-1 0,-1 1 0,-1 0 0,-79 5 16,71-5-16,-1 0 0,0 1 0,-6-1 0,0 1 16,0 0-16,-64 4 0,62-4 0,-2 2 0,0 0 15,0-1-15,-2 0 0,0 1 0,0 1 0,-1 0 16,0 0-16,-57 1 0,58 1 0,0 0 0,0 0 16,-58-1-16,47 1 0,-3-1 0,1 0 0,-45 0 0,55 1 15,1-1-15,0 1 0,-56-1 0,0 0 0,68-1 16,-2 0-16,1 1 0,10-2 0,1 1 0,-1 1 15,-77 0-15,79-3 0,-1 2 0,1-1 0,-79 2 16,72-2-16,-1-1 0,1 1 0,-72 2 0,0 0 16,53-2-16,-1 2 0,0-1 0,-52 1 0,62-2 0,0 2 15,0-1-15,8-1 0,-1 2 0,1-1 0,-70 1 16,68-1-16,0 1 0,0 0 0,-68 0 0,64-1 16,-2 0-16,0 1 0,-62 0 0,59-1 0,0 1 15,0 0-15,-59 0 0,56 0 0,-2 0 0,-1 0 16,-53 0-16,42 1 0,-1-1 0,0 1 0,-41-1 0,51 2 15,-1-1-15,-1 1 0,-2-1 0,-3 0 0,1 0 16,-45-1-16,55 2 0,-3-1 0,1 0 0,-53-1 16,45 3-16,0 0 0,-1 0 0,4-1 0,-2-1 15,1 1-15,-47-2 0,49 2 0,-1 0 0,0-1 16,-48-1-16,23 0 0,1 0 0,0 0 0,14 2 16,-2-1-16,0 0 0,-36-1 0,35-1 0,-1 0 0,0 1 15,-34 0-15,0 0 0,0 0 0,30-4 0,0 1 16,0 0-16,-30 3 0,0 0 0,0 0 0,28-6 15,0 3-15,-1-1 0,-27 4 0,0 0 0,0 0 0,26-8 16,0 1-16,0-1 0,-1 5 0,-2-1 16,-1 1-16,-9 2 0,-3-1 0,0 1 0,-5 1 0,-1 0 15,-1 0-15,-1 0 0,-1 0 0,0 0 0,0 0 16,-1 0-16,0 0 0,0 0 0,0 0 0,0 0 16,0 0-16,0 0 0,0 0 0,1 10 0,-1 0 15,0 0-15,0-4 0,0 0 0,0 0 0,0-4 0,0 1 16,0-1-16,-5 10 0,2-2 0,0 0 0,-1-3 15,2 0-15,0-1 0,-1 7 0,0 0 0,0 0 16,0-6-16,2 0 0,0 0 0,-3 9 0,2-1 16,0 1-16,-1-7 0,2 0 0,0-1 0,0 14 15,1 1-15,0-1 0,0-9 0,0-1 0,0 0 0,-2 10 16,1-1-16,0 0 0,0-10 0,0 0 0,0 1 16,-2 21-16,0 0 0,0 0 0,0 3 0,1-1 15,0 0-15,-3 40 0,3-2 0,0 0 0,1-32 16,0-2-16,0 1 0,-3-13 0,2-1 0,0 1 15,0 4-15,2-1 0,0 1 0,3 37 0,-1-2 0,0 1 16,0-9-16,-1-1 0,0 0 0,-3-14 0,2 1 16,0 0-16,2-5 0,-2 0 0,0 0 0,-1-3 15,1-2-15,0 0 0,-1-3 0,0 0 0,0 0 16,-1-3-16,2 0 0,0 0 0,-2-1 0,2-1 16,0 1-16,2 2 0,-1-1 0,0 0 0,0-13 0,0-1 15,0 0-15,0 6 0,0 1 0,0-1 0,1-10 16,-2 1-16,0-1 0,2 17 0,1 0 0,-1 0 15,-1-12-15,0 0 0,0 0 0,2 8 0,-2 0 0,0 0 16,2 3-16,0 0 0,0-1 0,2 5 16,-2-1-16,1 0 0,-1-14 0,-2 0 0,0-1 0,2 7 15,-2-1-15,0-1 0,2 10 0,-2-1 0,0 1 16,1-14-16,-2-1 0,0 0 0,-2 8 0,2-1 16,0 1-16,-2-10 0,2-1 0,0 0 0,-6 9 15,2 0-15,0 0 0,0-10 0,1 0 0,0 1 0,-4-1 16,2 0-16,0 0 0,1-5 0,0-1 0,1 1 15,-10 2-15,1 0 0,1 0 0,4-2 0,0-1 16,-1 0-16,-6-2 0,-1-1 0,1 0 0,6 0 16,-1 0-16,1-1 0,-10-3 0,0 2 0,0-1 15,8 0-15,1 1 0,0 1 0,-20-2 0,1 1 0,0 0 16,28 1-16,0 0 0,0 0 0,-44-5 0,3-1 16,0 1-16,18 1 0,1 1 0,1 0 0,-19-4 15,2 0-15,0 0 0,-17-3 0,2 1 0,1 0 16,23 4-16,2 0 0,0 0 0,-1-1 0,2 1 0,0 0 15,-8-2-15,0 1 0,0-1 0,-2 0 0,0 1 16,-1 1-16,-7-5 0,0 2 0,-1 0 0,3-1 16,-1 2-16,1-1 0,-6-1 0,1 0 0,-1-1 15,-27-2-15,-1-1 0,1 0 0,10 1 0,1 1 16,0 0-16,7 1 0,0 1 0,0 0 0,3 1 16,2 1-16,-1 0 0,2 0 0,3 0 0,-1 1 0,2 1 15,-1-1-15,1 1 0,-1 2 0,3 0 0,-1 0 16,3-1-16,0 0 0,1 1 0,3 0 0,1 1 15,1-1-15,0 0 0,0 0 0,0 0 0,-7-2 16,2 1-16,-1 0 0,-5-2 0,0 1 0,1 0 0,-1 0 16,2 2-16,-1-1 0,7 0 0,1 0 0,-1 1 15,-5-2-15,-1 1 0,1 0 0,4 0 0,0 1 16,1-1-16,0 1 0,0-1 0,1 1 0,-2-1 16,-1 2-16,1-1 0,-1 0 0,0 0 0,1 0 15,-2 1-15,0-1 0,1 1 0,-2-1 0,2 1 0,0-1 16,-2 0-16,3 1 0,0 0 0,0 0 0,3 0 15,0 1-15,3 1 0,0 0 0,-1 0 0,3-2 16,1 2-16,0-1 0,1 0 0,1 0 0,0 0 16,-1 0-16,1 1 0,0-1 0,-1 0 0,0 1 15,0-1-15,0 0 0,0-1 0,0 0 0,0-1 0,1 1 16,0 1-16,-1-1 0,0 1 0,0 0 0,2-1 16,3 1-16,-1 0 0,-1-1 0,1 1 0,0-1 15,-3 1-15,0 0 0,0 1 0,1 0 0,0 0 16,0 0-16,0 1 0,0 0 0,0-1 0,-3 2 15,2-2-15,0 0 0,3-2 0,0 2 0,0 0 0,0 0 16,2-1-16,0 1 0,-7-1 0,1 1 0,0-1 16,0 0-16,2 1 0,0 0 0,15 0 0,0 0 15,1 0-15,-14 2 0,1-2 0,0 1 0,12 0 16,0-1-16,-1 0 0,-11-2 0,2 1 0,1 0 0,-3 3 16,0-2-16,0 1 0,14 0 0,-1-1 0,1 0 15,-9 0-15,1 1 0,-1 0 0,10-1 0,0 1 16,1-1-16,-7-1 0,2 0 0,-1 0 0,7 1 15,2 0-15,0 0 0,3 0 0,1 0 0,0 0 16,1 0-16,1 0 0,0 0 0,-13-6 0,1 1 0,1 1 16,4 1-16,0 0 0,1 0 0,2-6 0,0-1 15,0 1-15,2 3 0,0 1 0,1-1 0</inkml:trace>
  <inkml:trace contextRef="#ctx0" brushRef="#br0" timeOffset="8049.9122">24366 10768 0,'0'0'0,"0"0"15,0 0-15,-4 52 16,2-22 0,1-18-16,-6 38 15,7-50-15,0 0 0,0 0 0,0 0 16,-2 10-16,1-1 0,0 0 0,-6 5 0,3-1 15,0 0-15,1-5 0,1 0 0,0-2 0,2-6 0,-2 3 16,1 0-16,0-1 0,1-2 0,-1 1 0,1 0 16,0-1-16,0 2 0,0-2 0,0 0 0,-3-9 15,2 1-15,0 1 0,1 7 0,-3-4 0,2 0 16,0 0-16,2-11 0,-1 2 0,0-1 0,0 14 0,0-8 16,0 1-16,0-1 0,5-9 0,-3-1 0,0 1 15,1 7-15,-2 1 0,0-1 0,-1 10 0,7-17 16,-1 1-16,1 0 0,-7 16 0,4-9 0,0 0 15,0 1-15,-4 8 0,10-17 0,1 2 0,-1-1 16,-10 16-16,7-9 0,-2 1 0,0 0 0,-5 8 0,15-6 16,-2 0-16,1 0 0,-14 6 0,8-4 0,-1 2 15,1 0-15,-8 2 0,12 8 0,0 0 0,1-2 16,-13-6-16,7 5 0,0-1 0,0 0 0,4 13 16,-3-2-16,0 0 0,-8-15 0,0 0 0,7 9 15,-3-1-15,0 0 0,-5 14 0,1-1 0,0 1 0,-1-9 16,0-2-16,0 1 0,1-12 0,-7 18 0,3 0 15,0-1-15,1-8 0,0 1 0,0-1 0,-2 4 16,0 0-16,-1 0 0,6-13 0,0 0 0,-4 7 16,2 0-16,0 0 0</inkml:trace>
  <inkml:trace contextRef="#ctx0" brushRef="#br0" timeOffset="8333.5869">25041 10515 0,'-1'9'0,"0"15"16,-3 5-16,-19 30 16,-6 36-1,-27 11-15,8 1 16,48-107-16,0 0 0,0 0 0,0 0 0,-16 34 15,1 0-15,-1 0 0,4-9 0,1 0 0,-1 0 16,3-4-16,0-2 0,-1 1 0,3-6 0,2-1 16,0 0-16,1-4 0,-1 1 0,1 0 0,3-5 15,0 1-15,0-1 0,2-7 0,-1 0 0,0 0 16</inkml:trace>
  <inkml:trace contextRef="#ctx0" brushRef="#br0" timeOffset="8850.3368">25139 10740 0,'2'2'0,"-1"14"0,-4 6 16,-4 7-16,-1 15 15,3 0-15,-5 2 16,6-7-16,4-39 0,0 0 15,0 0-15,-2 8 0,2 1 0,0-1 0,2-3 16,-2 1-16,0-1 0,2-3 0,-1 0 0,0 0 16,3-5-16,1 1 0,-1 0 0,1-1 0,0 0 0,0 1 15,2-6-15,0 2 0,-1 0 0,2-3 16,-2 2-16,1-2 0,-1 0 0,0-1 0,0 0 16,1-1-16,1 0 0,-1 1 0,-7 10 0,5-7 0,-1 1 15,0 0-15,-1 0 0,0 1 0,1-1 0,-1 2 16,-2 2-16,0-2 0,0 3 0,-1 1 0,0-1 15,1 1-15,-1 0 0,0 0 0,0 1 0,0 1 0,0 0 16,-2 1-16,2 0 0,0 0 0,-2 3 0,2 0 16,0-2-16,0 0 0,0-2 0,0 1 0,5 7 15,-2 0-15,0 0 0,-3-10 0,5 10 0,-2-1 16,0 1-16,6-3 0,-3 1 0,0-1 0,-6-7 16,10 7-16,1-2 0,-1 0 0,5-2 0,-3 0 0,0 0 15,-12-3-15,12 0 0,-3 0 0,0 0 0,5-1 16,-3 0-16,1 1 0,1-5 0,-2 0 0,1 1 15,0-2-15,-2 1 0,1 0 0,3-7 0,0 2 16,-1 0-16,0-3 0,-2 2 0,0 0 0,-1-2 16,-3 2-16,0-1 0,-2-5 0,0-1 0,1 1 0,-6 17 15,3-20-15,-2 0 0,0 1 0,-1 19 0,-8-21 16,3 1-16,0 1 0,5 19 0,-28-17 0,1 1 16,0-1-16</inkml:trace>
  <inkml:trace contextRef="#ctx0" brushRef="#br0" timeOffset="14916.6518">24584 11641 0,'0'0'0,"0"0"0,0 0 16,0 0-1,1 65-15,-1-25 16,8 16-16,-4-26 16,-4-30-16,0 0 0,0 0 0,2 4 15,-2 0-15,0-1 0,2 9 0,-1-1 0,0 1 16,1-5-16,-2-1 0,0 1 0,0-7 0,2 13 16,0-1-16,0 1 0,-1-6 0,0 0 0,0-1 15,1 5-15,-1 0 0,0 0 0,0-5 0,0 0 16,0 0-16,1-3 0,-2-1 0,0 0 0,0-1 0,0 0 15,0-1-15,0 2 0,0-2 0,0 0 0,1 11 16,-1-2-16,0 1 0</inkml:trace>
  <inkml:trace contextRef="#ctx0" brushRef="#br0" timeOffset="15216.7815">24398 12211 0,'6'-7'0,"6"6"15,12-1-15,-7 1 16,24-1 0,5 0-16,8 4 15,-54-2-15,0 0 0,0 0 0,17 2 0,0-1 0,-1-1 16,3 0-16,-3-1 0,1 1 0,-17 0 0,14-3 15,-1 1-15,-1 0 0,-12 2 0,16-4 0,-3 1 16,1 0-16,2 0 0,-1 1 0,-1-1 0,-5-1 0,0 0 16,-1 1-16,1-1 0,0 1 0,-1-1 0,-3 1 15,-1 0-15,0 0 0,-3-5 0,0 1 0,0 0 16,-3 0-16,2 0 0,0 0 0</inkml:trace>
  <inkml:trace contextRef="#ctx0" brushRef="#br0" timeOffset="15482.9717">24281 11709 0,'1'-6'0,"6"-13"0,-1 2 16,5 4-1,11-11-15,22 14 16,8-8 0,-52 18-16,0 0 0,0 0 0,0 0 0,20-5 0,-1 1 15,1 0-15,2 5 0,-2 0 0,1 0 0,2-3 16,0 2-16,-1-1 0,-1 1 0,0 0 0,-1 0 16,-3 0-16,-1 0 0,1 0 0</inkml:trace>
  <inkml:trace contextRef="#ctx0" brushRef="#br0" timeOffset="15852.758">25063 11643 0,'0'0'0,"-1"4"15,2 4-15,3 10 16,4 5-16,-6 13 16,3 3-16,1 12 15,-6-51-15,0 0 0,0 0 0,1 19 16,0 0-16,0 0 0,2-1 0,-2-1 0,0-1 16,0-7-16,0-1 0,0 0 0,-1-8 0,0 19 15,0 0-15,0 0 0,1 1 0,-1-2 0,0 0 0,0-4 16,0 1-16,0-1 0,-2-4 0,2-3 0,0 1 15,2-1-15,-2-1 0,0 0 0,1-2 0,0-1 16,0 1-16,-3-2 0,2-2 0,0 1 0,-2-3 16,2 0-16,0 1 0,-3-5 0,2 1 0,0 0 15,-1-3-15,2 0 0,0 0 0,0 8 0,0 0 0,0 0 16,0-5-16,0 1 0,0 0 0,0 4 0,0 0 16,0 0-16,-1-2 0,1 0 0,0 0 0</inkml:trace>
  <inkml:trace contextRef="#ctx0" brushRef="#br0" timeOffset="16150.116">25117 11533 0,'9'-8'0,"7"-5"0,2 6 15,18 3-15,7 4 16,-4 9-16,13 8 15,-52-17-15,0 0 0,0 0 0,0 0 16,19 6-16,-2 0 0,-1-1 0,-2 5 0,-3 0 16,0-1-16,-1 3 0,-1-1 0,0-1 0,0 2 0,-2 0 15,0 1-15,-5-1 0,0 1 0,0 0 0,-3-1 16,0-1-16,0 1 0,-5-2 0,0 0 0,-1 0 16,-5-1-16,1 0 0,-1-1 0,-4-1 0,0 0 15,1-2-15,-9 1 0,2 1 0,1-1 0,-11-1 16,2 0-16,0-1 0,-7-1 0,2-1 0,0 1 0,35-3 15,-37-4-15,0 0 0,0 1 0</inkml:trace>
  <inkml:trace contextRef="#ctx0" brushRef="#br0" timeOffset="33117.142">26018 12151 0,'0'0'0,"0"0"15,0 0-15,0 0 0,0 0 16,0 0 0,0 0-16,0 0 15,0 0-15,0 0 0,0 0 0,-3 19 0,2 0 16,0 0-16,-8 4 0,3 0 0,0-2 0,6-21 16,-5 12-16,1-1 0,0 1 0,-16 4 0,2 2 0,1-1 15,17-17-15,-13 11 0,3-2 0,0 0 0</inkml:trace>
  <inkml:trace contextRef="#ctx0" brushRef="#br0" timeOffset="34583.7272">26853 11703 0,'0'0'0,"0"0"0,0 0 16,0 0-16,0 0 15,0 0 1,-2 54-16,2-22 16,0-32-16,0 0 0,0 0 0,2 15 0,-2-1 15,0 0-15,1-6 0,-1-1 0,0 0 0,0-7 16,1 4-16,-1-2 0,0 1 0,-2 12 0,2-1 16,0 0-16,-1-5 0,1-1 0,0 1 0,0-9 0,0 4 15,0-1-15,0-1 0,-2 12 0,2-1 0,0 1 16,-1-6-16,1-1 0,0 1 0,0-4 0,0-2 15,0 1-15,0-3 0,-6 14 0,1-2 0,1 1 16,0-5-16,1 0 0,0-1 0,2-3 0,0-1 16,0 0-16,1-3 0,-1 1 0,1 0 0,0 0 0,-7 3 15,1 0-15,1 0 0,1 0 0,1-2 0,0 1 16,1-2-16,1 0 0,0-1 0</inkml:trace>
  <inkml:trace contextRef="#ctx0" brushRef="#br0" timeOffset="34856.7459">26622 12137 0,'0'-4'0,"4"-3"0,6 5 0,8 3 16,5 2 0,4 2-16,-3 1 15,12 1-15,-36-7 0,0 0 16,0 0-16,11 2 0,1 0 0,-1-1 0,-1 0 16,0 0-16,-1 0 0,3 1 0,0-1 0,-1-1 0,1 3 15,-3 0-15,0 0 0,2-3 0,-1 0 0,0 0 16,-10 0-16,10-1 0,-3 1 0,0 0 0,0-3 15,0 2-15,1-1 0,0 0 0,-2 0 0,0 1 16,0-2-16,-3 0 0,0 0 0,1-3 0,-2 2 16,0-1-16,-4-1 0,2 0 0,0 1 0,-3-2 0,2 1 15,0-1-15,0 4 0,0 0 0,0 1 0,0-1 16,1 2-16,0 0 0,0 0 0,0 1 0,0 0 16,0-1-16,0 1 0,0 0 0,-5-7 0,3 1 15,0-1-15</inkml:trace>
  <inkml:trace contextRef="#ctx0" brushRef="#br0" timeOffset="35086.2515">26608 11724 0,'-13'-17'0,"6"-6"0,1 4 16,6 4-16,6 4 16,15-3-16,-3 6 15,6 8-15,-24 0 16,0 0-16,0 0 0,13-2 0,-3 0 0,0-1 15,2 1-15,-1 1 0,1-1 0,0 2 0,-1 0 16,1 0-16,2 3 0,-1 0 0,-1-1 0,-12-2 16,14 2-16,-1 0 0,-1-2 0,3 1 0,-3-1 0,1 0 15,-6 0-15,-1 0 0,0 0 0,-4 0 0,0 0 16,0 0-16,0 0 0,-2 0 0,0 0 0</inkml:trace>
  <inkml:trace contextRef="#ctx0" brushRef="#br0" timeOffset="35500.0911">27418 11714 0,'0'-5'0,"0"2"15,-7 3-15,-8 2 16,-9 6-16,-7 3 16,-7 1-1,38-12-15,0 0 0,0 0 0,0 0 0,-14 7 0,1 0 0,-1 0 16,0 2-16,-1-1 0,1 1 0,2 0 0,1 0 16,0 1-16,11-10 0,-12 13 0,1 0 0,0-2 15,-1 3-15,3 0 0,0-1 0,1 3 0,2-1 0,0 1 16,3-2-16,1-1 0,0 1 0,2-14 0,2 13 15,-1-2-15,0 1 0,11 17 0,-12-29 0,18 33 16,14-4 0,-5-2-16,15-6 15,-5-17 1,4-14-16,-5-18 16,-20 12-1</inkml:trace>
  <inkml:trace contextRef="#ctx0" brushRef="#br0" timeOffset="40396.5322">20917 19049 0,'0'0'0,"0"0"0,0 0 0,0 0 0,0 0 0,0 0 0,0 0 0,0 0 0,0 0 0,0 0 0,0 0 0,0 0 0,0 0 0,0 0 0</inkml:trace>
  <inkml:trace contextRef="#ctx0" brushRef="#br0" timeOffset="41917.4066">24379 12863 0,'0'0'0,"0"0"0,0 0 0,4 48 15,-2-19-15,1 28 16,-2-27-16,0-17 16,-1-13-16,0 0 0,-2 17 15,2-2-15,0 1 0,0-6 0,0-1 0,0-1 16,-1-4-16,1-1 0,0 1 0,-1 5 0,0 0 0,0 1 15,0-5-15,1 0 0,0 0 0,-1-3 0,1 0 16,0 0-16,-3 8 0,2 1 0,0-1 0,-1-3 16,1-2-16,0 1 0,-6 2 0,1-1 0,0 0 15,2-3-15,1-1 0,-1 1 0,-4 3 0,2-2 0,0 1 16,2-2-16,1-1 0,-1 0 0,-4 9 0,1 0 16,0 0-16,3-5 0,-1-1 0,1 0 0,-2 7 15,1-1-15,0-1 0,1-4 0,2-1 0,-1 0 16,2 4-16,1-1 0,0-1 0,0-2 0,0-1 15,0 0-15,0-3 0,0-1 0,0 1 0,0-1 0,0-1 16,0 0-16,0 2 0,0-2 0,0 0 0,0 0 16,0 0-16,0 0 0,9 5 0,-3 0 0,0-1 15,7 1-15,-2-1 0,0 0 0,-5-1 0,1-2 16,-1 1-16,7 1 0,-1-2 0,-1 0 0,-4-1 16,-1 1-16,1 0 0,6 0 0,-2 0 0,1 0 0,-5 0 15,0-1-15,1 0 0,-5 1 0,-1-1 0,0 0 16,12-2-16,0 1 0,-1 0 0,-4-1 0,0 1 15,-1 1-15,-3-9 0,-1-1 0,0 1 0,0 4 16,-3 0-16,0-1 0</inkml:trace>
  <inkml:trace contextRef="#ctx0" brushRef="#br0" timeOffset="42183.2771">24174 12799 0,'18'-9'0,"16"-2"0,-6 5 16,15 4 0,7 4-16,-50-2 15,62 2-15,-12 1 16,-50-3-16,0 0 0,0 0 0,15 2 15,-2-1-15,1 0 0,-14-1 0,0 0 0,0 0 16,13-1-16,-2-1 0,1 0 0,-6 0 0,-1 2 0,0-1 16</inkml:trace>
  <inkml:trace contextRef="#ctx0" brushRef="#br0" timeOffset="42733.4505">25046 12851 0,'-9'-1'0,"-12"3"0,-1 5 16,-4 7-16,-6 3 15,4 4-15,-8 7 16,5 6-16,31-34 0,0 0 16,0 0-16,-11 14 0,3-2 0,0 0 0,0 0 15,1-1-15,0 1 0,1 1 0,1 1 0,-1-1 16,1 2-16,2-1 0,0 0 0,1 0 0,1-1 16,0 0-16,2 0 0,0-2 0,0 0 0,3 1 15,-1 0-15,0 0 0,2 0 0,-1-1 0,0 0 0,-1-3 16,0-2-16,0 0 0,4 4 0,1-1 0,-1 0 15,1 1-15,0 1 0,1-1 0,1-4 0,-1 1 16,1-1-16,-2 1 0,0-1 0,0 0 0,4-1 16,-2-2-16,0 0 0,2-1 0,-2-2 0,0 1 0,-10-1 15,0 0-15,0 0 0,18-8 0,-1 1 0,-1 0 16,-4-3-16,-1 0 0,-1 0 0,-5 5 0,1 0 16,-1 1-16,-2 1 0,-2 1 0,0 0 0</inkml:trace>
  <inkml:trace contextRef="#ctx0" brushRef="#br0" timeOffset="43025.0702">25262 12938 0,'0'0'0,"-1"6"0,1 6 16,5 10-16,-3 14 15,0 9-15,-4 3 16,-3 11-16,5-59 0,0 0 16,0 0-16,-4 20 0,0-2 0,0 1 0,-1-2 15,0-2-15,-1 1 0,2 1 0,0 0 0,0 0 16,-2-3-16,1 0 0,-1 0 0,2-3 0,1 0 16,0-1-16,1-5 0,1 0 0,0 0 0,-1-4 15,1-1-15,0 1 0,1-1 0,-2-4 0,1 0 0,0 1 16,1 3-16,0 0 0,0 0 0,-1-4 0,0 2 15,0 0-15,1 1 0,0 1 0,0-1 0</inkml:trace>
  <inkml:trace contextRef="#ctx0" brushRef="#br0" timeOffset="43501.6348">25151 12950 0,'8'-6'0,"-3"5"0,4 5 15,9 7-15,9 4 16,-9 6-16,3-1 16,1-4-16,-22-16 15,0 0-15,0 0 0,0 0 0,7 4 0,-1-1 16,0 0-16,5 3 0,-3 0 0,0 0 0,-8-6 16,12 4-16,-3-2 0,0 0 0,-9-2 0,0 0 0,0 0 15,18 0-15,-2 0 0,1 0 0,-4-4 0,-1 0 16,-1 1-16,0 1 0,0-1 0,-1 1 0,-2-4 15,0 0-15,-1 1 0,2-1 0,-2 0 0,1 1 16,-2-3-16,0 2 0,0-1 0,-2 4 0,-2-1 16,1 1-16,0-2 0,-1 0 0,0 1 0,1 1 15,-2 1-15,0 0 0,1 0 0,-2 1 0,0 1 0,0-1 16,0 1-16,0 0 0,0 0 0,0 1 0,0-1 16,0 5-16,0-1 0,0 0 0,-2 2 0,2-1 15,0 1-15,-2 5 0,0 0 0,0 0 0,0 3 16,0 0-16,0-1 0,-1 1 0,2 0 0,0 0 0,0 2 15,0 0-15,0 0 0,-1 0 0,1 0 0,0 0 16,-1-1-16,0-1 0,0 0 0,0-1 0,1 0 16,0 0-16,0 0 0,1-2 0,0 1 0,2-2 15,-1 0-15,0 0 0,-3 1 0,1 0 0,0-1 16,1-3-16,0-1 0,0 1 0,0-5 0,0 0 0,0 0 16,1-7-16,0 1 0,0 0 0,0 0 0,0 2 15,0 0-15,-1 2 0,0 0 0,0 0 0,1-3 16,-1 2-16,0 0 0</inkml:trace>
  <inkml:trace contextRef="#ctx0" brushRef="#br0" timeOffset="43799.8819">25755 13054 0,'2'-3'0,"0"2"0,0 1 16,-2 1-16,2 10 15,-1 5 1,2 12-16,-3-28 15,0 0-15,0 0 0,0 0 0,-1 22 0,1-2 0,0 1 16,-1-1-16,0-2 0,0 1 0,-2-4 0,1 0 16,0 0-16,1-3 0,0 1 0,0-1 0,-2 2 15,0 0-15,0 0 0,1-2 0,2-2 0,0 1 16,-1-3-16,0 1 0,0-1 0,-1-1 0,1-1 0,0 0 16,-1 0-16,2-1 0,0 0 0,-3-2 0,3 1 15,0-1-15,-2-2 0,2-1 0,0 0 0,0-4 16,0 1-16,0 0 0,0-3 0,0-1 0,0 1 15,0 6-15,0 0 0,0 0 0,0-4 0,0 0 16,0 1-16,0 1 0,0 1 0,0-1 0</inkml:trace>
  <inkml:trace contextRef="#ctx0" brushRef="#br0" timeOffset="44034.7005">25732 13028 0,'16'-22'0,"-3"7"16,12-5-16,3 8 15,4 6 1,2 4-16,0 14 16,-5 1-16,-29-13 0,0 0 15,10 7-15,-1-1 0,0-1 0,-9-5 0,12 7 16,-3-2-16,0 0 0,-5 5 0,1-2 0,-1 1 16,0 0-16,-2 0 0,0 0 0,-2-2 0,0 1 0,0-1 15,-1-1-15,0-2 0,0 1 0,-5 1 0,0 1 16,1-1-16,-5-2 0,1 0 0,-1-1 0,-6 1 15,-1-1-15,1 1 0,-11 0 0,2-1 0,0 1 16,-10-5-16,1 1 0,0 0 0</inkml:trace>
  <inkml:trace contextRef="#ctx0" brushRef="#br0" timeOffset="49137.9546">24325 14084 0,'0'0'0,"0"0"0,0 0 0,0 0 15,0 0-15,12 50 16,-3-19 0,-6-18-16,-3-13 0,0 0 0,0 0 15,4 16-15,-1-2 0,0 1 0,-1-6 0,0-1 16,0 1-16,-1 14 0,-1 0 0,0 0 0,1-11 15,-1 0-15,0 0 0,0-12 0,0 5 0,0 0 0,0 0 16,-2 14-16,2 0 0,0-1 0,-1-7 0,1-1 16,0 0-16,-1 6 0,0 0 0,0 0 0,0-7 15,1-1-15,0 0 0,-3 7 0,2 0 0,0 1 16,-1-8-16,2 0 0,0-1 0,-1-3 0,1-1 16,0 1-16,-2 6 0,2-2 0,0 1 0,-2-4 0,2 1 15,0-1-15,0-3 0,0-1 0,0 1 0,0-2 16,0 1-16,0 0 0,0-1 0,0 0 0,0 0 15,0 0-15</inkml:trace>
  <inkml:trace contextRef="#ctx0" brushRef="#br0" timeOffset="49383.295">24188 14752 0,'-1'5'0,"3"-5"0,7 4 16,12 3-16,1 6 15,-4-5 1,-18-8-16,54 16 16,-54-16-16,0 0 0,19 2 0,-1-1 0,-1 0 15,-4-2-15,-2 1 0,0 0 0,-11 0 0,11-1 16,-1 1-16,0-1 0,0-3 0,-3 2 0,0 0 0,-7 2 16,7-9-16,1 2 0,-1-1 0,-2-2 0,0 0 15,0 0-15,-5 10 0,0 0 0,0 0 0,3-6 16,0 1-16,-1 1 0</inkml:trace>
  <inkml:trace contextRef="#ctx0" brushRef="#br0" timeOffset="49616.6952">24082 13997 0,'10'-10'0,"9"-1"0,7 0 16,13 11-16,10-3 15,-15 5-15,14 3 16,3 6-16,-51-11 0,0 0 16,0 0-16,15 4 0,-1 0 0,-1-1 0,-4 0 0,-3-1 15,0 0-15</inkml:trace>
  <inkml:trace contextRef="#ctx0" brushRef="#br0" timeOffset="50299.7286">24788 14080 0,'0'0'0,"0"0"0,0 0 0,0 0 16,-4 5-1,-5 7-15,-4-3 16,-9 12-16,22-21 0,0 0 0,0 0 16,-7 11-16,1-2 0,0 1 0,-2 0 0,2 0 15,0 0-15,0 0 0,1 0 0,0-1 0,-5 10 16,2 0-16,0-1 0,8-18 0,-8 22 0,1-2 16,0 0-16,3 3 0,1-1 0,0 0 0,5-3 0,-1-1 15,0 0-15,5-2 0,-1 0 0,0 0 0,4-3 16,-3-1-16,0 0 0,2-1 0,1-2 0,-1 0 15,4-1-15,0 0 0,-1-1 0,4 0 0,0 0 16,-1-1-16,2-3 0,-2 0 0,1-1 0,0-1 16,-1 0-16,-1 1 0,0-3 0,-3 1 0,0 0 0,0-4 15,-3 2-15,0 0 0,-1-3 0,-2-1 0,1 1 16,-3-4-16,-1 1 0,0 0 0,0-2 0,-1 0 16,0 0-16,-7-1 0,2 0 0,0 1 0,0-1 15,2 2-15,0-1 0,-4-1 0,0 1 0,1 0 16,-1-2-16,2-1 0,0 1 0,-2 1 0,1 0 0,0 1 15,2 0-15,1 2 0,0-1 0,0 2 0,1 0 16,1 0-16,-1 2 0,1 2 0,0-1 0,2-1 16,0-1-16,0 0 0,3 2 0,-2 2 0,0-1 15,4 0-15,0 0 0,0 0 0,-1 2 0,-1 0 16,-1 1-16,8 1 0,-2-1 0,1 1 0,1 5 16,-1 0-16,1-1 0,1 0 0,-1 0 0,1-1 0,-2 4 15,-1 1-15,1-1 0,-3 5 0,0-2 0,0 1 16,2 0-16,-1 0 0,0 0 0,-4 4 0,-1-3 15,1 1-15,-1 2 0,-1-1 0,0-1 0,0 2 0,-1 0 16,0 0-16,-2-2 0,1-1 0,0-1 0,-2 1 16,2-1-16,0 0 0,-1 0 0,0-2 0,0 1 15,-2-2-15,0 0 0,-1-1 0,3-2 0,0-1 16,0-1-16,-1 0 0,0-1 0,0 1 0,1-2 0,0-1 16,0 0-16,2-3 0,0 2 0,0-1 0,2-12 15,-1 2-15,0-1 0,1 5 0,0 1 0,-1-1 16,2 2-16,-1 0 0,0 1 0,0 0 0,-1 1 15,0 0-15,3-1 0,-2 0 0,1 1 0,-4 3 16,3-5-16,0 1 0,0 0 0,-3 4 0,0 0 0</inkml:trace>
  <inkml:trace contextRef="#ctx0" brushRef="#br0" timeOffset="50984.9255">25257 14268 0,'18'-39'0,"-7"15"0,2-3 15,-6 13-15,-4 10 16,-3 1-16,1 27 15,0-10-15,-1-14 0,0 0 16,0 0-16,2 14 0,-1-1 0,0 1 0,0-6 16,0-1-16,0 1 0,1 11 0,-2 0 0,0-1 15,1-7-15,-1 0 0,0-1 0,1-5 0,-1-2 16,0 1-16,-2 18 0,2 0 0,0 0 0,0-9 16,0 0-16,0 0 0,-2-2 0,1 0 0,0-1 0,0-4 15,1-1-15,0-1 0,-1 8 0,0 0 0,0 0 16,0-6-16,1 0 0,0 1 0,0-7 0,-1 3 15,1-1-15,0 0 0,0 0 0,0-1 0,0-1 16,0 0-16,0 0 0,0 0 0,4-14 0,0 0 0,0 1 16,-4 13-16,3-9 0,-1 1 0,0 0 0,-1 5 15,1-1-15,-1 1 0,0 1 0,-1 1 0,0 0 16,1-11-16,-1 0 0,0 1 0,-2-10 0,1 1 16,-1 0-16,2 20 0,-2-12 0,2 1 0,0 1 15,0 10-15,-1-5 0,1 1 0,0 0 0,0 4 0,-1-15 16,0 0-16,0 0 0,1 15 0,-2-9 0,2 0 15,0 1-15,-1 4 0,1 1 0,0-1 0,0 2 16,0 1-16,0 0 0,0 0 0,0 1 0,0 0 16,3 10-16,-1 0 0,0 0 0,2-4 0,-3-1 15,0 1-15,5 3 0,-2 1 0,0 0 0,-4-10 0,3 5 16,0 1-16,0-1 0,-2-3 0,0 0 0,0 0 16,-1-2-16,11 5 0,-3 0 0,0 0 0,-2-1 15,-1-2-15,0 1 0,6-1 0,-1-1 0,-1 0 16,-2 0-16,-2-1 0,0 0 0,-5 0 0,15-3 15,-3 1-15,1 0 0,-5 0 0,-1 1 0,0 0 0,-7 1 16,13-7-16,-3 0 0,0 0 0,-3 2 0,-2 2 16,0-1-16,-5 4 0,3-2 0,-1 1 0,0 0 15,-2 1-15,2-1 0,-2 0 0,0 1 0,0 0 16,8-8-16,-2 2 0,0-1 0,-1 3 0,-1 0 0,0 0 16,-2 2-16,-1 1 0,1 0 0,2 10 0,-1-1 15,0 0-15,-1-3 0,0 1 0,0-1 0,-2-5 16,-2 15-16,0 0 0,0 0 0,0-6 0,1-1 15,0 0-15,-1-4 0,2 0 0,0-1 0,-4 11 16,-1 0-16,1-1 0,0-5 0,2 0 0,0-1 0,-2 9 16,0 0-16,0 0 0,0-7 0,2-1 0,0 0 15,2-8-15,-3 17 0,1 0 0,0 0 0,0-8 16,1 1-16,0-1 0,1-9 0,0 0 0,0 0 16,-2 3-16,2 1 0,0-1 0,0-3 0,0 2 15,0-1-15,0 0 0</inkml:trace>
  <inkml:trace contextRef="#ctx0" brushRef="#br0" timeOffset="51499.9678">25828 14343 0,'0'0'0,"0"0"0,11 34 15,-4-13-15,-2 34 16,-1-24-16,-3-19 15,-12 39 1,11-51-16,0 0 0,0 0 0,0 0 0,-2 10 0,0-1 16,0 1-16,0-6 0,2 0 0,0-1 0,-4 11 15,2-1-15,0 0 0,0-6 0,0 0 0,-1 0 0,-1 6 16,2-1-16,0 1 0,-1-6 0,2 0 0,0-1 16,-1-4-16,2 1 0,0-1 0,0-1 0,0-1 15,0 1-15,0-1 0,2-3 0,0 0 0,0 0 16,-1 1-16,0-1 0,0 1 0,1-11 0,-2 0 15,0 1-15,0 12 0,0 0 0,0 0 0,1-7 16,-1 0-16,0 0 0,0 3 0,0 1 0,0 0 0,-2-9 16,2 1-16,0 0 0,0 11 0,-2-7 0,2 1 15,0 0-15,1-14 0,-1 0 0,0-1 0,0 10 16,0-1-16,0 1 0,0 11 0,2-18 0,-1 1 16,0-1-16,-1 18 0,1-10 0,0 1 0,1 0 15,3-8-15,0 0 0,0 0 0,-1 8 0,-2 0 0,0-1 16,-2 10-16,11-10 0,-2 0 0,0 1 0,-3 3 15,0 1-15,-1 0 0,10 5 0,-1 0 0,-1 0 16,-13 0-16,8 0 0,0 1 0,-1 0 0,9 5 16,0 0-16,-1 1 0,-5-4 0,-2 1 0,0-1 15,-8-3-15,11 12 0,-2 1 0,0-1 0,-3-5 0,-1 0 16,-1 0-16,-8 5 0,0 0 0,1-1 0,0-4 16,0-1-16,0 0 0,-11 3 0,-1-1 0,1 0 15,14-8-15,-22 3 0,1 0 0,1-1 0</inkml:trace>
  <inkml:trace contextRef="#ctx0" brushRef="#br0" timeOffset="57150.108">24349 14913 0,'0'0'0,"0"0"0,0 0 0,0 0 16,-19 59-16,8-23 16,-5 35-16,9-32 15,7-39-15,0 0 0,0 0 0,-1 5 0,0-1 16,0 1-16,-4 22 0,0-1 0,1 0 0,0-10 15,2 0-15,0-1 0,1-9 0,0 0 0,0 0 16,-4 18-16,2-1 0,0 0 0,1-10 0,-1 1 16,1-1-16,-2 13 0,0-1 0,0 0 0,1-10 15,1-2-15,0 1 0,-1 4 0,0-1 0,-1 1 0,2-9 16,1 0-16,0 0 0,-2 2 0,1-1 0,0 0 16,0-5-16,1 0 0,0 0 0,-1-2 0,2-2 15,0 1-15,0-1 0,0 0 0,0-1 0,0 0 16,2-11-16,-1-1 0,0 1 0,0 4 0,0 0 15,0 0-15,-1 7 0,0 0 0,0 0 0</inkml:trace>
  <inkml:trace contextRef="#ctx0" brushRef="#br0" timeOffset="57535.5919">24269 14929 0,'4'-9'0,"2"-3"0,4-4 15,5-1-15,1 6 16,19 2 0,3 6-16,-1 12 15,-37-9-15,0 0 0,0 0 0,12 5 0,-2-1 0,0 0 16,4 2-16,-2 0 0,1 0 0,2 3 0,-2-1 16,1 1-16,-5 0 0,-1 1 0,1-1 0,-1 6 15,-2-1-15,0-1 0,2 6 0,-3-3 0,0 1 16,1 2-16,-2 0 0,0 0 0,1 4 0,-1 1 15,0-1-15,0-1 0,0 0 0,0 0 0,-5 5 0,0-1 16,0-1-16,1 2 0,0 0 0,0-1 0,-2-2 16,1-1-16,0 1 0,-1-3 0,2 0 0,0 0 15,0 0-15,0-1 0,0 1 0,2-2 0,-1 0 16,0 0-16,1-4 0,0-1 0,0 1 0,-1-3 0,-1-1 16,0 0-16,0-1 0,0 0 0,0 0 0,1-2 15,0 0-15,0-1 0,-1-1 0,0 0 0,0 0 16,0-6-16,-2 2 0,1 1 0,0 0 0,-2-5 15,2 1-15,0 0 0,-3-9 0,2 0 0,0 0 16,-1 5-16,2-1 0,0 1 0</inkml:trace>
  <inkml:trace contextRef="#ctx0" brushRef="#br0" timeOffset="57852.2213">24297 15121 0,'0'0'0,"1"0"0,9 4 16,13 8-16,20-2 16,2 3-16,9 0 15,-6 0-15,-48-13 0,0 0 16,0 0-16,0 0 0,17 5 0,-3-1 0,1 1 15,-2-1-15,-1 0 0,-1-1 0,12 2 0,-3-1 16,1 1-16,-1-1 0,-2-1 0,1 0 0,-1-3 16,-1 0-16,-1 0 0,2-3 0,-1 0 0,-1 1 0,-16 2 15,0 0-15,0 0 0,8-2 0,1 1 0,-1 0 16,-5 0-16,0 1 0,0 0 0,-3 0 0,0 0 16,0 0-16,6-2 0,0 0 0,-1 0 0</inkml:trace>
  <inkml:trace contextRef="#ctx0" brushRef="#br0" timeOffset="58090.601">25080 15087 0,'1'1'0,"0"4"0,5 9 16,-1 4-16,0 15 15,-2 7-15,2 4 16,-8 5-16,3-49 16,0 0-16,-3 20 0,2-2 0,0 0 0,-1 0 0,0 0 15,0-1-15,-2 1 0,2 0 0,-1 0 0,-1-1 16,1-1-16,0 1 0,2-2 0,1 0 0,0 1 15,1-5-15,0 0 0,0 0 0,-3-2 0,0 0 16,0 1-16,2-10 0,-2 7 0,2 0 0,0 0 0,-1-3 16,0-1-16,0 1 0,-1-3 0,2 0 0,0 1 15,0-2-15,0 1 0,0-1 0,0 0 0,0 0 16,0 0-16,0 0 0,-1 1 0,1-1 0,0 0 16,0 0-16</inkml:trace>
  <inkml:trace contextRef="#ctx0" brushRef="#br0" timeOffset="58583.1275">25012 15047 0,'15'-32'0,"7"5"0,-1 13 0,12 3 16,-10 5-16,21 8 15,-3 7-15,-6 11 16,-35-20-16,0 0 0,0 0 15,13 9-15,-1-2 0,-1 0 0,2 4 0,-1 0 16,-1 0-16,-1 1 0,-1-2 0,-1 1 0,-2-2 0,-2-1 16,0 0-16,-3 4 0,-1-1 0,0-1 0,-4-1 15,2-1-15,0 0 0,-4 1 0,2-1 0,0 1 16,-1-1-16,-1 0 0,1-1 0,-3 0 0,1 0 16,-1 0-16,-3-1 0,1-1 0,-1 0 0,3 0 15,0-1-15,0 0 0,-4 0 0,1 1 0,0-1 0,-2 0 16,3-1-16,-1 1 0,3 0 0,0 0 0,0 0 15,-2 0-15,3-1 0,0 1 0,2-3 0,0 0 16,-1 0-16,1 2 0,2 0 0,0-1 0,1 1 16,1 0-16,0-1 0,4 5 0,-1-2 0,0 0 0,2 2 15,0 0-15,1 0 0,2 3 0,0-1 0,0-1 16,3 2-16,-2-1 0,0 1 0,4 4 0,1-1 16,-1 0-16,2 2 0,-1-1 0,1 0 0,-1 1 15,-2-1-15,1 0 0,2 1 0,-1 0 0,-1-1 16,-1-4-16,1 0 0,-1 0 0,1 1 0,-1 0 0,0 0 15,-4 0-15,1-1 0,-1 1 0,-2-7 0,-2 1 16,0 0-16,5-3 0,-3-1 0,0 0 0,4-2 16,-2 0-16,1 1 0,-4-8 0,-1 2 0,0-1 15,-1 3-15,-1 1 0,0-1 0,0 2 0,-1 1 0,0 0 16</inkml:trace>
  <inkml:trace contextRef="#ctx0" brushRef="#br0" timeOffset="58857.9781">25600 15226 0,'0'0'0,"5"1"0,-3 0 16,-2 6-16,2 12 16,-2 7-16,1 7 15,-1 5-15,0-38 0,0 0 16,0 0-16,-1 15 0,1-1 0,0 0 0,-5 3 15,3-2-15,0 0 0,-1 2 0,0 0 0,0 0 0,-1 1 16,0-1-16,0 1 0,0-4 0,1 0 0,0 0 16,0-1-16,0 0 0,0 1 0,0-4 0,1 1 15,0-1-15,1-3 0,0-2 0,0 1 0,3-3 16,-2-1-16,0 1 0,0-3 0,2 2 0,-2-2 16,0 1-16,0 0 0,0-1 0,0 0 0,1 0 0,-1 0 15,0 0-15</inkml:trace>
  <inkml:trace contextRef="#ctx0" brushRef="#br0" timeOffset="59183.2867">25566 15081 0,'12'5'0,"8"-15"0,6 7 16,14-3-16,-11 14 15,-29-8-15,63 27 16,-11-2 0,-52-25-16,0 0 0,0 0 0,14 10 0,0-1 0,-1 0 15,-3 1-15,-1 0 0,0-1 0,-3 1 0,-1 0 16,-1-1-16,-2 1 0,0 0 0,0 0 0,-4 1 16,2-2-16,0 0 0,-2-1 0,2-1 0,0 0 15,-4 1-15,0-1 0,-1 1 0,-2 0 0,2-1 0,0 1 16,-1-2-16,0-1 0,1 1 0,-4-2 0,2 1 15,0-1-15,-5 1 0,1-1 0,-1 0 0,0-2 16,1-1-16,-1-1 0,-3 4 0,1-1 0,1-1 16,6 0-16,-1 0 0,1 0 0</inkml:trace>
  <inkml:trace contextRef="#ctx0" brushRef="#br0" timeOffset="59783.2629">24168 15941 0,'0'0'0,"0"0"0,0 0 0,0 0 15,0 0-15,1 57 16,-4 2-1,2-1-15,1-58 0,0 0 0,0 0 16,-1 11-16,1-1 0,0 1 0,-2-3 0,2-1 16,0 0-16,0-7 0,-3 15 0,1-1 0,0 0 0,-3 5 15,2 0-15,0 0 0,-2 2 0,1-1 0,0 0 16,-2-1-16,2 0 0,0-1 0,0 0 0,1-1 16,0 0-16,-2-4 0,1 0 0,1 0 0,0-5 15,0-1-15,0 0 0,1-5 0,0 0 0,0 0 16,2-2-16,-3 4 0,2-1 0,0 0 0,-1-3 15,0 1-15,0-1 0,0-3 0,1 1 0,0-1 0</inkml:trace>
  <inkml:trace contextRef="#ctx0" brushRef="#br0" timeOffset="60282.9296">24042 15891 0,'16'-16'0,"-1"-12"0,-2 10 0,20 2 15,10 7 1,-2 7-16,-4 9 16,-5 10-16,-32-17 0,0 0 15,10 9-15,0-1 0,-1-1 0,1 2 0,0 0 0,-1-1 16,-2 3-16,-1-1 0,1 1 0,-3 1 0,-2-1 16,0 1-16,0-1 0,0-1 0,0 0 0,-4 1 15,2 0-15,0 0 0,-5-2 0,2 0 0,0-1 16,-4 2-16,2-2 0,0 1 0,-3-1 0,1 0 15,-1-1-15,0 1 0,1 0 0,0-1 0,-3 0 0,3-1 16,0 0-16,-3-1 0,0 0 0,1 0 0,2-1 16,1-1-16,-1 0 0,-1 1 0,2 0 0,0-1 15,-1 0-15,3-1 0,0 1 0,1-1 0,0 0 16,0 0-16,-1 0 0,0 1 0,-1-1 0,2 0 16,1-2-16,0 1 0,0 0 0,2 0 0,0-1 0,1 2 15,-1-1-15,0-1 0,2 4 0,-1 0 0,0-1 16,3 2-16,0-1 0,-1 0 0,1 4 0,0 0 15,0 0-15,2 3 0,0-2 0,1 1 0,1 1 16,-2 0-16,0 0 0,3 3 0,-3 0 0,0 0 16,2-2-16,-2-1 0,1 1 0,1-3 0,-2 0 0,0 0 15,1 1-15,-2-1 0,0 0 0,-1-1 0,0-1 16,0 0-16,3 1 0,-3-2 0,0 1 0,1-4 16,-1 1-16,0-1 0,2-1 0,-1-2 0,-1 1 15,2-4-15,-1 1 0,0 1 0,0-6 0,1 1 0,-1 0 16,-1 1-16,-2 2 0,0-1 0,0 3 0,-2-1 15,0 1-15,1 0 0,-1 1 0,0 0 0</inkml:trace>
  <inkml:trace contextRef="#ctx0" brushRef="#br0" timeOffset="60850.0549">24526 16150 0,'-3'0'0,"1"0"0,1 1 0,2 10 15,2 13-15,-2 7 16,-6 2-16,-2 7 15,7-40-15,0 0 0,0 0 0,-6 12 16,2-1-16,-1 0 0,2-1 0,0 1 0,0-1 0,-1 2 16,0-1-16,0 0 0,2-3 0,0 0 0,0-1 15,-3-1-15,3-1 0,0 1 0,1-4 0,0 1 16,0 0-16,-1-1 0,2-1 0,0 0 0,0-1 16,0 0-16,0 0 0,0-1 0,0-1 0,0 1 15,2-3-15,0 1 0,0 0 0,1-4 0,1-1 0,-1 1 16,1 0-16,-1 0 0,0 0 0,3-7 0,-1 0 15,1 1-15,3-8 0,0 0 0,0 0 0,-2 2 16,-1 0-16,0 0 0,-1 1 0,0 0 0,1 0 16,0-2-16,0 0 0,0 0 0,3 5 0,1 0 0,-1 1 15,-1 1-15,0 0 0,-1 0 0,-1 2 0,0 0 16,0 1-16,0 1 0,-2 1 0,0 0 0,0 0 16,0 1-16,0-1 0,2 4 0,1 0 0,-1 1 15,-2-1-15,0 1 0,0 0 0,-1 3 0,0 0 16,1 0-16,0-2 0,-1 2 0,0-1 0,1 4 15,-1-1-15,0 0 0,1 4 0,-1-1 0,1-1 0,-1 6 16,-1-1-16,0 0 0,0 4 0,0 0 0,0 1 16,-1 1-16,-1 1 0,0 0 0,0 1 0,0 1 15,0-1-15,-1 1 0,0-2 0,0 0 0,1-16 16,0 0-16,0 0 0,-2 26 0,0-2 0,0 1 16,1-4-16,0 0 0,0 0 0,-1-7 0,1 1 0,-1 0 15,1-4-15,1-1 0,0 1 0,-1-1 0,0 0 16,0 0-16,2-2 0,0 0 0,0 0 0,-1 0 15,0-1-15,0 0 0,-2 0 0,2-2 0,0 0 16,1-1-16,0-1 0,0 1 0,-2-2 0,0 0 0,0 0 16,-1-1-16,0-1 0,0 0 0,1-3 0,1-1 15,0 1-15,-4-4 0,2 1 0,0-1 0,-2-4 16,2 0-16,0 1 0,-2 4 0,3 0 0,0 0 16</inkml:trace>
  <inkml:trace contextRef="#ctx0" brushRef="#br0" timeOffset="61066.7299">24451 16151 0,'0'0'0,"0"0"0,0 0 0,32-3 16,-13 0-16,27 16 16,-20-6-1,-17-3-15,-9-4 0,0 0 0,0 0 16,13 3-16,-1 0 0,0-1 0,-3 0 0,-3-1 15,0 0-15,-2 0 0,-2 0 0,0-1 0,-2 0 16,16 2-16,-3-1 0,1-1 0,-5 1 0,-2 0 0,1-1 16,-8 0-16,0 0 0,0 0 0</inkml:trace>
  <inkml:trace contextRef="#ctx0" brushRef="#br0" timeOffset="61322.9862">24933 16039 0,'0'0'0,"0"0"15,0 2-15,1 10 16,-2 13 0,-6 6-16,-3 10 15,2 2-15,8-43 0,0 0 16,-5 15-16,2 1 0,-1 0 0,0-2 0,0 0 0,0-1 16,-3 0-16,2 0 0,-1 0 0,1 0 0,1-1 15,0 1-15,-1-2 0,0 0 0,-1-1 0,1-2 16,2 0-16,0-1 0,-2-2 0,2-1 0,0 0 15,1-2-15,1 0 0,0-1 0,2-2 0,0-1 16,0 0-16,0 1 0,0 0 0,0 0 0,0 0 16,-1 1-16,0 0 0,0-2 0,0 2 0,0 0 0,0 0 15,0 0-15,0 0 0,1 0 0,-1 0 0,0 0 16</inkml:trace>
  <inkml:trace contextRef="#ctx0" brushRef="#br0" timeOffset="61799.9509">24925 15979 0,'7'-10'0,"0"0"16,13 4-16,-2 1 16,6 4-16,2 8 15,6 4-15,-6 8 16,-26-19-16,0 0 0,7 7 0,-1-1 0,0-1 16,2 4-16,-1-1 0,-1-1 0,-6-7 0,5 8 15,-1-1-15,0 0 0,0 0 0,-2-1 0,1 1 16,-3 1-16,0-1 0,0 0 0,-4 0 0,1-2 15,0 1-15,-2 1 0,2-1 0,0 0 0,-2-1 16,2-1-16,-1-1 0,-3 1 0,0-1 0,0 1 0,-3-3 16,1 1-16,0 0 0,1 1 0,-1 0 0,1-1 15,2 0-15,0-1 0,-1 1 0,-1-1 0,1 0 16,0-1-16,-1 2 0,3-1 0,0 1 0,-2-4 16,2 2-16,0 0 0,0 0 0,3 0 0,0 0 15,1 0-15,0 0 0,0 0 0,0 2 0,1-2 0,0 1 16,3 3-16,-2 0 0,0-1 0,3 4 0,-1-1 15,-1-1-15,3 3 0,0-1 0,0 0 0,1 1 16,-1 0-16,1 0 0,1 7 0,-1-2 0,0 1 16,3-2-16,-1 1 0,0-1 0,-1 1 0,0-1 15,-1 0-15,1 2 0,-2 1 0,0 0 0,2-4 0,-1 0 16,0 0-16,1 0 0,0-2 0,1 0 0,-1-1 16,-2-1-16,0 0 0,0 0 0,-1-1 0,1-1 15,0-3-15,0-1 0,0 1 0,1-4 0,-1 2 16,1 0-16,-1-5 0,0 0 0,0 0 15,2-7-15,-1 2 0,-1-1 0,3-1 0,-1 2 0,0 0 16,-2 4-16,-1 1 0,0 0 0</inkml:trace>
  <inkml:trace contextRef="#ctx0" brushRef="#br0" timeOffset="62066.7003">25393 16127 0,'-3'7'0,"2"-4"0,0-1 16,2 0-16,1 9 15,2 13 1,-3 8-16,-6 8 16,5-40-16,0 0 0,0 0 0,0 0 0,-2 12 15,1-1-15,0 0 0,0 5 0,0 0 0,0 0 0,-2 2 16,0 0-16,0 0 0,-4-2 0,1-2 0,-1 1 16,1-3-16,1 1 0,0 0 0,1-2 0,1-1 15,-1 0-15,1-3 0,0-1 0,0 1 0,0-3 16,1 1-16,0-1 0,-2-3 0,2-1 0,0 0 0,4-2 15,-2 1-15,0-1 0,2-4 0,-1 0 0,0 0 16,1-4-16,-2 1 0,0 0 0,0 9 0,0 0 16,0 0-16,1-6 0,-1 1 0,0 1 0</inkml:trace>
  <inkml:trace contextRef="#ctx0" brushRef="#br0" timeOffset="62316.5643">25372 16021 0,'6'-4'0,"12"-6"0,-2 7 16,10 7-16,-26-4 16,56 21-16,-12-3 15,-11 11-15,-33-29 16,0 0-16,0 0 0,12 10 0,-2-1 0,0 0 0,-2 1 16,-3-1-16,0-1 0,1 5 0,-2-1 0,0 0 15,1 0-15,-2-1 0,0 0 0,-7 0 0,2-1 16,-1 0-16,-3 1 0,2-1 0,0-1 0,-2-1 0,0 0 15,-1-1-15,-4-2 0,0 1 0,-1-1 0,-3-3 16,-1-1-16,1 1 0,-6-4 0,0 1 0,1 0 16,8 0-16,2 0 0,0 1 0</inkml:trace>
  <inkml:trace contextRef="#ctx0" brushRef="#br0" timeOffset="88139.8251">16963 19049 0,'0'0'0,"0"0"0,0 0 0,0 0 0,-21 0 0,21 0 0,39-73 0,37 37 16</inkml:trace>
  <inkml:trace contextRef="#ctx0" brushRef="#br0" timeOffset="92251.9815">2055 9126 0,'0'0'0,"0"0"0,0 0 15,0 0-15,66-2 16,10-15-16,9-22 16,27-18-16,-112 57 0,0 0 15,0 0-15,46-19 0,-2-1 0,-1 1 0,5-2 16,-2 0-16,2 0 0</inkml:trace>
  <inkml:trace contextRef="#ctx0" brushRef="#br0" timeOffset="92733.4359">2192 10428 0,'0'0'0,"20"-20"16,-10 10-16,-6 6 15,-1 2-15,-3 2 16,0 0-16,30 16 15,-30-16-15,0 0 0,0 0 0,7 3 0,-1 0 16,-2 0-16,6 8 0,-1-2 0,0 1 0,-4-3 16,0-2-16,-1 0 0,-2-2 0,-1 0 0,0-1 15,15 0-15,-1 0 0,2 0 0,-9-1 0,2 0 0,-3 1 16,34-15-16,-2 1 0,2-1 0,7-5 0,2 2 16,-1-1-16,5-3 0,-1 0 0,1 0 0</inkml:trace>
  <inkml:trace contextRef="#ctx0" brushRef="#br0" timeOffset="93186.2621">2254 11850 0,'0'0'0,"0"0"0,0 0 0,0 0 16,21 20 0,-8-8-16,11 20 15,-8-16-15,-16-16 0,0 0 0,0 0 16,3 3-16,-2-1 0,-1 0 0,14 3 0,1-1 15,-1-1-15,-5 0 0,-1-1 0,1-1 0,-6 1 16,0-1-16,0-1 0,43-24 0,-3 0 0,1-1 16,4-5-16,1 0 0,-3 1 0,-20 13 0,-3 2 0,1-2 15</inkml:trace>
  <inkml:trace contextRef="#ctx0" brushRef="#br0" timeOffset="93685.6382">2323 13244 0,'0'0'0,"14"23"0,-5-11 16,-7-6-1,41 23-15,-19-11 16,28-11-16,-24-6 15,-28-1-15,0 0 0,0 0 0,17-10 0,-3 1 16,0 0-16,8-8 0,1 0 0,-2 0 0,7-5 16,-2 1-16,1-1 0,-27 22 0,30-22 0,-1 1 15,0-1-15</inkml:trace>
  <inkml:trace contextRef="#ctx0" brushRef="#br0" timeOffset="94166.3522">2403 14645 0,'0'0'0,"0"0"0,9 24 16,-5-10-16,-1-8 16,45 6-16,-20-5 15,53-49 1,-81 42-16,0 0 0,0 0 0,30-25 0,-1 0 0,-1 0 15,-28 25-15,17-14 0,-3 1 0,1 0 0,-15 13 16,0 0-16,21-26 0,0 0 0,-1 0 0</inkml:trace>
  <inkml:trace contextRef="#ctx0" brushRef="#br0" timeOffset="180567.3813">7817 18523 0,'0'0'0,"-47"-67"0,21 27 16,31 80-16,8 38 16,-5-37-1,-66-98 1,58 57-16,0 0 0,0 0 0,0 0 0,-12-13 0,0 0 15,-1 0-15,13 13 0,-60-21 0,60 21 0,-57 30 16,32 67-16,-2-37 16,13-35-16,9-16 15</inkml:trace>
  <inkml:trace contextRef="#ctx0" brushRef="#br0" timeOffset="181116.446">6941 18737 0,'2'54'0,"-15"-3"0,-10-15 15,-71-132 1,94 96-16,-59-58 16,22 115-1,-11-25 1,10 25-16,56-33 16,0 54-1,-9-30 1,-9-48-16,-1 23 15,0-17-15,1-6 16,3 0-16,-1 0 16,2 0-16,0 0 15,0 0-15,8 0 16,-49-15-16,24-27 16,19 24-16,-6 18 15,12 48-15,1-21 16,171-69-1,-148 84-15,-36-42 16,6-55-16,17-22 16,13 43-16,27 22 15,0 122-15,-77-42 16,74-68-16,-3 0 16,-5 0-1</inkml:trace>
  <inkml:trace contextRef="#ctx0" brushRef="#br0" timeOffset="181120.4462">7202 18952 0</inkml:trace>
  <inkml:trace contextRef="#ctx1" brushRef="#br0">19614 1764 0</inkml:trace>
  <inkml:trace contextRef="#ctx0" brushRef="#br0" timeOffset="339797.1706">13489 11807 0,'0'0'0,"0"0"16,0 0-16,0 0 16</inkml:trace>
  <inkml:trace contextRef="#ctx1" brushRef="#br0" timeOffset="141060.8787">15240 18 0</inkml:trace>
  <inkml:trace contextRef="#ctx0" brushRef="#br0" timeOffset="443713.5916">28279 10146 0,'0'0'0,"0"0"0,0 0 0,0 0 15,0 0-15,0 0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8-28T08:28:49.421"/>
    </inkml:context>
    <inkml:brush xml:id="br0">
      <inkml:brushProperty name="width" value="0.05292" units="cm"/>
      <inkml:brushProperty name="height" value="0.05292" units="cm"/>
      <inkml:brushProperty name="color" value="#FF0000"/>
    </inkml:brush>
  </inkml:definitions>
  <inkml:trace contextRef="#ctx0" brushRef="#br0">21904 15801 0,'0'0'0,"0"0"0,0 0 0,0 0 16,0 0-1,0 0-15,0 0 16,0 0-16,0 0 0,0 0 0,0 0 15,0 0-15,0 0 0,0 0 0,0 0 0,0 0 16,0 0-16,-4 22 0,2 1 0,0 0 0,0-9 0,0-1 16,0 0-16,3 14 0,-1-2 0,0 0 0,1-11 15,-1-2-15,0 1 0,0-13 0,1 8 0,0 0 16,0 1-16,0-6 0,-1 0 0,0 0 0,2 22 16,-1-1-16,0 1 0,0 2 0,0 0 0,0 1 15,0 7-15,-1-1 0,0 1 0,-3 23 0,2 0 16,0 0-16,-3-15 0,1 1 0,0-1 0,1-23 0,0-1 15,0 0-15,-5 3 0,2-1 0,0 0 0,2-10 16,0 0-16,0-1 0,1-5 0,1-1 0,0-1 16,0-1-16,1-1 0,0 0 0,0 0 0,0-1 0,0 0 15,0 0-15,0 0 0,0 0 0,4-6 0,-1 0 16,0 0-16,-1 3 0,0-1 0,0 1 0,2-5 16,-1 0-16,0 1 0,-3 7 0,2-5 0,0 1 15,-1 1-15</inkml:trace>
  <inkml:trace contextRef="#ctx0" brushRef="#br0" timeOffset="949.7081">21853 15798 0,'0'0'0,"0"0"16,0 0-16,0 0 15,0 0-15,0 0 16,0 0-16,0 0 16,0 0-16,0 0 0,0 0 0,18-11 0,0 0 15,-1 1-15,4 2 0,0 0 0,-1-1 0,1 6 16,0-1-16,-1 1 0,-20 3 0,22 1 0,0-1 16,-1 0-16,5-2 0,-2 1 0,0-1 0,4 1 15,0 0-15,0-1 0,0 5 0,1 0 0,0-1 16,-2-2-16,0 0 0,0 0 0,-1 2 0,-2-1 0,-1 1 15,-23-2-15,26 0 0,0 0 0,0 0 0,-1 2 16,-3-2-16,1 1 0,2-1 0,-2 0 0,-1 0 16,-1 0-16,-2 0 0,-1 0 0,0 1 0,-3 0 15,1-1-15,0 2 0,-1-2 0,-1 0 0,-2 0 16,-2 1-16,0-1 0,-3 0 0,-1 0 0,0 0 0,1 1 16,-2 1-16,1-1 0,-1-2 0,-2 1 15,0 0-15,-1 0 0,-1-1 0,0 0 0,0 4 0,0-2 16,0 0-16,0 1 0,0-1 0,0 0 0,0 1 15,-1 1-15,0-1 0,2 3 0,-1-1 0,0 0 16,2 4-16,-2 0 0,0 0 0,-3 3 0,1-2 0,-1 0 16,-1 4-16,2-2 0,0 1 0,-2 2 0,0 1 15,0-1-15,-1 3 0,1-1 0,0 0 0,1 2 16,1 0-16,0-1 0,-3 2 0,3-1 0,0 0 16,-1 3-16,0-1 0,0 0 0,-1 5 0,2 0 15,0 0-15,3 2 0,-2-2 0,0 1 0,2-3 0,-2 0 16,0-1-16,2 1 0,-1-3 0,0 1 0,1 1 15,0-1-15,0 0 0,2 1 0,-2-1 0,0 0 16,1-2-16,0 0 0,0 0 0,-1 0 0,0 1 16,0 0-16,1-3 0,-2 0 0,0 0 0,1-1 15,-2-1-15,0 0 0,4-3 0,-3-1 0,0 0 0,-1 1 16,0 0-16,0 0 0,-3 0 0,0-1 0,1-1 16,0-2-16,0 0 0,0-1 0,0 0 0,2-2 15,0 0-15,-2 1 0,0 0 0,0 0 0,1-15 16,1 0-16,0-1 0,-4 8 0,2 1 0,0 0 0,-5 4 15,2 1-15,0-1 0,-3 1 0,0-1 0,-1 0 16,1-2-16,2 0 0,0-1 0,-1-2 0,1 2 16,0-1-16,-2-2 0,0 0 0,1 0 0,-3 0 15,1 0-15,-1 0 0,10 3 0,-14-1 0,1 0 16,1 0-16,-6 0 0,2-1 0,-1 0 0,-1-1 0,0 0 16,1 0-16,17 3 0,-20-3 0,2-1 0,1 1 15,0 1-15,2-1 0,-1 1 0,-7-2 0,1 0 16,0 0-16,22 4 0,-21-4 0,3 0 0,-1 1 15,-5-1-15,2 1 0,-1 0 0,2 1 0,3 0 16,-1 0-16,-3-3 0,3 2 0,-1-1 0,1 0 0,0 1 16,0 1-16,2 0 0,1 1 0,1 1 0,-6-2 15,0 0-15,1 0 0,0-1 0,0 2 0,1-1 16,3-1-16,3 0 0,-1 1 0,5-1 0,1 1 16,0 0-16,0 0 0,3 1 0,0 0 0,0-1 15,2 1-15,0 1 0,4-1 0,-1 1 0,0 0 0,2 1 16,-1-1-16,0 0 0,3-2 0,-2 2 0,0-1 15,2-2-15,0 0 0,0 0 0,2-1 0,-1 0 16,0 0-16,2 3 0,0 0 0,1 0 0,-8 1 16,0 0-16,0 0 0</inkml:trace>
  <inkml:trace contextRef="#ctx0" brushRef="#br0" timeOffset="1683.6753">22925 15955 0,'0'0'0,"0"0"0,0 0 0,0 0 16,0 0-16,23-15 15,-8 7-15,-10 3 16,-5 5-16,0 0 0,0 0 0,7-7 0,0 1 15,0 0-15,-7 6 0,5-4 0,-1 1 0,0-1 16,8-7-16,-1 0 0,-1 1 0,-3 3 0,-1 1 16,1 1-16,10-9 0,1 0 0,-1 0 0,-6 6 0,-1 0 15,0 0-15,-5 6 0,-1-1 0,-1 0 0,-3 3 16,17-12-16,0 1 0,-1 0 0,-6 4 0,-1 1 16,0 0-16,12-7 0,0 1 0,-1 0 0,-7 4 15,-3 1-15,0 0 0,10-5 0,0 0 0,-1 0 0,-19 12 16,12-7-16,-2 1 0,0 0 0,15-9 0,-2 1 15,0-1-15,3-3 0,-1 0 0,0 0 0,2-3 16,-2 1-16,0 0 0,-13 10 0,0 0 0,1 0 16,-13 10-16,19-15 0,1 1 0,0 1 0,-8 4 15,-2 2-15,1-1 0,-7 5 0,0 0 0,0 1 16,4-9-16,0 1 0,-1-1 0,-1 5 0,-2 0 0,0 0 16,-4 6-16,8-7 0,-2-1 0,0 0 0,-2 4 15,-1 0-15,0 1 0,-1 1 0,-1 0 0,0 1 16,2-1-16,-3 2 0,0 0 0,0 0 0,0 0 15,0 0-15,0 0 0,0 0 0,0 0 0,-5 9 0,2-2 16,0 1-16</inkml:trace>
  <inkml:trace contextRef="#ctx0" brushRef="#br0" timeOffset="2433.677">22939 16297 0,'7'12'0,"-2"-4"0,0-4 0,-1-1 16,3-1-16,12 2 15,6-3-15,4 1 16,-29-2-16,0 0 0,0 0 0,13 0 15,-3 1-15,0-1 0,4 4 0,-1-1 0,1 0 16,1-1-16,1-1 0,-1-1 0,-6 1 0,-1-1 16,-1 0-16,-7 0 0,0 0 0,0 0 0,4 2 15,-2-2-15,0 0 0,0 0 0,-1 0 0,0 0 0,54 11 16,-2 0-16,-1-1 0,-7 0 0,-1 0 0,1 0 16,-11-4-16,-1-1 0,0 1 0,-4-1 0,-2 1 15,0 0-15,0 0 0,-2 0 0,1 0 0,-6-1 16,-2-2-16,1 1 0,10-1 0,-1 0 0,0 0 15,0 2-15,0-1 0,0 0 0,-5-1 0,1 0 0,0-1 16,-2 3-16,-1 0 0,1-1 0,-1 0 0,-1-1 16,1 0-16,-1 1 0,-3-1 0,1 1 0,-4-1 15,0 0-15,-1-1 0,1 1 0,-3 0 0,0-1 16,0 0-16,-2 0 0,0 0 0,1-1 0,-1-1 16,0 0-16,-3 1 0,1-1 0,-1 1 0,-1 2 15,-2-2-15,0 1 0,0 1 0,-2-1 0,0 0 0,-5-1 16,2 0-16,0 1 0,-3-1 0,1 1 0,0-1 15,-4-3-15,2 0 0,0 0 0,-2 0 0,1 0 16,1 1-16,2-2 0,1 2 0,0 0 0</inkml:trace>
  <inkml:trace contextRef="#ctx0" brushRef="#br0" timeOffset="3067.1009">23124 16726 0,'-32'10'15,"6"-9"-15,0-1 16,4 1-16,6-2 15,-4-8-15,8 3 16,5 3-16,7 3 0,0 0 0,0 0 16,-3-3-16,1 0 0,1 0 0,-1 0 0,1 1 15,0-1-15,0 2 0,0 0 0,0 0 0,0 0 16,1 1-16,0-1 0,-1 1 0,1 0 0,0 0 16,0 0-16,0 0 0,0 0 0,1 0 0,-1 0 15,0 0-15,1 1 0,0 0 0,0 1 0,3-1 0,0 1 16,-1-1-16,1 2 0,-1-2 0,0 1 0,2 3 15,-1-1-15,0 1 0,5-1 0,-3 0 0,0-1 16,4 2-16,-1 1 0,-1-1 0,2 1 0,1 1 16,-1-1-16,0 5 0,-1 0 0,-1 0 0,4 0 15,-1-2-15,-1 0 0,2 2 0,0-1 0,-1 1 16,2 0-16,0 0 0,-1 0 0,5 6 0,-2-2 0,1 0 16,0-3-16,0 0 0,-1-1 0,3 5 0,-2 0 15,1-1-15,0 1 0,-1-1 0,1 0 0,1 0 16,1-1-16,-1 1 0,6 2 0,-2 0 0,0 0 15,1 5-15,0-2 0,0 0 0,-1-1 0,-1-1 0,1 1 16,1-4-16,-3 1 0,1 0 0,-2-1 0,-1-1 16,1 0-16,-1 0 0,-1-1 0,0 0 0,0 2 15,1-1-15,-1 1 0,1-3 0,-2-2 0,1 0 16,-3 3-16,1 0 0,-1 0 0,1-4 0,-3 0 16,1 1-16,-2-3 0,-1 1 0,1-1 0,-2 0 0,-2 0 15,0-1-15,2-3 0,-1 0 0,0 0 0,-2 1 16,-1-1-16,-1 1 0,2 2 0,-2 0 0,0-1 15,0-6-15,-2 1 0,0 0 0,1-5 16,-1 2-16,-1-1 0,-4-8 0,3 0 0,0-1 16</inkml:trace>
  <inkml:trace contextRef="#ctx0" brushRef="#br0" timeOffset="11462.1895">22582 15170 0,'0'0'0,"0"0"0,0 0 16,0 0-16,0 0 16,0 0-16,0 0 15,0 0 1,0 0-16,0 0 0,0 0 0,0 0 0,0 0 16,0 0-16,0 0 0,0 0 0,0 0 0,11-12 0,-3 1 15,0 0-15,-2 4 0,-1 0 0,1 0 0,-4 4 16,0 0-16,0 1 0,0 0 0,-2 2 0,0-1 15,1 1-15,-1 0 0,0 0 0,0-1 0,0 1 16,0 0-16,0 11 0,0 0 0,0 0 0,0-11 0,0 7 16,0 0-16,0-1 0,1-4 0,-1 1 0,0-1 15,-2 10-15,2-2 0,0 0 0,-1-3 0,1-1 16,0-1-16,-1-2 0,1 0 0,0-1 0,0-1 16,0-1-16,0 1 0,0 0 0,0-1 0,0 0 15,-2 13-15,0-2 0,0 1 0,0-4 0,1-2 16,0 0-16,-2-3 0,3 0 0,0 0 0,0-2 0,0 0 15,0-1-15,0 2 0,0-2 0,0 0 0,0 0 16,0 0-16,0 0 0,0 0 0,0 0 0,0 0 16,0 0-16,0 0 0,0 0 0,0 0 0,0 0 15,0 0-15,0 0 0,0 0 0,0 0 0</inkml:trace>
  <inkml:trace contextRef="#ctx0" brushRef="#br0" timeOffset="12416.8173">22627 15091 0,'0'0'0,"0"0"0,0 0 16,0 0-16,0 0 15,28 38-15,-10-3 16,-4-11 0,-14-24-16,0 0 0,0 0 0,5 6 0,-2-2 0,0 1 15,2 0-15,-1 0 0,0 1 0,2-3 0,-2 1 0,0-1 16,3 0-16,-2-1 0,0 1 0,0-2 0,-3 0 15,0 0-15,2-3 0,0 1 0,0 1 0,2-1 16,-2 1-16,1-1 0,0-2 0,0 0 0,0 0 16,-1-1-16,0 0 0,1 0 0,0 2 0,-1 0 15,0 0-15,1-2 0,0 0 0,0 1 0,0-3 0,-1 1 16,0 1-16,0-1 0,-2 1 0,0 0 0,0 1 16,-1 1-16,0 0 0,1 1 0,-2 1 0,0-1 15,1 0-15,-1 1 0,0 0 0,0-1 0,0 1 16,0 0-16,0 0 0,0 0 0,0 0 0,0 1 0,0 0 15,0 0-15,-1 1 0,1 1 0,0 0 0,-2 4 16,1-1-16,0-1 0,0 4 0,0-1 0,0-1 16,-1 2-16,0 0 0,0 0 0,0-2 0,0 1 15,0 0-15,1 1 0,0 0 0,0 0 0,-1 0 16,-1-1-16,1-1 0,-1 0 0,2-1 0,0 0 0,3 1 16,-1-1-16,0 1 0,1-3 0,0 0 0,1 0 15,-3-4-15,1 3 0,-1-1 0,0-1 0,-1 0 16,1 0-16,0 0 0,0-1 0,0 0 0,0 0 15,0 0-15,0 0 0,0 0 0,0 0 0,0 0 16,0 0-16,4 1 0,-2-1 0,0 0 0,-2 0 0,0 0 16,0 0-16,16-16 0,0 1 0,-1 0 0,-5 5 15,-1 1-15,0 1 0,-9 8 0,0 0 0,0 0 16,4-5-16,0 2 0,-1-1 0,1 0 0,-1 0 16,0 0-16,7-10 0,1 0 0,-1 1 0,-3 5 15,-2 1-15,1-1 0,-4 5 0,0 0 0,0 0 0,0 2 16,-2 1-16,0-1 0,1 1 0,-1-1 0,0 1 15,0 0-15,0 0 0,0 0 0,1 2 0,0 0 16,0 1-16,-3-1 0,0 1 0,0 0 0,1 2 16,1 0-16,0-1 0,1 1 0,-1 0 0,0 0 15,-1 1-15,1-1 0,0 1 0,-1 1 0,0-1 0,0 0 16,0-1-16,1 0 0,0-1 0,-1 1 0,-1 0 16,1-1-16,-1 1 0,1 1 0,0-1 0,-2 0 15,2 0-15,0 1 0,0-1 0,0 0 0,0 0 16,-1 1-16,2-1 0,0-1 0,-2-1 0,2-1 15,0 0-15,-1-3 0,1 1 0,0 0 0,2-4 0,-1 0 16,0 1-16,1-3 0,-2 2 0,0 0 0,0 4 16,0 0-16,0 0 0,0-3 0,0-1 0,0 1 15,-1-4-15,0 2 0,0 0 0,-1 0 0,2 2 16,0-1-16,-3-3 0,2 0 0,0 0 0,-3-2 0,1-1 16,-1 0-16,0 2 0,2 1 0,0-1 0,-4 1 15,2 0-15,0 0 0,-3 0 0,2 1 0,0-1 16,5 7-16,-6-7 0,1 2 0,0-1 0,0-1 15,2 2-15,0 0 0,0 0 0,2 1 0,0-1 16,1 5-16,1-4 0,0 0 0,0 1 0,2-1 0,-1 1 16,0-1-16,3 2 0,-1-1 0,0 1 0,-4 2 15,7-2-15,-2 0 0,0 1 0,3-1 0,-1 2 16,0 0-16,2 2 0,0-1 0,-1-1 0,-8 0 16,9 3-16,-2-1 0,1 0 0,0 0 0,-2-1 15,0-1-15,3 0 0,-3 0 0,0 0 0,-6 0 0,6-3 16,-1 2-16,1-1 0,-2-1 0,0 1 0,0 0 15,-4 2-15,3-1 0,-1 0 0,0-1 0</inkml:trace>
  <inkml:trace contextRef="#ctx0" brushRef="#br0" timeOffset="12800.2499">23121 15127 0,'0'0'0,"0"0"0,0 0 0,0 0 16,-10 35-16,5-14 16,3-13-1,0 28-15,2-36 0,0 0 0,0 0 16,-1 7-16,1 0 0,0 0 0,0-4 0,0 0 16,0 0-16,-1-2 0,1-1 0,0 1 0,1 8 15,0-1-15,0 0 0,0-3 0,-1 0 0,0-1 0,1-1 16,-1-2-16,0 1 0,0-2 0,9 5 0,-2-1 15,0 1-15,-2-3 0,-1 1 0,0-1 0,-2 0 16,1-2-16,-1 1 0,-2-1 0,1 1 0,-1-1 16,0 0-16,9-3 0,-1 0 0,0 1 0,-1 0 15,-3 1-15,0 0 0,4-8 0,-1 2 0,1-1 16,-8 8-16,5-5 0,-2 1 0,0 0 0,-1-5 0,0 0 16,0 1-16,-1 2 0,0 2 0,0-1 0,-4-5 15,1 1-15,0 0 0,0 3 0,1 1 0,0 0 16,1 5-16,-4-8 0,0-1 0,0 0 0,4 9 15,-4-5-15,2 0 0,0 1 0,2 4 0,0 0 0,0 0 16</inkml:trace>
  <inkml:trace contextRef="#ctx0" brushRef="#br0" timeOffset="13557.8432">23363 15142 0,'0'0'0,"0"0"0,0 0 15,0 0-15,13 1 16,-5 0-1,-5-1-15,19 15 16,-22-15-16,0 0 0,0 0 0,0 0 0,5 4 16,-2-1-16,0 0 0,-3-3 0,11 10 0,-1-1 15,0 1-15,-3-3 0,-2-2 0,0 0 0,5 9 16,1-1-16,-1 0 0,-4-6 0,0 0 0,1 0 16,-5-4-16,0 0 0,0 0 0,-2-3 0,2 1 0,-2 0 15,0 0-15,5 9 0,0-2 0,0 0 0,-1-2 16,-1-1-16,0-1 0,-2-1 0,0-1 0,0 0 15,0-1-15,-1-1 0,0 1 0,0-1 0,0 0 16,0 0-16,0 0 0,1 0 0,-1 0 0,0 0 16</inkml:trace>
  <inkml:trace contextRef="#ctx0" brushRef="#br0" timeOffset="13733.8247">23509 15156 0,'0'0'0,"0"0"0,-25 46 16,-8 4-1,0-12-15,2-3 16,-4-1-16,11-14 16,24-20-16</inkml:trace>
  <inkml:trace contextRef="#ctx0" brushRef="#br0" timeOffset="14683.3766">23541 15927 0,'0'0'0,"0"0"0,0 0 0,0 0 16,0 0-16,0 0 15,24 47-15,0-4 16,-24-43-16,0 0 0,5 13 16,0 0-16,0 0 0,0-1 0,-1-1 0,0 0 0,0 2 15,-2-1-15,0-1 0,3 2 0,-1-1 0,1-1 16,-1 2-16,-1-2 0,0 1 0,2-1 0,-2 0 15,0-1-15,0-1 0,0 0 0,1-1 0,-1-1 16,-1-1-16,0 0 0,-1-4 0,0 1 0,0 0 16,-1-3-16,1 3 0,-1-2 0,0 0 0,1-2 0,0 1 15,0 0-15,1-2 0,-1 0 0,0-1 0,-1 3 16,0 0-16,0 0 0,2-1 0,-2 0 0,0 0 16,1 0-16,-1 0 0,0 1 0,0 0 0,0 0 15,0 0-15,0-2 0,0 1 0,0-1 0,1-16 16,0 0-16,0 1 0,1 6 0,-2 0 0,0 1 0,0 10 15,0 0-15,0 0 0,0-4 0,0 0 0,0 0 16,0 4-16,0 0 0,0 0 0,-1-6 0,1 1 16,0-1-16,5-9 0,-1 0 0,0 0 0,-4 15 15,0 0-15,0 0 0,3-9 0,-1 1 0,0 0 0,-1 3 16,0 2-16,0 0 0,0 1 0,-1 1 0,0 1 16,5-2-16,-2 2 0,1-1 0,7-2 0,-1 0 15,1 0-15,-4-1 0,-1 2 0,0-1 0,-3 1 16,0 1-16,1 1 0,-2-1 0,-1 1 0,0 0 0,0-2 15,-1 2-15,0 0 0,0 0 0,0 0 0,0 0 16,0 2-16,0-1 0,0 1 0,-3 2 0,1 0 16,-1 0-16,1 3 0,0-2 0,0 0 0,-2 4 15,1 0-15,0-1 0,-4 4 0,2-2 0,-1 1 16,-4 4-16,2-1 0,-1 0 0,-2 1 0,1-1 0,-1 0 16,0 0-16,1 1 0,-1 0 0,0 2 0,1-1 15,-1 1-15,-3-3 0,1 1 0,1-1 0,1-2 16,-1 0-16,1 0 0,5-5 0,1 0 0,-1 0 15,0-3-15,2-1 0,0-1 0,4-2 0,0 0 0,0 0 16,0 0-16,0 0 0,0 0 0</inkml:trace>
  <inkml:trace contextRef="#ctx0" brushRef="#br0" timeOffset="15766.5898">23482 16681 0,'0'0'0,"0"0"0,0 0 16,0 0-16,18 14 15,-6-5 1,19 7-16,-13-6 15,-18-10-15,0 0 0,0 0 0,12 7 0,0 0 16,-1-1-16,-5-1 0,1-2 0,-1 1 0,-3-3 0,-1 1 16,0-1-16,12 6 0,-1-1 0,-1-1 0,-4-1 15,-1 0-15,0-1 0,-3-1 0,-2-1 0,0 0 16,8 6-16,-1-1 0,0 0 0,-4-2 0,1 0 16,-1-1-16,-2-1 0,-1-1 0,0 0 0,0 0 15,-2-1-15,0 1 0,0-1 0,0 0 0,0 0 0,1 0 16,-1 0-16,0 0 0,-5 5 0,1-1 0,0 1 15,0-2-15,2-1 0,0 0 0,-10 1 0,2-1 16,-1 0-16,5 0 0,0-1 0,0 1 0,3-1 16,0-1-16,1 0 0,2 0 0,-2 0 0,2 0 15,0 0-15,0 0 0,-1 1 0,1-1 0,0 0 0,-8 1 16,0 0-16,0-1 0,1 1 0,3-1 0,0 0 16,1 1-16,2-1 0,0 0 0,-1 0 0,2 0 15,0 0-15,-1 0 0,1 0 0,0 0 0,0 0 16,0 0-16,0 0 0,6 11 0,0-2 0,0 1 15,0-4-15,-3 0 0,0 0 0,0-4 0,-2 0 0,0 1 16,5 4-16,-1 0 0,0-1 0,-1-1 0,-1-1 16,0 0-16,3 11 0,0-2 0,0 1 0,-1-6 15,-2-1-15,0 1 0,-1 5 0,0-1 0,0 1 16,-1-5-16,0-1 0,0 0 0,-3 7 0,1 0 16,0 0-16,-1-7 0,2 1 0,0-1 0,-1-3 0,1-1 15,0 0-15,-10 4 0,3-1 0,0 0 0,1-2 16,2-1-16,0 1 0,1-2 0,1-2 0,0 1 15,1 0-15,1-1 0,0 1 0,-9-4 0,1 1 16,-1-1-16,4 2 0,0 0 0,0 1 0,2-2 0,2 2 16,0-1-16,-1 0 0,2 1 0,0 0 0,-3-7 15,2 1-15,0-1 0,0 3 0,-1 0 0,1-1 16,4-7-16,-1 1 0,0-1 0,1 4 0,-2 2 16,0 0-16,7-8 0,-2 1 0,0 0 0,0 6 15,-3-1-15,0 0 0,-3 8 0,0 0 0,0 0 0</inkml:trace>
  <inkml:trace contextRef="#ctx0" brushRef="#br0" timeOffset="35299.7134">19429 16540 0,'0'0'0,"0"0"0,0 0 16,0 0-16,0 0 16,-29 36-16,10-14 15,13-14 1,6-8-16,0 0 0,0 0 0,-2 1 0,2 0 0,0 0 16,-1-1-16,1 0 0,0 0 0,0 2 0,0-2 15,0 0-15,0 0 0,0 0 0,0 0 0,-2 2 16,0-1-16,0 0 0,1 0 0,0 1 0,0-1 15,7-9-15,-2 0 0,0 0 0,-1 4 0,0-1 0,0 0 16,0 3-16,-2 0 0,0 1 0,0-1 0,-1 2 16,0 0-16,8-9 0,-1-1 0,0 1 0,-1 3 15,-2 0-15,0 1 0,6-4 0,-1 1 0,1-1 16,-4 3-16,-1 2 0,0-1 0,5-2 0,-1 1 0,0 0 16,-4 3-16,0 0 0,-1 0 0,-2 2 0,0 0 15,0-1-15,8 2 0,-1 0 0,1 0 0,-3 0 16,-2 0-16,0 0 0,3 7 0,-2-1 0,0 1 15,-2-4-15,-1 1 0,0-1 0,0 10 0,-2 0 16,1 0-16,0-5 0,-2-1 0,0 0 0,-2 9 0,0 0 16,1-1-16,-1-6 0,2 0 0,0-1 0,-1 7 15,1-1-15,0 1 0,0-7 0,0-1 0,0 0 16,-2 8-16,1 0 0,0 0 0,-1-6 0,2-2 16,0 1-16,-1-4 0,1-1 0,0 0 0,2 6 0,-2-1 15,0 0-15,0-8 0,1 5 0,-1-1 16,0 1-16,1-4 0,-1 1 0,0 0 0,9-1 0,-1 0 15,0-1-15,-8 0 0,0 0 0,0 0 0,5 1 16,0-1-16,1 0 0</inkml:trace>
  <inkml:trace contextRef="#ctx0" brushRef="#br0" timeOffset="35719.7365">19911 16699 0,'0'0'0,"4"-8"0,-4 0 0,-1 4 16,-2-6-16,-6-3 15,5 7-15,-9-5 16,13 11-16,0 0 0,0 0 0,-7-2 16,3 2-16,0-1 0,-6 2 0,2 0 0,-1-1 15,-1 2-15,1-1 0,-1 0 0,0 4 0,2 0 16,0 1-16,-4-1 0,3 0 0,0 0 0,0 4 16,2-1-16,0 0 0,0 0 0,1 0 0,1 0 15,1-2-15,1 0 0,0 1 0,0-1 0,1-1 0,0 1 16,2 1-16,0-1 0,0 0 0,4-2 0,-2-1 15,0 1-15,3 1 0,-1-2 0,0 0 0,2 0 16,-3 0-16,0-1 0,2 2 0,0-2 0,0 0 16,2-2-16,0 0 0,-1 0 0,1 2 0,-2-1 15,0-1-15,5 0 0,-1-1 0,0 0 0,-1 0 0,-3-1 16,0 1-16,2-3 0,-2 1 0,0 0 0,1-1 16,-3 0-16,0 0 0,5-2 0,0 1 0,1-1 15,-5-1-15,0 0 0,0 0 0,-1-1 0,0 1 16,0-1-16,-1-1 0,-1 1 0,1 0 0,1 2 0,-2 2 15,0 0-15,0 1 0,-1 0 0,0 0 0,0 1 16,0 1-16,0 0 0,1 0 0,0-1 0,0 1 16,0 0-16,0 1 0,0-1 0,0 0 0,-1 1 15,0 0-15,0 0 0,0 0 0,0 0 0,0 0 16,0 0-16,0 0 0</inkml:trace>
  <inkml:trace contextRef="#ctx0" brushRef="#br0" timeOffset="36599.9602">20184 16824 0,'0'0'0,"1"0"0,-1 0 16,1-9-16,-8-2 15,-7 7-15,-14 2 16,-1-3-16,29 5 0,0 0 16,0 0-16,-8 2 0,-1-2 0,1 1 0,0 1 15,0-1-15,-1 0 0,0 2 0,2 0 0,0 0 16,-2 1-16,2 0 0,0-1 0,0 3 0,1-2 15,1 0-15,2 1 0,0 0 0,0 0 0,0 2 0,1-1 16,0 1-16,2 1 0,0-1 0,0 1 0,4-2 16,0 0-16,0 0 0,3-1 0,-2-1 0,1 1 15,4 1-15,-2 0 0,1-1 0,0 0 0,0-1 16,0 0-16,1 0 0,-1-2 0,0 0 0,2 0 0,-1-1 16,0 0-16,1-5 0,-1 1 0,0 0 0,0 1 15,-1-1-15,0 1 0,3-4 0,-3-1 0,0 1 16,4-1-16,-3 2 0,0-1 0,0-3 0,-2 1 15,0 0-15,-3 0 0,0-1 0,1 1 0,3-3 16,-2 0-16,0 1 0,0-4 0,-1 0 0,0 1 0,-1 1 16,0 1-16,1-1 0,-2 3 0,-2 0 0,0-1 15,-4-1-15,2 0 0,0 0 0,-1 2 0,0 1 16,0 0-16,3 2 0,-2 2 0,0-1 0,-1 1 16,0 0-16,0 0 0,-1-1 0,2-1 0,0 1 15,0 2-15,0 0 0,0 0 0,0 2 0,0 0 0,0 0 16,-1 6-16,-1-3 0,1 1 0,-1 1 0,0-1 15,0 0-15,1 2 0,0-2 0,0 1 0,-1 5 16,1-1-16,0 1 0,-2 1 0,1-1 0,0 0 16,2 3-16,0 0 0,0-1 0,-1 4 0,0 1 0,0-1 15,-2 0-15,2-1 0,-1 1 0,1-1 0,0 1 16,0 0-16,-1 0 0,0-1 0,0 1 0,3-1 16,0 0-16,0-1 0,0 0 0,0 0 0,0-1 15,1-2-15,1 0 0,-1-1 0,2 0 0,-2-2 16,0 0-16,3-1 0,-1 0 0,0 0 0,1 1 0,0-1 15,-1 1-15,0-4 0,0 0 0,0 0 0,4 1 16,1 0-16,-1-1 0,-6-8 0,-2 0 0,0 1 16,6 0-16,-2 1 0,0 0 0,6-1 0,-2 2 15,0 0-15,2-3 0,-2 2 0,0-1 0,-2 1 16,1 0-16,-1 0 0,1-1 0,-1 1 0,0 0 16,2-1-16,-2 0 0,0 0 0,2-2 0,0 2 0,-1-1 15,1-1-15,0-1 0,1 1 0,-1-1 0,-2 1 16,0-1-16,-1 1 0,0 1 0,-1-1 0,-1 1 15,-2 0-15,0 0 0,-1 0 0,0 1 0,0 0 16,-2 1-16,1 1 0,0-1 0,-1 2 0,0-1 0,0 0 16,-4 2-16,3 0 0,0 0 0,-3 2 0,2 0 15,0-1-15,-3 3 0,2-1 0,0 0 0,-1 3 16,1-1-16,0 0 0,-2 2 0,3 0 0,0 0 16,0 2-16,2-1 0,0-1 0,3 0 0,-1 0 15,0 0-15,3 2 0,-1 0 0,0-1 0,4 3 16,-2-1-16,1 0 0,3 0 0,-2 0 0,0 0 0,5 1 15,-3-1-15,0 0 0,2-1 0,-1 1 0,-1 0 16,2 0-16,0 0 0,-1 0 0,1 0 0,1 1 16,-1-1-16,0-2 0,0-1 0,-1 0 0,-1-2 15,0-2-15,1 1 0,-9-4 0,0 0 0,0 0 0</inkml:trace>
  <inkml:trace contextRef="#ctx0" brushRef="#br0" timeOffset="37066.7875">19204 16911 0,'0'0'0,"0"0"16,0 0-16,0 0 15,0 0-15,0 0 16,0 0-16,37 41 16,-37-41-16,0 0 0,8 8 0,-1 0 15,0 0-15,14 0 0,-1-1 0,-1 0 0,-7-3 16,-2-1-16,0 1 0,-4-2 0,-2-1 0,0 0 15,20 8-15,-3-1 0,1 0 0,-7-2 0,-3-2 0,0 0 16,6 2-16,0-1 0,-1 1 0,7 1 0,-2 0 16,-1 0-16,9 2 0,-2 1 0,0-1 0,4 2 15,-2-2-15,0 1 0,2 1 0,-2-1 0,0 0 16,4 2-16,-1-1 0,0 0 0,-3-1 0,0 1 16,0-1-16,1 1 0,0-1 0,0 1 0,-15-6 0,-1 0 15,1 0-15,12 5 0,-1-2 0,-1 1 0,-11-4 16,-1 0-16,1 0 0,19-1 0,-1 0 0,0 0 15,-14-1-15,-2 0 0,1-1 0,-11-1 0,0-1 16,1 1-16,-8-1 0,3-12 0,-1 1 0,0 0 16</inkml:trace>
  <inkml:trace contextRef="#ctx0" brushRef="#br0" timeOffset="38414.0297">19859 16341 0,'0'0'0,"0"0"0,0 0 0,0 0 16,0 0-16,0 0 15,0 0-15,0 0 16,0 0-16,0 0 0,0 0 0,0 0 0,0 0 16,0 0-16,0 0 0,0 0 0,0 0 0,0 0 15,0 0-15,0 0 0,-2 3 0,2-1 0,0 0 16,-1 0-16,1 0 0,0 0 0,0-2 0,0 0 15,0 0-15,0 1 0,0-1 0,0 0 0,0 0 0,0 0 16,0 0-16,0 0 0,0 0 0,0 0 0,0 0 16,0 0-16,0 0 0,0 0 0,0 0 0,0 0 15,0 0-15,0 0 0,0 0 0,0 0 0,0 0 16,0 0-16,0 0 0,0 0 0,0 0 0,0 0 0,0 0 16,0 0-16,3 1 0,-2-1 0,0 0 0,2 0 15,-2 0-15,0 0 0,0 2 0,-1-2 0,0 0 16,1 0-16,-1 0 0,0 0 0,11-2 0,1 2 15,-1 0-15,-2 0 0,-3 0 0,0 0 0,-2-1 16,-2 1-16,0 0 0,6 1 0,0-1 0,-1 0 16,-3 2-16,0-2 0,0 0 0,11 1 0,-3-1 0,1 0 15,-4 1-15,-2-1 0,0 0 0,10 0 0,-2 0 16,1 0-16,-7 0 0,1 0 0,-1 0 0,13 0 16,-1 0-16,1 0 0,-10 0 0,1 0 0,-1 0 15,17 0-15,-2 0 0,0 0 0,-11 1 0,0-1 0,-1 0 16,12 1-16,0-1 0,0 0 0,-12 1 0,-1-1 15,-1 0-15,17-1 0,0 1 0,0 0 0,-13 0 16,-1 0-16,1 0 0,9 1 0,-1-1 0,-1 0 16,4 1-16,0-1 0,0 0 0,-13 1 0,-2-1 15,0 0-15,13 0 0,-2 0 0,0 0 0,3 0 0,0 0 16,-1 0-16,-11 0 0,-3 0 0,1 0 0,9 0 16,1 0-16,0 0 0,-10 0 0,-1 0 0,-1 0 15,14-1-15,-1 0 0,-1 1 0,-23 0 0,15-1 16,-3 1-16,1 0 0,28 3 0,-2-2 0,1 1 15,-18 0-15,1-2 0,0 1 0,-10 0 0,1 0 16,-1-1-16,-13 0 0,22 3 0,-2-1 0,1 0 0,-8-1 16,-3 1-16,0-1 0,-5 0 0,0-1 0,-1 0 15,-2 1-15,-1-1 0,0 0 0,0 0 0,-1 0 16,0 0-16,0 0 0,0 0 0,0 0 0,1 0 16,-1 0-16,0 0 0,0 0 0,0 0 0,0 0 15,3-1-15,-2 0 0,0 1 0,0-1 0,0 1 16,0-1-16,-1 1 0,0 0 0,0 0 0,1 0 0,-1 0 15,0 0-15,0 0 0,0 0 0,0 0 0</inkml:trace>
  <inkml:trace contextRef="#ctx0" brushRef="#br0" timeOffset="38868.9291">21253 16130 0,'0'0'0,"0"0"0,0 0 0,0 0 15,27 0-15,-13 0 16,16 15-16,-13-4 16,-17-11-16,0 0 0,0 0 0,13 5 15,1-1-15,-1 0 0,-4-2 0,-2 0 0,0 0 16,-4-1-16,0-1 0,0 1 0,11 7 0,-2 0 15,1-1-15,-5-2 0,-1-1 0,0 1 0,10 6 0,-3-2 16,1 0-16,-6-3 0,-2-1 0,1 0 0,4 3 16,-1 0-16,1-1 0,-5-2 0,-2-1 0,0 0 15,9 6-15,-3 0 0,0-1 0,-2-4 0,-3 0 16,0 1-16,6 4 0,-1 1 0,-1-1 0,-3-4 16,-1 0-16,-1-1 0,-3-2 0,0 0 0,0-1 15,-2-2-15,2 1 0,-2-1 0,0 1 0,1-1 0,-1 0 16,0 0-16,-6 8 0,1 1 0,-1-1 0,2-3 15,1 0-15,0-1 0,-6 5 0,2-1 0,-1-1 16,4-3-16,0 0 0,0-1 0,-6 4 0,1-2 16,1 1-16,3-3 0,1 0 0,0 0 0,-6 2 15,2 0-15,0 1 0,3-3 0,1-1 0,-1 1 0,-4 7 16,0-2-16,-1 1 0,10-9 0,-5 6 0,0-1 16,0-1-16,5-4 0,0 0 0,0 0 0</inkml:trace>
  <inkml:trace contextRef="#ctx0" brushRef="#br0" timeOffset="39629.2496">20544 16037 0,'0'-18'0,"0"6"16,0 9-16,0 1 15</inkml:trace>
  <inkml:trace contextRef="#ctx0" brushRef="#br0" timeOffset="40357.1386">20508 15949 0,'0'0'0,"0"0"16,0 0-16,0 0 15,0 0-15,0 0 16,0 0-16,0 0 16,0 0-16,0 0 0,0 0 0,0 0 15,0 0-15,0 0 0,4 17 0,-2 0 0,0 0 16,0-2-16,0 0 0,0 0 0,-2-2 0,0-1 0,0 0 16,-2-1-16,2-1 0,0 0 0,-2-1 0,0-1 15,0 0-15,-1 0 0,2 0 0,0-1 0,-1 0 16,0-1-16,0 0 0,-1 4 0,0-2 0,-1 1 15,-1-4-15,2-1 0,0 0 0,-1-2 0,2 1 16,0-1-16,-1-2 0,1 0 0,0 0 0,-1 0 0,3 0 16,0 0-16,0-1 0,0-1 0,0 0 0,0 2 15,0 0-15,0 0 0,2-1 0,-2 0 0,0 0 16,0 0-16,0 1 0,0 0 0,0 0 0,0 0 16,0 0-16</inkml:trace>
  <inkml:trace contextRef="#ctx0" brushRef="#br0" timeOffset="40883.6251">20500 15923 0,'5'-5'0,"3"-5"0,0 2 0,7-2 16,-4 7 0,8 4-16,2 5 15,5 2-15,-26-8 0,0 0 0,0 0 16,10 5-16,-2 0 0,0-1 0,3 2 0,-2-2 15,0 1-15,0 0 0,1-1 0,-1 0 0,-3 2 0,0-1 16,1 0-16,-1 3 0,-1-2 0,0 0 0,-2 1 16,-2-1-16,0-1 0,0-1 0,0 0 0,0-1 15,3 5-15,-3-2 0,0 1 0,-3-1 0,2-2 16,0 1-16,-6-3 0,2 1 0,0-1 0,-1 0 0,0 0 16,0 1-16,0 0 0,3-1 0,0 0 0,-3 0 15,1 0-15,0 0 0,-1-1 0,1-1 0,-1 0 16,0-1-16,0 0 0,0 0 0,-2 3 0,-1-1 15,1 1-15,2-1 0,0-1 0,0 1 0,-1-2 16,1 1-16,1 0 0,4 0 0,-4-1 0,1 0 0,0 0 16,0 3-16,2-1 0,0 0 0,-4 0 0,1 0 15,1 0-15,1 1 0,0-1 0,0-1 0,2 4 16,0 0-16,0-1 0,1 0 0,-1-1 0,0 0 16,2 3-16,-2 0 0,0 0 0,4-2 0,1 0 15,-1 0-15,2 2 0,-1 1 0,0-1 0,1 2 0,-1-1 16,-1 1-16,3-2 0,-2 1 0,0 0 0,1 1 15,-1-1-15,-1 1 0,1-1 0,-2-1 0,0 1 16,1-2-16,-1 1 0,0 0 0,1-1 0,-2-1 16,0 1-16,0 0 0,-1 0 0,0-1 0,0-1 15,-1 0-15,0-1 0,5 2 0,-2-2 0,0 0 16,-3-1-16,0 0 0,0 0 0,2 1 0,0-1 0,0 0 16,-1 1-16,0-1 0,1 0 0,-2 0 0,0 0 15,0 0-15,2-2 0,0 0 0,0-1 0</inkml:trace>
  <inkml:trace contextRef="#ctx0" brushRef="#br0" timeOffset="41466.77">20952 16018 0,'4'-10'0,"2"6"16,-3 1-16,-2 3 16,-2 0-16,-1-1 15,-1-3-15,-7-1 16,10 5-16,0 0 0,0 0 0,-3-1 16,1 0-16,0 0 0,-2 3 0,0-2 0,0 1 15,-3 2-15,3-1 0,0 0 0,0-1 0,0 0 16,0-1-16,-2 2 0,1 0 0,1-1 0,0 1 0,1-1 15,0-1-15,0 3 0,2-2 0,0 1 0,-3 3 16,1 0-16,-1 0 0,2-2 0,0-1 0,0 1 16,3 1-16,0-1 0,0 1 0,2 0 0,-2 0 15,1 0-15,-1 2 0,-1 1 0,0-1 0,3 1 16,0-2-16,0 1 0,0-2 0,-1-1 0,0 0 0,4 5 16,-2-2-16,1 0 0,-1 1 0,-1-1 0,0-1 15,3 1-15,-1-1 0,0 0 0,3 0 0,-3 1 16,0 0-16,-1-1 0,0 0 0,0 0 0,2 0 15,-3 0-15,0 0 0,1 0 0,0 0 0,0 0 0,0-1 16,-1 0-16,1-1 0,-3 2 0,0-1 0,0 0 16,0 0-16,0-2 0,0 0 0,1 1 0,-2-2 15,0 0-15,-1 2 0,0-1 0,0-1 0,-1 1 16,2-1-16,0 0 0,-1 1 0,0-1 0,0 1 16,-4-2-16,3 0 0,0 0 0,-4 1 0,1-1 15,0 1-15,-5 0 0,3 0 0,0 0 0,0-2 0,0 1 16,1-1-16,-3-3 0,1 1 0,-1 0 0,2 1 15,0 1-15,0 0 0,-4-1 0,3 1 0,0-1 16,2-1-16,1 1 0,-1-1 0,1 0 0,0 0 16,0 0-16,1 1 0,2 0 0,0 1 0,1 0 0,0 1 15,-1 0-15,2-2 0,0 2 0,0 0 0</inkml:trace>
  <inkml:trace contextRef="#ctx0" brushRef="#br0" timeOffset="44053.3453">21961 16908 0,'0'0'0,"0"0"0,0 0 0,0 0 16,0 0-16,0 0 15,0 0-15,-40 24 16,40-24-16,0 0 0,-10 5 0,3 0 16,0 0-16,3-4 0,1 1 0,0 0 0,-9 6 15,3 0-15,0-1 0,1-2 0,3-1 0,0 0 16,3-2-16,0-1 0,0 1 0,-8 5 0,-1-1 16,1 1-16,4-2 0,0-2 0,-1 0 0,4-1 15,1-1-15,0 1 0,-7 3 0,2 0 0,-1 0 0,8-5 16,-6 3-16,2-1 0,0 1 0,-12 5 0,2 0 15,-1-1-15,6-2 0,2-1 0,0 0 0,-15 5 16,1 0-16,1 0 0,8-4 0,1 1 0,-1-1 16,-10 3-16,0 0 0,0 0 0,9-3 0,2-1 15,-1 0-15,-6 3 0,1-1 0,0 0 0,7-3 0,1 0 16,0 0-16,4-1 0,2-2 0,0 1 0,-12 5 16,-1 0-16,1-1 0,5-2 0,2 1 0,0-1 15,-8 2-15,2-1 0,-1 0 0,7-2 0,0 1 16,0-1-16,-6 3 0,3-1 0,-1 1 0,5-3 0,1 1 15,0-1-15,-11 5 0,2-1 0,-1 1 0,7-3 16,1-1-16,-1 0 0,4-2 0,2 0 0,0 0 16,-7 1-16,0-1 0,1 0 0,3 0 0,1 0 15,0-1-15,1 2 0,2-2 0,0 0 0,0 0 16,2 0-16,0 0 0,0 0 0,0 0 0,0 0 0,0 0 16,0 0-16,0 0 0,-7-5 0,1 1 0,0 0 15,1 1-15,2 1 0,0 0 0,1 0 0,1 1 16,0 0-16,0 0 0,1 1 0,0 0 0,0 0 15,-1 0-15,1 0 0,0 0 0,0 0 0,0 0 16,0 0-16,0 0 0,0 0 0,0 0 0</inkml:trace>
  <inkml:trace contextRef="#ctx0" brushRef="#br0" timeOffset="44583.3467">21102 16937 0,'-5'-6'0,"9"-1"0,0 6 16,-2 0-16,-2 1 15,0-2-15,0 5 16,-1 5-16,1-8 0,0 0 0,0 0 16,1 5-16,0-2 0,0 1 0,-3 1 0,2 0 15,0 0-15,-3 2 0,0-1 0,0 0 0,-1 1 16,2-1-16,0 0 0,-3 1 0,2 0 0,-1 0 15,-2 3-15,1-1 0,0-1 0,-1 0 0,2-1 16,-1 0-16,-2 1 0,2 1 0,0-1 0,-1 0 0,-1 1 16,1 0-16,-1 0 0,2-1 0,0 1 0,1-1 15,-1 0-15,1-1 0,-2 3 0,1-1 0,0 0 16,0 0-16,-1 0 0,1-1 0,1-1 0,0 0 16,0 0-16,1 0 0,0 0 0,0-1 0,-2 0 15,3 0-15,0-1 0,-2 3 0,1 0 0,0 0 0,2-1 16,1-2-16,0 0 0,0 0 0,0 1 0,0-1 15,2-2-15,0 1 0,0-1 0,0 2 0,0-1 16,0-1-16,-1 2 0,0-2 0,0 1 0,2 0 16,1 0-16,-1 0 0,4 1 0,-2-2 0,0 0 0,1 2 15,0 0-15,-1-1 0,2-1 0,-2 0 0,0 0 16,5 1-16,-1-2 0,0 0 0,2 2 0,-3-1 16,0 1-16,1 0 0,1-1 0,-1 1 0,1 0 15,0 0-15,-1 0 0,-1 1 0,1-1 0,-1 0 16,1 0-16,-1 0 0,1-1 0,-2 2 0,0-3 15,0 1-15,2 2 0,-1-1 0,0 0 0,-2-2 0,-2 1 16,1-1-16,0-4 0,-1 1 0,0 0 0,-1-2 16,-1 0-16,0 0 0,0 1 0,-1 0 0,0 0 15,5-2-15,-3 0 0,0 0 0</inkml:trace>
  <inkml:trace contextRef="#ctx0" brushRef="#br0" timeOffset="45955.7072">21680 17260 0,'-1'0'0,"1"0"0,0 0 0,0 0 15,0 0-15,-3 2 16,2 5-16,-3 2 16,4-9-16,0 0 0,0 0 0,-3 4 15,2-1-15,-1 0 0,0 1 0,1 0 0,0 0 16,-3 3-16,0 0 0,0 0 0,-1-1 0,1 1 0,0-1 16,-4 1-16,3 0 0,0-1 0,0-1 0,1 0 15,0-1-15,-3 8 0,1-3 0,0 1 0,-4 0 16,1-1-16,1 1 0,-2-2 0,0 0 0,1 0 15,1 1-15,1 0 0,-1-1 0,1-1 0,0-1 16,0-1-16,-2 4 0,3-1 0,0-1 0,-2-2 0,2 0 16,-1-1-16,2-2 0,0 1 0,0-1 0,2-1 15,1 0-15,0 1 0,1-2 0,0 0 0,-1 0 16,1-3-16,1 2 0,0-1 0,1-1 0,1 2 16,-1-1-16,3-4 0,-2 0 0,0 0 0,2 1 15,-2 0-15,0 0 0,3-2 0,-2 0 0,0 1 16,4-2-16,-3 1 0,0 0 0,4 1 0,-1 0 0,1 1 15,-1-2-15,0 1 0,0-1 0,0-1 0,-1 0 16,0 1-16,1 0 0,-2 1 0,1-1 0,0-2 16,0 1-16,0 0 0,1 1 0,0 0 0,-1 1 15,-1-1-15,-1 1 0,0-1 0,0 0 0,-1 0 0,1 1 16,0-1-16,-1 1 0,0-1 0,0 2 0,0 1 16,0-1-16,3 1 0,1 1 0,-1-1 0,-2 1 15,0 0-15,0 1 0,0-1 0,0 1 0,1-1 16,-2-1-16,0 1 0,0 1 0,1-2 0,-2 2 15,0-1-15,0 2 0,0 0 0,0 0 0,4 4 0,-1-1 16,0-1-16,1 3 0,0-2 0,0 0 0,0 4 16,-1-2-16,0 1 0,0 0 0,-2-1 0,0 1 15,4 1-15,-3 0 0,0-1 0,-1 3 0,0-1 16,0 1-16,1-2 0,-2 1 0,0-1 0,-1-1 16,0 0-16,0-1 0,3 3 0,-3-2 0,0 0 15,-3 0-15,2 1 0,0-1 0,-2-2 0,0 0 0,1-1 16,-1-2-16,1-1 0,0 1 0,-2 1 0,1-1 15,0 0-15,-3 2 0,2-1 0,0 0 0,-3 0 16,1-1-16,1 0 0,-1-1 0,2 1 0,0 0 16,-1-1-16,1 0 0,0 1 0,-4-2 0,3 1 15,0 0-15,-2-2 0,1 1 0,0 1 0,-2-1 0,2 1 16,0 0-16,0-1 0,0 1 0,-1 1 0,0-1 16,1 1-16,0-1 0,-1 1 0,2 0 0,-1 0 15,0 1-15,2-1 0,0 1 0,0 1 0,0-1 16,0 1-16,-2 1 0,1-1 0,-1-1 0,1 3 15,1-1-15,0 0 0,1 1 0,1 0 0,0 0 0,1 3 16,0-2-16,0 0 0,2 2 0,-1-1 0,0 0 16,2 2-16,-1-2 0,0 0 0,2 2 0,-2 0 15,1 0-15,0 0 0,0 0 0,0-1 0,0 2 16,-1-1-16,0 0 0,1 1 0,-1-2 0,0 1 16,0 2-16,0-1 0,1 1 0,0 0 0,-1 0 0,0 0 15,1-2-15,-2-1 0,0 0 0,0 1 0,0-1 16,0 0-16,-1-7 0,2 7 0,-2 0 0,0-1 15,2-3-15,-1 0 0,0 0 0,1-3 0,0 0 16,0 0-16,2-2 0,-3 1 0,0 0 0,0 1 0,0-1 16,0 0-16,1 0 0,-2 1 0,0-1 0,4 2 15,0-1-15,0 0 0</inkml:trace>
  <inkml:trace contextRef="#ctx0" brushRef="#br0" timeOffset="46665.8923">21810 17484 0,'0'0'0,"0"0"0,0 0 16,0 0-16,0 0 15,0 0-15,5 13 16,-2-5-16,-3-8 0,0 0 16,0 0-16,1 2 0,-1-1 0,0-1 0,-5 7 15,0-1-15,0 0 0,0-2 0,2 0 0,0 0 16,2-2-16,0-1 0,0 0 0,-6 6 0,1-1 15,0 1-15,2-4 0,1 1 0,0-1 0,3-3 16,-7 7-16,1 0 0,0-1 0,2-2 0,1 0 0,0-1 16,2-1-16,0-2 0,0 1 0,-2 0 0,3 0 15,0-1-15,0 0 0,0 0 0,0 0 0,0 0 16,0 0-16,0 0 0,0 0 0,0 0 0,0 0 16,0 0-16,0 0 0,0 0 0,0 0 0,0 0 15,0 0-15,0 0 0,6-5 0,-1-1 0,0 1 0,-1 2 16,-1 0-16,0 1 0,-1 0 0,-1 1 0,0 0 15,0 0-15,-1 1 0,0 0 0,10-10 0,-1 1 16,0 0-16,-2 3 0,-1 1 0,0 0 0,-4 2 16,0 1-16,0 0 0,6-5 0,-1-1 0,-1 0 15,-2 4-15,0 0 0,0 0 0,7-8 0,-2 1 0,0 0 16,-2 5-16,-1 0 0,-1 0 0,4-2 0,-1 1 16,1 0-16,-5 2 0,0 2 0,0-1 0,-1 2 15,-2 1-15,0 0 0,1-1 0,-2 2 0,0 0 16,9-2-16,-1 0 0,0 1 0,-3-1 0,-1 1 15,0 1-15,0-2 0,-3 2 0,0 0 0,1 0 0,-2 0 16,0 0-16,7 5 0,-2-2 0,0 1 0,-1-2 16,0 0-16,-1-1 0,-1 1 0,-1-2 0,0 1 15,-3 7-15,2 0 0,0 0 0,-1-3 0,1-1 16,0 0-16,-3 5 0,0 0 0,1 1 0,0-5 0,1-1 16,0 0-16,1-4 0,-2 10 0,0 0 0,0 0 15,1-4-15,0-1 0,0 1 0,-3 5 0,1 1 16,0 0-16,3-12 0,-3 7 0,2-2 0,-1 1 15,-1 7-15,1-1 0,0-1 0,1-4 0,0 0 16,0-1-16,-2 7 0,1 1 0,0-1 0,2-13 0,-3 8 16,2-1-16,0 1 0,-1-5 0,2 0 0,0-1 15,-2 7-15,1-1 0,0 0 0,0-3 0,-1-1 16,1 0-16,0-2 0,1 0 0,0 0 0,0-1 16,0-1-16,0 0 0,0 0 0,0 0 0,0 0 15,0 0-15,0 0 0,0 0 0,4-10 0,-2 0 0,0 1 16,0 2-16,-1 1 0,0 0 0,-1 6 0,0 0 15,0 0-15,1-2 0,-1-1 0,0 1 0</inkml:trace>
  <inkml:trace contextRef="#ctx0" brushRef="#br0" timeOffset="46899.7816">21764 17506 0,'0'0'0,"0"0"0,0 0 0,12 24 16,-5-9-1,22 6-15,-13-10 16,-10-7-16,-6-4 0,0 0 16,0 0-16,9 7 0,1 0 0,-1 0 0,-2-3 15,-2 0-15,0-1 0,-5-3 0,19 9 0,0 0 16,-1 0-16,-6-4 0,-2 0 0,0 0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8-28T08:30:52.045"/>
    </inkml:context>
    <inkml:brush xml:id="br0">
      <inkml:brushProperty name="width" value="0.05292" units="cm"/>
      <inkml:brushProperty name="height" value="0.05292" units="cm"/>
      <inkml:brushProperty name="color" value="#FF0000"/>
    </inkml:brush>
  </inkml:definitions>
  <inkml:trace contextRef="#ctx0" brushRef="#br0">15033 14612 0,'0'0'0,"0"0"0,0 0 15,0 0 1,0 0-16,0 0 16,0 0-16,-13 56 15,13-56-15,0 0 0,0 0 0,-3 11 0,-1 0 16,1-1-16,2-5 0,0-1 0,0 1 0,-1 6 16,1-2-16,0 1 0,1-10 0,-2 7 0,2-2 15,0 0-15,-3 9 0,0 0 0,0 0 0,0-6 0,2 0 16,0-1-16,0-3 0,0-1 0,0 0 0,1-2 15,0 0-15,0 0 0,-2 0 0,2-1 0,0 0 16,0 0-16,0 0 0,0 0 0,5-10 0,-3 0 16,0 0-16,1 4 0,-2-1 0,0 1 0,1-6 15,0 0-15,0 0 0,0 5 0,-1 0 0,0 1 0,-1 6 16,2-3-16,-2 1 0,0-1 0,3-7 0,-2 1 16,0-1-16,1 4 0,-1 0 0,0 0 0,5-10 15,-2 1-15,0 0 0,-4 15 0,4-9 0,-2 1 16,0 0-16,4-7 0,-1 1 0,0 0 0,-1 7 0,-1 0 15,0 0-15,5-5 0,-1 2 0,-1-1 0,-6 11 16,5-6-16,-2 1 0,0-1 0,-1 4 0,-1 0 16,0 0-16,8 3 0,-1 0 0,0 0 0,-8-1 15,5 1-15,0 0 0,1 0 0,1 6 0,-2 0 16,0 0-16,-1-2 0,-1-1 0,1-1 0,2 9 0,0 0 16,0 1-16,-6-13 0,4 7 0,-1 0 0,1 0 15,3 8-15,-1-1 0,0 0 0,-3-6 0,0-1 16,0 1-16,5 7 0,-1-1 0,0 0 0,-2-5 15,-2-2-15,1 1 0,-4-8 0,3 15 0,-1 0 16,0 0-16,-1-6 0,0 0 0,0-1 0,-3 5 16,2 0-16,0 1 0,-2-7 0,2 0 0,0 0 15,1 8-15,-1-2 0,0 1 0,0-6 0,0-1 0,0 1 16,0-5-16,0 0 0,0 0 0,0-2 0,0 0 16,0-1-16,0 0 0,0 0 0,0 0 0,0 0 15,0 0-15</inkml:trace>
  <inkml:trace contextRef="#ctx0" brushRef="#br0" timeOffset="209.7224">15497 14865 0,'0'0'0,"0"3"0,3 4 0,-4 6 15,-3 4-15,2 11 16,-5 3-16,-4 7 15,11-38-15,0 0 0,0 0 0,-5 14 16,2-1-16,0-1 0,-1 1 0,1-2 0,0 1 0,0-1 16,2 0-16,0-1 0,-1 1 0,2-1 0,0 1 15</inkml:trace>
  <inkml:trace contextRef="#ctx0" brushRef="#br0" timeOffset="1192.7535">18090 14545 0,'-1'3'0,"0"0"0,4 3 0,5 7 15,-2 4-15,1 4 16,-3-2-1,-4-1-15,0-18 0,0 0 0,0 0 16,1 5-16,0-1 0,0-1 0,1 2 0,-1-1 0,0 0 16,-1-4-16,2 7 0,-1-2 0,0 0 0,0 0 15,-1 0-15,0-1 0,-1 3 0,1-1 0,0 0 16,-1 1-16,1-1 0,0 1 0,0-7 0,0 1 16,0 1-16,0-1 0,0-1 0,0 0 0,0 0 15,1-1-15,-1-1 0,0 1 0,1-2 0,0 1 16,0 0-16,1-2 0,0 0 0,0 1 0,0-3 0,-1 1 15,0 1-15,3-3 0,-2 1 0,0-1 0,-2 7 16,3-4-16,-2 0 0,0 0 0,2-1 0,-2 2 16,0 0-16,2-3 0,-1 1 0,0 0 0,-2 5 15,7-10-15,-2 1 0,0-1 0,3-1 0,-2 1 0,0 1 16,0-2-16,0 2 0,1-1 0,1 1 0,-2-1 16,0 0-16,-6 10 0,9-9 0,-2 0 0,0 1 15,0 1-15,-1 1 0,1-1 0,-7 7 0,6-4 16,0 0-16,0 0 0,3 1 0,-3 2 0,0-1 15,1 2-15,0 0 0,1 0 0,0 2 0,-1 0 0,0 0 16,-1 0-16,-1 0 0,0-1 0,5 4 0,-1-2 16,-1 1-16,-8-4 0,8 5 0,0 0 0,1 0 15,-2 3-15,-2-1 0,0 0 0,0 1 0,-2 1 16,1-1-16,-1 1 0,-2 0 0,0 1 0,-1-10 16,1 10-16,0-1 0,0 1 0,-2 0 0,0-1 0,0 0 15,3 3-15,-2-2 0,0 1 0,0-11 0,-2 13 16,2-1-16,0 0 0,-3 0 0,2-1 0,0 0 15,-4-1-15,3-1 0,0 0 0,0-1 0,0-1 16,0 0-16,0-3 0,1 0 0,0-1 0,1-3 16,-2 3-16,2-1 0,0 0 0</inkml:trace>
  <inkml:trace contextRef="#ctx0" brushRef="#br0" timeOffset="1659.5094">18633 14868 0,'5'-3'0,"8"-2"16,-2 4-16,3-6 15,-2 2-15,4-1 16,5 2-16,-5 3 16,-16 1-16,0 0 0,0 0 0,5 2 15,-1 0-15,0-1 0,1 1 0,0-1 0,0 0 16,2 3-16,-2-1 0,0 1 0,0-1 0,-1 1 0,0-1 15,1 3-15,-3-2 0,0 0 0,0 2 0,-2 0 16,0 0-16,3 1 0,-1-1 0,0 1 0,-3 0 16,1 0-16,0-1 0,-3 1 0,0 0 0,0 0 15,-1 1-15,0-1 0,1 0 0,-1 1 0,1 0 16,0-1-16,-5 1 0,2 0 0,-1-1 0,1 0 0,0 0 16,0-1-16,6-6 0,-6 5 0,1 0 0,1 0 15,-5 3-15,1 1 0,-1-1 0,1-1 0,0 0 16,0-1-16,0 0 0,3-1 0,0-1 0,1-1 15,0-2-15,0 1 0,-2-3 0,3 1 0,0 0 16,3 0-16,-2-1 0,0 1 0,0 0 0,4 2 0,-1-1 16,0 0-16,2 2 0,0-2 0,0 0 0,4 1 15,-1-2-15,0 1 0,4 1 0,-1 1 0,-1-1 16,4-3-16,0 1 0,-1-1 0,2 0 0,-2 0 16,0 1-16,4-2 0,-1 1 0,1 1 0,0-1 15,-1 1-15,-1 0 0,4 0 0,-3 0 0,1 0 0,-1-3 16,0 1-16,1-1 0</inkml:trace>
  <inkml:trace contextRef="#ctx0" brushRef="#br0" timeOffset="9209.7701">15395 14230 0,'0'0'0,"0"0"0,0 0 16,0 0-16,25-53 15,-11 21-15,-8 20 16,-6 12-16,0 0 0,0 0 0,10-13 15,-2 1-15,0 1 0,-2 4 0,-1 0 0,-1 1 16,10-7-16,1-1 0,-1 1 0,-14 13 0,9-8 16,0 0-16,-1 1 0,-4 4 0,-1 0 0,0 0 15,14-7-15,-2 1 0,1-1 0,-16 10 0,10-5 0,-2 0 16,1 0-16,10-5 0,0 0 0,0 1 0,-8 3 16,-1 1-16,1 0 0,-11 5 0,24-11 0,0 1 15,0 0-15,-10 4 0,-1 0 0,-1 1 0,14-2 16,-1-1-16,0 1 0,-25 7 0,14-5 0,0 1 15,-1 0-15,17-4 0,0 0 0,0 0 0,1 2 0,-2 0 16,0-1-16,-29 7 0,14-3 0,1 0 0,-1 1 16,20-1-16,-1-1 0,0 1 0,-33 3 0,32-2 15,1 1-15,-1 0 0,-16-1 0,0 2 0,-1-1 16,-15 1-16,0 0 0,35 3 0,-1 0 0,0-1 16,-34-2-16,21 2 0,-2-1 0,-1 0 0,13 5 0,-1 0 15,0-1-15,-30-5 0,38 10 0,-1-1 0,0 0 16,-3 2-16,-2-1 0,0-1 0,-32-9 0,34 14 15,0-2-15,0 0 0,-34-12 0,30 12 0,-1 1 16,0-1-16,4 2 0,-2 0 0,0 0 0,-31-14 0,28 15 16,0-2-16,0 1 0,2 1 0,-1 0 0,0 1 15,-3-2-15,-1 0 0,-1 0 0,-24-14 0,26 16 16,0-1-16,0 0 0,-3 0 0,-1 0 0,1 0 16,-13-7-16,1-1 0,-1 0 0,-10-7 0,23 16 15,-2-1-15,-1-1 0,-8-6 0,-1 0 0,0 1 0,4 2 16,-3-2-16,1 1 0,-6-4 0,-1-1 0,0 0 15,-6-5-15,3 3 0,-1-1 0,0-1 0,1 0 16,-3 0-16,0-1 0,10-1 0,-2 1 0,0 0 16,-8 0-16,7 0 0,-3 0 0,0 0 0,-4 0 15,2 0-15,0 0 0,0 0 0</inkml:trace>
  <inkml:trace contextRef="#ctx0" brushRef="#br0" timeOffset="9559.5974">17605 13992 0,'0'0'0,"0"0"16,0 0-16,0 0 16,21 23-1,-9-11-15,19 25 16,-15-17-16,-16-20 15,0 0-15,0 0 0,12 17 0,-1 0 0,0-1 16,-11-16-16,7 10 0,-1 0 0,0-1 0,-3-5 0,-1-1 16,0 1-16,6 12 0,-1-1 0,-1 0 0,-6-15 15,4 10-15,0-1 0,0-1 0,1 9 0,0-2 16,-1 0-16,-2-7 0,0 0 0,0 0 0,-2-8 16,0 15-16,0-1 0,0 1 0,0-7 0,0-1 15,0 0-15,-7 8 0,-1 0 0,1 0 0,1-6 0,2-1 16,0 0-16,-14 0 0,2-1 0,-1 0 0,17-7 15,0 0-15,-11 3 0,1 0 0,1-1 0,9-2 16,-28 6-16,1-1 0,0 0 0</inkml:trace>
  <inkml:trace contextRef="#ctx0" brushRef="#br0" timeOffset="10710.2522">16281 14091 0,'0'0'0,"0"0"15,0 0 1,0 0-16,0 0 16,7 34-16,-2-14 15,-3 22 1,-2-42-16,0 0 0,0 0 0,0 8 0,0 0 0,0 0 16,0-8-16,0 4 0,0-2 0,0 0 0,-1 13 15,1-2-15,0 1 0,0-14 0,-1 8 0,1 0 16,0 0-16,0-5 0,0 0 0,0 0 0,0-3 15,0 0-15,0 1 0,0 0 0,0 0 0,0-1 0,0 0 16,2 11-16,-2 0 0,0-1 0,0-10 0,0 0 16,1 7-16,-1-1 0,0 0 0,0-6 0,0 3 15,0 0-15,0-1 0,0 0 0,0-2 0,0 1 16,0 0-16,0-1 0,0 0 0,0 0 0,6-11 0,0 1 16,-1 0-16,-1 4 0,-2 0 0,0 0 0,2-7 15,-1 1-15,0-1 0,-3 13 0,3-8 0,-2 2 16,0-1-16,-1 7 0,3-2 0,-3-1 0,0 1 15,4-8-15,-2 1 0,0-1 0,1 5 0,-2 0 16,0 0-16,4-10 0,-2 1 0,0 0 0,0 7 0,-1-1 16,1 1-16,-3 7 0,8-15 0,0-1 0,0 1 15,-2 7-15,-2 0 0,0 0 0,-4 8 0,10-11 16,0 2-16,1-1 0,-4 4 0,-2 1 0,0 0 16,-5 5-16,15-6 0,-3 0 0,1 0 0,-13 6 15,7-3-15,0 0 0,0 0 0,5 5 0,-1-1 0,0-1 16,-3 1-16,-3-1 0,0 1 0,-5-1 0,8 5 15,0 0-15,-1 1 0,-7-6 0,5 3 0,-2 0 16,0 0-16,5 1 0,0-1 0,-1 0 0,-7-3 16,4 2-16,0-1 0,0 0 0,-2 1 0,-1-2 15,0 1-15,3 8 0,-1-1 0,0 0 0,-3-8 0,2 6 16,-1-1-16,0 0 0,1-3 0,-2 0 0,0 0 16,0-2-16,1 1 0,-1 0 0,0-1 0,2 10 15,-1-1-15,0 1 0,0-4 0,0-1 0,0 0 16,-1-5-16,1 3 0,-1-1 0,0 0 0,0-1 15,0 0-15,0-1 0,0 1 0,0-1 0,0 0 16,0 0-16,0 0 0,0 0 0,0 0 0,0 0 0,0 0 16,0 0-16,0 0 0,0 0 0,0 0 0,0 0 15,0 0-15,0 0 0,0 0 0,0 0 0,0 0 16,2 7-16,0 0 0,0-1 0,0-1 0,0-1 16,-1 0-16,0-2 0,-1-1 0,0 0 0,1 0 0,-1-1 15,0 1-15,0-1 0,0 0 0,0 0 0,0 0 16,0 0-16,0 0 0,0 0 0,0 0 0,0 0 15,0 0-15,0 0 0,0 0 0,0 0 0,0 0 16,0 0-16,0 0 0,0 0 0,0 0 0,0 0 16,0 0-16,0 0 0,0 0 0,0 0 0,0 0 15,0 0-15,1 1 0,-1 1 0,0 0 0,0 0 0,0-2 16,0 1-16,0-1 0,0 1 0,0 0 0,0 0 16,0-1-16,0 0 0,0 0 0,0 0 0,0 0 15,0 0-15,0 0 0,0 0 0,0 0 0,0 0 16,0 0-16,0 0 0,0 0 0,0 0 0,0 0 0,0 0 15,0 0-15,0 0 0,0 0 0,0 0 0,0 0 16,1 7-16,-1-1 0,0 1 0,0-3 0,0 0 16,0 0-16,0-2 0,0 0 0,0 0 0,0-2 15,0 0-15,0 0 0,0 0 0,0 0 0,0 1 16,0-1-16,0 0 0,0 0 0,-1 9 0,0-1 0,0-1 16,1-7-16,-1 6 0,0-1 0,-1-1 0,-1 8 15,0-2-15,0 1 0,0-5 0,2-1 0,0 1 16,1-6-16,-2 4 0,2-2 0,0 0 0,-1-1 15,1 0-15,0-1 0,-5 9 0,2-2 0,0 1 16,3-8-16,-3 5 0,1-1 0,0 1 0,1-3 0,0 0 16,0 0-16,1-2 0,0 1 0,0-1 0,0 0 15,0 0-15,0 0 0</inkml:trace>
  <inkml:trace contextRef="#ctx0" brushRef="#br0" timeOffset="11392.9496">17020 14120 0,'0'0'0,"0"0"16,0 0 0,0 0-16,0 0 15,0 0-15,0 0 16,0 0-16,0 0 0,0 0 15,0 0-15,0 0 0,0 0 0,0 0 0,0 0 16,0 0-16,0 0 0,0 0 0,-21-4 0,0 2 16,1 0-16,6-1 0,2 2 0,-1-1 0,7 1 15,2 0-15,0 1 0,4 0 0,-8 4 0,0 0 16,1 0-16,3-1 0,0 0 0,0-1 0,1-1 0,2 0 16,0 0-16,-1 1 0,2-2 0,0 0 0,0 0 15,0 0-15,0 0 0,0 0 0,-5 9 0,1-2 16,0 1-16,0-2 0,2-1 0,0-1 0,2-4 15,-2 2-15,2 0 0,0 0 0,7 6 0,-2-1 0,0 1 16,-5-8-16,5 4 0,-2 0 0,0 0 0,7 5 16,-2-1-16,1-1 0,-3-2 0,-2-1 0,0 0 15,-4-4-15,13 8 0,-1-1 0,-1 0 0,-4-2 16,0-1-16,-1 0 0,4 5 0,-2-2 0,1 1 16,-3-4-16,-2 1 0,0-1 0,-4-4 0,11 11 0,-3 0 15,0-1-15,-3-4 0,0 0 0,1 0 0,-4-3 16,0-1-16,0 1 0,-2-3 0,2 0 0,-2 1 15,0-1-15,3 12 0,-2-3 0,0 1 0,0-4 16,0 0-16,0 0 0,-1-6 0,1 3 0,-1-2 0,0 1 16,1 0-16,-1-2 0,0 1 0,-8 4 0,1 0 15,-1 1-15,8-6 0,-5 4 0,1-1 0,0 0 16,-7-2-16,-1-1 0,1 1 0,4 0 0,1-1 16,1 0-16,2 0 0,1 0 0,0 0 0,2 0 0,-19-7 15,2 1-15,-1 0 0</inkml:trace>
  <inkml:trace contextRef="#ctx0" brushRef="#br0" timeOffset="17679.7809">18007 15537 0,'0'0'0,"0"0"0,0 0 0,0 0 16,0 0-1,-43 60-15,19-23 16,-21 13-16,45-50 0,0 0 0,0 0 16,0 0-16,-8 9 0,1-1 0,-1 0 0,5-4 15,0-1-15,0 0 0,-15 5 0,2 0 0,-1 0 16,7-4-16,1 0 0,-1 0 0,-10 4 0,-1-1 16,0 0-16,21-7 0,-11 4 0,0 0 0,-1-1 0,-14 4 15,3-1-15,-1-1 0,-3 0 0,0-1 16,0 0-16,27-4 0,-14 2 0,1 0 0,1 0 0,-19-4 15,0 2-15,0 0 0,0-1 0,2 0 0,0 0 16,29 1-16,-14-1 0,-1 1 0,1-1 0,-18-4 16,2 1-16,0 0 0,30 4 0,-31-5 0,2 0 15,0 0-15,2-1 0,1 0 0,0 0 0,26 6 0,-29-8 16,1 1-16,1 0 0,27 7 0,-30-8 0,2 0 16,0 0-16,1-1 0,0 1 0,0 1 0,-2-4 15,0 2-15,0 0 0,14 4 0,1 0 0,1 0 16,13 5-16,-27-10 0,1-1 0,0 1 0,-4-4 15,0 1-15,0 0 0,5 0 0,-1 1 0,0 0 16,-1-2-16,2 0 0,0 0 0,25 14 0,-13-8 0,1 2 16,-1-1-16,-5-4 0,0-1 0,0 0 0,9 5 15,0 2-15,0-1 0,-11-9 0,1 1 0,1 0 16,18 14-16,-12-8 0,3 1 0,0 0 0,9 7 16,-13-11-16,3 1 0,0 0 0,3 5 0,2 1 15,0-1-15,-4-8 0,2 0 0,-1 0 0,4 5 0,0 1 16,0 0-16,3-5 0,1 1 0,0 0 0,0 5 15,0 0-15,0 0 0,0 6 0,0 0 0,0 0 16,2-10-16,0 2 0,0-1 0</inkml:trace>
  <inkml:trace contextRef="#ctx0" brushRef="#br0" timeOffset="18159.796">16182 15118 0,'0'0'0,"0"0"0,0 1 16,4 4-16,-7 3 15,-5-3 1,-8 5-16,-9-1 16,25-9-16,0 0 0,0 0 0,-11 3 0,-1 0 0,1 0 15,-1 0-15,3-1 0,0 1 0,-6 1 0,2-1 16,-1 0-16,0-1 0,0 0 0,-1-1 0,2 2 16,-1-1-16,1-1 0,-4 4 0,3-1 0,-1 0 0,2-1 15,0-1-15,1-1 0,-2 0 0,-1 0 0,1-1 16,0 1-16,3 1 0,-1-1 0,2 2 0,0-1 15,-1 0-15,1 2 0,2-1 0,0 0 0,-1-1 16,2 0-16,0 0 0,-1 0 0,1-1 0,1 0 0,2 2 16,0-1-16,0-1 0,0 3 0,1-1 0,-1 1 15,1-1-15,2 0 0,0 0 0,0 4 0,1-2 16,0 0-16,1 1 0,0 0 0,0 0 0,4 1 16,-1-1-16,-1 1 0,1-1 0,-2 0 0,0 0 15,6 2-15,-1 0 0,1 0 0,-1 0 0,-1-1 16,0 1-16,6 4 0,-3-1 0,0 0 0,4 0 0,-2 1 15,0 0-15,2 0 0,-1 0 0,1 0 0,0 1 16,-1-1-16,1 0 0,-1 1 0,0-2 0,-1 1 16,2 1-16,-1-2 0,-1 1 0,1 0 0,-3 0 15,0 1-15,2-3 0,-3 0 0,0 1 0,2 0 0,-1-1 16,-1 0-16,-3 0 0,0-1 0,0 0 0,0 0 16,-3-1-16,0 0 0,4-3 0,-2 1 0,0-1 15,-4-5-15,0 0 0,0 0 0,3 3 0,-1-1 16,0 0-16,0 0 0,-2-2 0,0 1 0,1-1 15,-1 0-15,0 0 0</inkml:trace>
  <inkml:trace contextRef="#ctx0" brushRef="#br0" timeOffset="18918.714">16656 15815 0,'1'-1'0,"-1"3"0,4 4 0,0 2 16,-4-1-1,-3 10-15,2 7 16,-1-4-16,2-20 0,0 0 15,0 0-15,-4 10 0,2-1 0,0 0 0,-1 1 16,0-2-16,1 0 0,-1 2 0,2 0 0,0-1 0,-2 3 16,2-1-16,0 0 0,0-1 0,0-2 0,0 0 15,-3 3-15,1-1 0,0 1 0,1 1 0,1 0 16,0-1-16,-4 0 0,2-1 0,0 1 0,0-2 16,2 0-16,0-1 0,2-1 0,-1 0 0,0 0 15,-3 0-15,2 0 0,0-1 0,0 2 0,0-1 0,0 0 16,-1-3-16,1 0 0,0 0 0,-1-2 0,2 0 15,0 0-15,0-2 0,0 0 0,0 0 0,2 1 16,-2-1-16,0 0 0,-1 0 0,1 0 0,0 0 16,2-1-16,-2-1 0,0 0 0,5-3 0,-2 0 15,0 1-15,2-4 0,-2 2 0,0-1 0,3-1 0,-2-1 16,0 0-16,2-1 0,-2 0 0,0 0 0,3-2 16,-2 1-16,0-1 0,0 0 0,0 2 0,0-1 15,4 0-15,-3 0 0,0 0 0,1-1 0,-1 2 16,1-1-16,-1 1 0,-1 2 0,0-1 0,1-1 0,0 1 15,-1 0-15,1 1 0,0 1 0,0-1 0,2 0 16,-2 1-16,0 0 0,-2 2 0,0 0 0,0 1 16,1-2-16,-1 1 0,0 0 0,2 3 0,-2-1 15,0 0-15,3-1 0,-1 2 0,-1 0 0,2 2 16,0 0-16,1 0 0,0 1 0,-1 0 0,0 0 16,3 2-16,-3 0 0,0 0 0,3 1 0,0 0 0,-1 0 15,-3 2-15,0 0 0,1 0 0,0 3 0,-1-2 16,0 1-16,2 0 0,1-1 0,-1 0 0,-4 4 15,-1-1-15,0 0 0,3 0 0,-2 1 0,0-1 16,-1 2-16,-1-1 0,0 1 0,0-1 0,0-2 0,0 0 16,-4 1-16,2 0 0,0 0 0,1 1 0,-1 0 15,0-1-15,-2 1 0,1 0 0,0-1 0,0-10 16,1 0-16,0 0 0,-3 6 0,2-2 0,0 1 16,-1 3-16,0-1 0,0 0 0,-1 0 0,2 0 15,0 0-15,-2-2 0,2-1 0,0 0 0,-1-1 0,1 0 16,0 0-16,-1 0 0,2-1 0,0-1 0,-2 1 15,2-1-15,0-1 0,0 1 0,0-1 0,0 0 16</inkml:trace>
  <inkml:trace contextRef="#ctx0" brushRef="#br0" timeOffset="20186.9883">17349 16026 0,'0'0'0,"0"0"15,0 0-15,0 0 0,0 0 16,-1 52 0,1-21-16,0-19 15,0-12-15,0 0 0,0 0 0,0 0 0,-4 12 0,1 0 16,0 1-16,0-6 0,2 0 0,0-1 0,-5 9 0,1 0 15,1-1-15,1-6 0,1 0 0,0 1 0,0-6 16,1-1-16,0 1 0,-3 8 0,0 0 0,0-1 16,1-4-16,1 0 0,0 0 0,2-6 0,-1 3 15,0 0-15,0-1 0,-4 9 0,0 0 0,0 0 16,2-3-16,0-2 0,-1 0 0,2-2 0,1-2 0,0 1 16,0-2-16,1-1 0,0 1 0,0-1 0,-1 1 15,1-1-15,0 0 0,0 0 0,0 0 0,0 0 16,1-1-16,-1 0 0,0 1 0,1-1 0,-1 1 15,0 0-15,0 0 0,0 0 0,0 0 0,0-2 16,0 2-16,0 0 0,0 0 0,0 0 0,0 0 16,0 0-16,0 0 0,0 0 0,4-6 0,-1 0 0,-1 0 15,0 2-15,-1 1 0,0-1 0,1 2 0,-2 1 16,0 0-16,1 0 0,-1 0 0,0 1 0,3-15 16,-1 0-16,0 1 0,1 5 0,-2 0 0,0 1 15,1 3-15,-2 2 0,0-1 0,2-6 0,-2 1 0,0-1 16,2 4-16,-2 1 0,0 0 0,0 2 0,0 1 15,0 0-15,0 1 0,0 0 0,0 1 0,2-10 16,0 1-16,-1-1 0,-1 10 0,2-6 0,-2 1 16,0-1-16,4-4 0,-1 1 0,0-1 0,-1 5 15,0 0-15,0 0 0,-1 2 0,0 1 0,0 0 0,-1 1 16,0 1-16,0 0 0,1-1 0,-1 1 0,0 0 16,0 0-16,0 0 0,0 0 0,0 0 0,7-7 15,-3 0-15,0 0 0,0 2 0,-2 1 0,0 0 16,0 2-16,-1 1 0,0 0 0,0-1 0,-1 2 0,0-1 15,0 0-15,0 1 0,0 0 0,0 0 0,13-2 16,-3 1-16,0-1 0,-1 0 0,-3 2 0,0-1 16,3 0-16,1 0 0,-1 0 0,-4 0 0,0 1 15,0 0-15,8 2 0,-1 1 0,1-1 0,-13-2 16,8 2-16,-2-1 0,0 0 0,5 7 0,-1-2 16,0 0-16,-3-2 0,-1 0 0,-1-1 0,3 5 0,-1-1 15,1 1-15,-3-4 0,-2 0 0,0 0 0,5 6 16,-1-2-16,1 0 0,-3-3 0,-1-1 0,0 0 15,-1-1-15,-2-1 0,0 0 0,-3 7 0,2 1 16,0-1-16,-1-3 0,1 0 0,0-1 0,0-5 0,-1 2 16,1 0-16,0 0 0,-8 4 0,2-2 0,-1 1 15,3-2-15,0-1 0,0 0 0,4-2 0,-9 3 16,2-1-16,-1-1 0,3 0 0,1 1 0,0-1 16,-6-2-16,1 1 0,1 0 0,3-2 0,0 2 15,-1 0-15,6 0 0,-10-1 0,2-1 0,0 0 0,1 0 16,3 1-16,0 0 0,-6 2 0,0 0 0,1 1 15,4-1-15,0 0 0,0 0 0,3 0 0,0-1 16,-1 0-16,-4-1 0,0-1 0,0 1 0,7 1 16,-6 0-16,1-1 0,1 0 0,2 0 0,1 1 15,0 0-15,-1 0 0,2 0 0,0 0 0,0 0 16,0 0-16,0 0 0,-1 0 0,1 0 0,0 0 0,0 0 16,0 0-16,0 0 0,0 0 0,0 0 0,0 0 15,4 6-15,-2-1 0,0 0 0,0-2 0,0 0 16,1 0-16,-2-1 0,-1-1 0,0 0 0,3 4 15,-2-1-15,0 0 0,1-1 0,-2 0 0,0 0 0,4 4 16,0 0-16,0 0 0,-1-3 0,-1 1 0,0-1 16,5 4-16,-2 0 0,0 1 0,-2-4 0,0-1 15,0 0-15,5 5 0,-2 0 0,0 0 0,-2-4 16,0-1-16,0 0 0,-2-2 0,-1 0 0,0-1 16,1 0-16,-2 0 0,0 0 0,1 0 0,-1-1 15,0 0-15,0 0 0,0 0 0,0 0 0,0 0 0,0 0 16,0 0-16,3-3 0,-2 0 0,0 0 0,1 1 15,-1 1-15,0-1 0,-1 2 0,0 0 0,0 0 16,1-1-16,-1 0 0,0 1 0,0 0 0,0 0 16,0 0-16</inkml:trace>
  <inkml:trace contextRef="#ctx0" brushRef="#br0" timeOffset="20946.7873">17235 16139 0,'0'0'0,"0"0"0,0 0 0,-13 27 15,6-11-15,5-10 16,-17 27 0,9-14-16,-14 16 15,24-35-15,0 0 0,0 0 0,-5 6 0,1 0 0,0 1 16,1-5-16,2 0 0,0 1 0,-3 1 0,2 0 16,0 0-16,0-2 0,1 0 0,0 0 0,0-1 15,1-1-15,0 1 0,-1 0 0,1-1 0,0 0 16,0 0-16,0 0 0,0 0 0,1 0 0,-1 0 15,0 0-15,1 0 0,-1 0 0,0 0 0,5-7 0,1 0 16,-1 0-16,-2 1 0,0 2 0,0 0 0,-1 3 16,-1-1-16,0 1 0,5-8 0,1 0 0,-1-1 15,-2 5-15,-1 0 0,0 0 0,6-8 0,1 1 16,-1 0-16,-3 5 0,-1 0 0,1 0 0,5-8 0,0 0 16,1 1-16,-5 5 0,-1 2 0,0-1 0,13-11 15,-2 1-15,1 0 0,-18 18 0,10-11 0,0 1 16,-1 1-16,8 0 0,-3 1 0,0 0 0,-5 4 15,-2-1-15,0 1 0,7-1 0,-3 0 0,0 1 16,-4 0-16,-1 2 0,0 0 0,-3 0 0,-1 1 0,0 1 16,-1-1-16,0 1 0,0 0 0,-1 0 0,0 0 15,0 0-15,3 9 0,1 0 0,-1 1 0,-1-4 16,0-1-16,0 0 0,-2-5 0,-2 13 0,1-1 16,0-1-16,0-4 0,0-1 0,0 1 0,-5 7 15,3 0-15,0 0 0,1-6 0,0 0 0,0 0 0,-3 8 16,2-1-16,0 0 0,1-6 0,0-1 0,-1 0 15,1 10-15,1 1 0,0 0 0,-1-9 0,2 1 16,0-1-16,-2 8 0,1 0 0,0 0 0,0-7 16,0-2-16,0 0 0,0 6 0,0 0 0,0-1 0,0-5 15,1-1-15,0 0 0,0-8 0,-1 16 0,1-1 16,0-1-16,-1-6 0,1 0 0,0 1 0,0-7 16,0 1-16,0 0 0,0-2 0,0 1 0,0-1 15,0-1-15,0 0 0,0 0 0,0 0 0,0 0 16,0 0-16,0 0 0,0 0 0,0 0 0,0 0 0,0 0 15,0 0-15,-2 4 0,1-2 0,0 0 0,0 0 16,0-1-16,0 1 0,0-2 0,1 1 0,0-1 16,-2 1-16,2-1 0,0 0 0,0 0 0</inkml:trace>
  <inkml:trace contextRef="#ctx0" brushRef="#br0" timeOffset="21176.4829">17218 16186 0,'0'0'0,"0"0"0,0 0 15,41 21-15,-16-9 16,-15-7-16,27 16 16,-17-8-1,-20-13-15,0 0 0,0 0 0,22 11 0,-1 0 16,-1-1-16,-7-3 0,-2-1 0,1 0 0,-12-6 15,0 0-15,0 0 0,19 9 0,1-1 0,0 0 0</inkml:trace>
  <inkml:trace contextRef="#ctx0" brushRef="#br0" timeOffset="42126.2899">22717 14648 0,'0'0'0,"0"0"0,0 0 16,0 0-1,0 0-15,0 0 16,0 0-16,0 0 16,0 0-16,0 0 0,0 0 0,0 0 0,0 0 15,0 0-15,0 0 0,0 0 0,0 0 0,8 9 16,0-1-16,0 1 0,-2-3 0,-2-1 0,0 0 15,-1-2-15,-2-2 0,0 1 0,1-1 0,-2 0 16,0-1-16,0 0 0,1 1 0,-1-1 0,0 0 0,0 0 16,0 0-16,0 0 0,2-10 0,-2 1 0,0-1 15,1 4-15,-1 1 0,0 0 0,2-6 0,0 2 16,0 0-16,0 2 0,0 2 0,-1 0 0,-1 5 16,2-3-16,-2 1 0,0 0 0,4-7 0,-2 0 0,0 1 15,-2 8-15,3-6 0,-2 1 0,0-1 0,1 3 16,-2 2-16,0-1 0,0 2 0,7-13 0,0 0 15,-1 1-15,-2 5 0,-1-1 0,0 0 0,7-6 16,0 2-16,-1-1 0,-4 6 0,0 1 0,1-1 16,-6 7-16,2-3 0,0 0 0,0 1 0,8-1 0,0 1 15,1-1-15,-5 2 0,-1 0 0,0 1 0,2 5 16,-1-1-16,0 1 0,-6-5 0,3 4 0,0-2 16,0 1-16,2 10 0,0-2 0,-1 0 0,-1-4 15,-1 0-15,0-1 0,-1 10 0,0-2 0,0 1 16,-1-15-16,1 8 0,-1 1 0,0-1 0,-3 7 0,2 1 15,0 0-15,0-7 0,0-1 0,0 1 0,3 7 16,-2-1-16,0 1 0,0-16 0,2 8 0,-2 0 16,0 1-16,1-6 0,-1 0 0,0 0 0,0-1 15,0-2-15,0 1 0,0 7 0,0 0 0,0 0 16,0-4-16,0 1 0,0 0 0,0-5 0,0 2 0,0-1 16,0 0-16</inkml:trace>
  <inkml:trace contextRef="#ctx0" brushRef="#br0" timeOffset="42543.2433">23202 14774 0,'9'-6'0,"-4"-1"0,-2 3 16,4-5-16,8 4 16,1 5-16,9-3 15,-5 4-15,-20-1 16,0 0-16,6 2 0,0-1 0,0-1 0,0 4 15,0-1-15,-1 0 0,2 1 0,-1 0 0,0-1 0,0 4 16,-1 0-16,0 0 0,-3 1 0,0-1 0,0 0 16,-2 1-16,0 1 0,0 0 0,-3 1 0,2-2 15,0 1-15,-6-1 0,0-1 0,1 1 0,-1-1 16,0 0-16,0 0 0,-1 0 0,2-1 0,0-1 0,-4 1 16,1-1-16,1 0 0,-2-1 0,-1 0 0,1-1 15,4-1-15,2 0 0,0 0 0,-6 4 0,2-2 16,0 1-16,-3-3 0,3 0 0,0 0 0,3 0 15,0-1-15,-1 0 0,2 1 0,1-2 0,0 1 16,2-1-16,0 0 0,0 0 0,0 0 0,1 0 0,0 0 16,3 2-16,-2-1 0,0 0 0,6 2 0,-2 0 15,1 0-15,5 1 0,-2 1 0,1 0 0,2-1 16,-1 0-16,1-1 0,5 4 0,-1 0 0,-1-1 16,4 3-16,-1-1 0,-1 0 0,1 0 0,-2-1 15,1 1-15,1-4 0,1-1 0,0 0 0,-9-1 0,-2-1 16,0 0-16,-8-1 0,4 1 0,-1-1 0,0 0 15</inkml:trace>
  <inkml:trace contextRef="#ctx0" brushRef="#br0" timeOffset="51377.3604">23288 13859 0,'0'0'0,"0"0"0,0 0 16,0 0-16,0 0 16,0 0-16,0 0 15,0 0 1,0 0-16,0 0 0,0 0 0,0 0 0,0 0 16,0 0-16,0 0 0,0 0 0,0 0 0,0 0 0,16 9 15,-3-1-15,1 0 0,-4-2 0,-2-2 0,0 1 16,-6 7-16,1 0 0,-1 1 0,-1-6 0,-1 0 15,0 0-15,-4 5 0,1 0 0,1 0 0,2-12 16,-3 7-16,2 0 0,0-1 0,-1-4 0,2 1 0,0-1 16,-4 7-16,2-1 0,0 1 0,-1-3 0,2-1 15,0-1-15,0-2 0,1 0 0,0-1 0,-1 0 16,1 0-16,0-1 0,0 1 0,0-1 0,0 0 16,0 0-16,0 0 0,0 0 0,0 0 0,0 0 0,0 0 15</inkml:trace>
  <inkml:trace contextRef="#ctx0" brushRef="#br0" timeOffset="51592.8828">23211 14099 0,'0'0'0,"0"0"0,3 0 15,10 3-15,5 2 16,5-1-16,9 5 16,-2-2-16,-30-7 15,0 0-15,0 0 0,12 3 0,0-1 0,1 0 0,-2 0 16,-2 0-16,1 0 0,1-1 0,-1 1 0,1 0 15,-4-4-15,0 0 0,0 1 0,-2-1 0,-2 1 16,0 0-16,-2-1 0,0 2 0,0 0 0,0-1 0,-1 1 16,0 0-16,0 0 0,0 0 0,0 0 0,4-1 15,-2-1-15,0 1 0,-4-19 0,0 1 0,0 0 16</inkml:trace>
  <inkml:trace contextRef="#ctx0" brushRef="#br0" timeOffset="51826.5399">23147 13756 0,'2'-4'0,"4"-4"0,13 9 0,9 4 16,4 0-16,4 11 15,5-5-15,-6 3 16,-35-14-16,0 0 0,0 0 0,12 4 0,1-1 15,-1 0-15,0-2 0,-1 0 0,0-1 0,-3 0 16,-3 0-16,0 0 0,-3 0 0,0 0 0,0 0 0,0 0 16,-2 0-16,0 0 0</inkml:trace>
  <inkml:trace contextRef="#ctx0" brushRef="#br0" timeOffset="52033.0763">23616 13919 0,'0'0'0,"0"0"16,-1 5-16,7 1 15,4 11-15,-7 0 16,-8 3 0,1-3-16,4-17 0,0 0 0,0 0 15,1 6-15,-1-2 0,0 1 0,-1 0 0,1-1 16,0 0-16,-1 1 0,0 0 0,0-1 0,-3-2 16,1 0-16,0 1 0,0-5 0,1 2 0,-1 0 0,1-2 15,2-1-15,0 1 0,0 1 0,0 0 0,0-1 16,0 2-16,0-1 0,0 1 0,0 0 0,0 0 15,0 0-15</inkml:trace>
  <inkml:trace contextRef="#ctx0" brushRef="#br0" timeOffset="52342.7232">23521 13831 0,'25'-7'0,"3"10"0,-5 1 15,20 8-15,-3 6 16,-6 2-16,-4 7 16,-4 1-16,-26-28 0,0 0 15,0 0-15,8 9 0,-2 0 0,0 1 0,-1-1 16,-3-1-16,0 0 0,0 1 0,-2 0 0,0-1 16,-3 1-16,2 0 0,0 1 0,-5-2 0,2 0 0,0 0 15,-3 0-15,1-1 0,0 0 0,-3-2 0,1 0 16,0 0-16,-3-1 0,1-1 0,0 1 0,-2 0 15,3 0-15,0-1 0,-4 1 0,2-2 0,0 0 16,-1 0-16,1 0 0,0 0 0,11-2 0,0 0 0,0 0 16,-8 1-16,3 0 0,0 0 0,3-1 0,0 0 15,0 0-15,1 1 0,1-1 0,0 0 0</inkml:trace>
  <inkml:trace contextRef="#ctx0" brushRef="#br0" timeOffset="52576.4809">23159 14144 0,'0'0'0,"0"0"15,0 0-15,13 1 16,10 5-16,16-2 16,-8 3-16,24 5 15,-55-12-15,0 0 0,0 0 0,24 5 16,-2-1-16,-1 0 0,5 2 0,-1 1 0,0-1 15,-25-6-15,25 8 0,-2-2 0,1 1 0,0-1 16,-1-2-16,-1 1 0,2 1 0,-1 0 0,0-1 0,-3-1 16,0 0-16,0 0 0,-4-6 0,0 1 0,-1 0 15</inkml:trace>
  <inkml:trace contextRef="#ctx0" brushRef="#br0" timeOffset="67699.865">22612 15012 0,'0'0'0,"0"0"0,0 0 16,0 0-1,0 0-15,0 0 16,0 0-16,0 0 16,0 0-16,0 0 0,0 0 0,0 0 0,0 0 0,0 0 15,0 0-15,0 0 0,0 0 0,-16 10 0,0 1 16,1-1-16,5-3 0,1-1 0,0 0 0,9-6 16,-5 3-16,2 0 0,-1-1 0,-7 3 0,0 0 15,-1 1-15,5-3 0,2-1 0,0 1 0,2-2 16,1 0-16,-1 0 0,-11 3 0,0 1 0,-1 0 15,15-5-15,-10 2 0,1 0 0,1 1 0,-10 2 16,0-1-16,0 1 0,7-1 0,2-2 0,-1 0 0,-9 3 16,-1-1-16,1 0 0,8-2 0,1 0 0,0 0 15,10-2-15,-24 3 0,1 0 0,0-1 0,11 0 16,0-1-16,-1 1 0,13-2 0,-27 1 0,0 1 16,1-1-16,11 0 0,1 0 0,-1 0 0,15-1 0,-45 1 15,0 1-15,1 0 0,18-1 0,1 0 0,0-1 16,15 1-16,1-1 0,-1 0 0,-25-4 0,0 1 15,0 0-15,0-1 0,0 0 0,-1 0 0,20 1 16,-1 2-16,1-1 0,16 2 0,-30-5 0,0 0 0,0 0 16,30 5-16,-17-3 0,2 0 0,-1 1 0,16 2 15,-18-6-15,-1 1 0,1 0 0,7 2 0,2 0 16,0 0-16,-12-3 0,2 1 0,1 0 0,7 1 16,1 1-16,0 1 0,5-1 0,0 2 0,1 0 15,4 1-15,-10-4 0,1 2 0,-1-1 0,4 0 16,1 2-16,0-1 0,3 1 0,0 1 0,0-1 0,0 1 15,2 0-15,0 0 0,-1-1 0,1 1 0,0 0 16,0 0-16,0 0 0,0 0 0,0 0 0,0 0 16,0 0-16,0 0 0,0 0 0,0 0 0,0 0 15</inkml:trace>
  <inkml:trace contextRef="#ctx0" brushRef="#br0" timeOffset="68821.9647">22633 15152 0,'0'0'0,"0"0"0,0 0 0,15 21 15,-5-7 1,3 15-16,-7-12 15,11 26-15,-17-43 0,0 0 16,0 0-16,0 0 0,4 7 0,-2 1 0,0-1 0,4 11 16,-2 0-16,1-1 0,-2-7 0,-1-1 0,0 1 15,-1-6-15,0 0 0,0-1 0,7 15 0,-2-1 16,1 0-16,-2-8 0,-2 1 0,0 0 0,-3-10 16,10 19-16,-1 0 0,-1 0 0,-3-8 0,0-1 15,0 1-15,-5-11 0,14 22 0,-1-1 0,1 0 0,-7-9 16,0 0-16,0 0 0,12 10 0,-1 1 0,-1 0 15,-5-11-15,-3 1 0,0 0 0,13 13 0,-2-2 16,1 0-16,-21-24 0,13 14 0,-2-1 0,0 0 16,8 6-16,-3-1 0,1 0 0,2 1 0,-1-1 15,1 0-15,-9-8 0,-2-1 0,1 0 0,-5-5 0,-1-1 16,0 1-16,10 9 0,1-1 0,-1 1 0,-4-5 16,-2-1-16,0 0 0,8 3 0,-3 1 0,0-1 15,-3-5-15,-3 0 0,0 1 0,-3-4 0,-1 0 16,0 1-16,-1-3 0,0 1 0,0-1 0,0 2 15,-1-2-15,0 0 0,0 0 0,0 0 0,0 0 0,0 0 16,0 0-16,0 0 0,0 0 0,0 0 0,0 0 16,0 0-16,0 0 0,0 0 0,0 0 0</inkml:trace>
  <inkml:trace contextRef="#ctx0" brushRef="#br0" timeOffset="70473.9443">21300 15329 0,'0'0'0,"0"0"0,0 0 15,0 0-15,0 0 16,0 0-16,0 0 16,0 0-1,0 0-15,0 0 0,0 0 0,0 0 0,0 0 0,0 0 16,0 0-16,0 0 0,-7 16 0,1 0 0,0-1 15,1-5-15,2-2 0,0 1 0,1-5 0,1 0 16,0-1-16,1-3 0,-3 1 0,3 0 0,0 1 16,-6 6-16,1 0 0,0 1 0,1-5 0,1 1 15,0 0-15,2-3 0,-1 0 0,1-1 0,-1 0 16,2 0-16,0 0 0,0-1 0,0 0 0,0 0 0,0 0 16,0 0-16,0 0 0,0 0 0,0 0 0,0 0 15,0 0-15,0 0 0,0 0 0,3-7 0,1 1 16,-1-1-16,0 3 0,-2 0 0,0 1 0,3-6 15,0 2-15,0-1 0,-1 3 0,-1 1 0,1 0 0,-1 2 16,-2 1-16,0 0 0,0 1 0,1 0 0,-1-1 16,0 0-16,7-10 0,0 0 0,0 0 0,-2 4 15,0 0-15,-1 1 0,3-6 0,0 2 0,0-1 16,-2 5-16,-1 1 0,0-1 0,-4 6 0,9-8 16,-2 0-16,1 1 0,-4 3 0,0 0 0,0 1 15,-1 0-15,-2 2 0,0 0 0,0 0 0,-1 1 0,0-1 16,0 1-16,10 1 0,-1-1 0,0 0 0,-3 1 15,0-1-15,-1 0 0,-2 0 0,-1 0 0,0 0 16,4 8-16,0 0 0,1 0 0,-7-8 0,5 6 16,-2-1-16,0-1 0,5 3 0,0 0 0,1-1 15,-3-2-15,-2-1 0,0 1 0,0 7 0,0 0 0,1-1 16,-3-3-16,0-2 0,0 1 0,-2-6 0,2 12 16,-2-1-16,0 0 0,1-5 0,-1 0 0,0 0 15,0 3-15,0 0 0,0 0 0,-1-4 0,1 0 16,0-1-16,1 7 0,-1 0 0,0 0 0,0-11 15,1 7-15,-1-1 0,0 0 0,0-3 0,0-1 0,0-1 16,-1 8-16,0-2 0,0 1 0,-1-3 0,2-1 16,0 0-16,0-4 0,0 0 0,0 0 0,0 2 15,0 0-15,0-1 0,-1 0 0,1-1 0,0 0 16,0 1-16,0 0 0,0-1 0</inkml:trace>
  <inkml:trace contextRef="#ctx0" brushRef="#br0" timeOffset="71142.6668">21740 15349 0,'0'0'0,"0"0"0,0 0 16,0 0-16,4 5 16,-1-4-1,-2 1-15,-1-2 16,0 0-16,0 0 0,0 0 0,-2 13 0,0 0 0,0 0 15,1-4-15,0-1 0,0 0 0,0-5 0,1 0 16,0 0-16,0-3 0,-1 2 0,1-1 0,0 0 16,-6 9-16,-1-1 0,1 0 0,2-2 0,1-2 15,0 0-15,0-1 0,2-2 0,0 0 0,-2 2 16,2-1-16,0 0 0,1-3 0,-2 3 0,1-2 0,0 1 16,0-1-16,1-1 0,0 1 0,-1-1 0,1 0 15,0 0-15,0 0 0,0 0 0,0 0 0,0 1 16,0-1-16,0 0 0,4-3 0,1 0 0,-1 0 15,0 1-15,-2 1 0,0-1 0,6-4 0,-1 0 16,-1 1-16,-1 0 0,-2 2 0,0-1 0,0 3 0,-2 0 16,0-1-16,-1 2 0,5-7 0,1 2 0,-1-1 15,-2 2-15,0 0 0,0 1 0,8-11 0,0 2 16,-1 0-16,-3 4 0,-2 2 0,1 0 0,-6 6 16,3-3-16,-1 0 0,0 0 0,-2 3 0,12-11 15,-1 0-15,-1 0 0,-2 4 0,-2 1 0,1 0 0,-3 4 16,-2 0-16,0-1 0,6 1 0,-1 0 0,1 0 15,-8 2-15,5-1 0,-1 0 0,0 0 0,-1 0 16,-2 1-16,0 0 0,1 0 0,-2 0 0,0 0 16,1 10-16,0-1 0,0 0 0,-1-9 0,1 6 15,-1-1-15,0 0 0,1 5 0,1 0 0,-1 0 0,0-5 16,-1 1-16,0-1 0,1-3 0,-1-1 0,0 1 16,0-2-16,3 14 0,-2-1 0,0 1 0,2-6 15,-2 0-15,0 0 0,-2 5 0,1-1 0,0 0 16,0-5-16,0-1 0,0 0 0,0-3 0,0 0 0,0 0 15,0 5-15,0 1 0,0 0 0,0-9 0,1 5 16,-1 0-16,0 1 0,0-5 0,0 1 0,0 0 16,0-1-16,0 0 0,0-1 0,2 8 0,-2-1 15,0 1-15,1-4 0,-1 1 0,0 0 0,1-3 16,-1-1-16,0 1 0,0-1 0,0-1 0,0 1 16,0-1-16,0 0 0,0 0 0,0 0 0,0 0 0,0 0 15,-6-11-15,2 1 0,0-1 0</inkml:trace>
  <inkml:trace contextRef="#ctx0" brushRef="#br0" timeOffset="71310.3211">21716 15393 0,'0'0'0,"0"0"0,0 0 16,0 0-16,15-9 15,-7 2-15,22 20 16,-13-6-16,-17-7 0,0 0 15,0 0-15,18 8 0,-1 0 0,-1 1 0,-7-5 16,1 1-16,-1 0 0,-4-4 0,-2 1 0,0 0 16</inkml:trace>
  <inkml:trace contextRef="#ctx0" brushRef="#br0" timeOffset="72092.9239">22900 16126 0,'-1'0'16,"2"1"-16,0-1 0,0 3 0,-1 5 16,-1 2-1,1-2-15,-7 6 16,7-14-16,0 0 0,0 0 0,0 0 0,-1 5 0,0-1 15,0-1-15,-2 2 0,2 1 0,0-1 0,-2-1 16,0 0-16,0 1 0,-1-2 0,2 0 0,0 0 16,-1 2-16,1-1 0,0 1 0,-1-3 0,2 0 15,0 0-15,-1-1 0,2 0 0,0 0 0,0 0 0,0-1 16,0 0-16,0 1 0,0-1 0,0 0 0,-1-1 16,1 1-16,0 0 0,1 0 0,0 0 0,0 0 15,2-4-15,-1 1 0,0 0 0,4 0 0,-2 1 16,0 0-16,1-3 0,-1 1 0,0-1 0,-1 0 15,-1 1-15,1 0 0,-3 4 0,0 0 0,0 0 0,8-9 16,-1 0-16,0 0 0,2 2 0,-3 0 0,0 0 16,-1 1-16,-2 1 0,0 0 0,2-1 0,0 1 15,-1 0-15,1 0 0,0 2 0,0-1 0,2 1 16,-1 0-16,-1 0 0,1 0 0,-2 1 0,0 1 0,0-1 16,0 2-16,-1-1 0,1 1 0,-1 0 0,0 0 15,0 1-15,-1 0 0,0 0 0,2 1 0,-1 0 16,1 0-16,1 1 0,-1-1 0,0 0 0,0 4 15,-1-2-15,0 0 0,1 1 0,0 0 0,-1 1 16,0 1-16,0 0 0,0-1 0,-2 1 0,-1-1 0,0 1 16,1 1-16,-1 0 0,0 0 0,-2 1 0,2 0 15,0 0-15,-2 0 0,0-1 0,0 0 0,-1 1 16,1-1-16,0 0 0,-1-2 0,2 1 0,0-1 16,-2 0-16,2 0 0,0-1 0,-1 3 0,0-2 15,0 1-15,0-2 0,0 0 0,0-1 0,0 1 0,1-1 16,0 0-16,-1 0 0,0-2 0,-1 0 0,0 2 15,2-1-15,0 0 0,-2 1 0,2-2 0,0 0 16,0 1-16,0-2 0,0 0 0,5-3 0,-2 0 16,0 1-16,2 0 0,0-1 0,-1 1 0,0 0 15,-2 0-15,0 1 0,1-1 0,-2 1 0,0 0 0</inkml:trace>
  <inkml:trace contextRef="#ctx0" brushRef="#br0" timeOffset="72744.7407">23279 16300 0,'0'0'0,"0"0"0,0 0 0,0 0 16,2 29-16,-1-14 15,0-8 1,-25 26-16,24-33 0,0 0 0,0 0 15,-6 7-15,2-1 0,0 1 0,1-4 0,2-1 16,0 1-16,-9 3 0,3-1 0,0 1 0,2-2 16,1-1-16,-1 1 0,-4 4 0,2-1 0,0 0 15,2-3-15,1 0 0,0-1 0,1-1 0,2 0 0,0 0 16,0-1-16,1-1 0,0 0 0,-1 1 0,1-1 16,0 0-16,0 0 0,0 0 0,0 0 0,0 0 15,0 0-15,0 0 0,0 0 0,0 0 0,0 0 16,4 0-16,-2 0 0,0 0 0,1 0 0,-2 0 15,0 0-15,6-5 0,-1 1 0,0 0 0,-1 2 0,-2-1 16,0 1-16,-1 1 0,-1 0 0,1 1 0,-1-1 16,-1 1-16,0-1 0,9-7 0,-2 2 0,0 0 15,0 1-15,-3 1 0,0 0 0,-2 2 0,0 0 16,0 1-16,7-6 0,-1 0 0,-1 0 0,-2 2 16,-1 2-16,0-1 0,8-6 0,-2 0 0,0 0 0,-3 5 15,-1 0-15,-1 0 0,-2 2 0,-1 1 0,0 0 16,-1 2-16,0-1 0,0 1 0,0-2 0,-1 2 15,0 0-15,0 0 0,12-4 0,-3 2 0,0-1 16,-3 0-16,1 2 0,-1-1 0,-3 1 0,-1 0 0,0 0 16,7 4-16,0 0 0,-1-1 0,-3 0 0,-1 0 15,0-1-15,-2-1 0,0 0 0,0 0 0,2 10 16,-3-1-16,0 0 0,0-2 0,0-2 0,0 0 16,-4 6-16,2-1 0,0 0 0,0-5 0,0 0 15,-1 1-15,-3 5 0,2-2 0,0 1 0,3-10 0,-3 7 16,1-2-16,0 0 0,-4 5 0,1-1 0,-1 1 15,2-5-15,2 0 0,0-1 0,-1 6 0,1-1 16,0 0-16,0-3 0,1-1 0,0 0 0,-1-3 16,2 0-16,0 0 0,0-1 0,0-1 0,0 1 0,0 0 15,0-1-15,0 0 0,0 0 0,0 0 0,0 0 16,-7 9-16,3-2 0,0 1 0,0-3 0,2 0 16,0 1-16,2-6 0,0 0 0,0 0 0</inkml:trace>
  <inkml:trace contextRef="#ctx0" brushRef="#br0" timeOffset="72964.0183">23231 16350 0,'0'0'0,"0"0"0,0 0 0,37 2 15,-14 0-15,-14-1 16,-9-1-16,34 16 15,-34-16-15,0 0 0,0 0 0,20 8 16,1-1-16,0 0 0,-9-4 0,-2 1 0,1-1 16,-6-1-16,-2-1 0,0 0 0,-3-1 0,2 1 0,-1-1 15,0 0-15,-1 0 0,0 0 0,0 0 0</inkml:trace>
  <inkml:trace contextRef="#ctx0" brushRef="#br0" timeOffset="73659.5529">23124 15161 0,'0'0'0,"0"0"0,37 18 16,-14-7-16,-14-7 15,37 18-15,-22-8 16,41 17-16,-65-31 0,0 0 16,0 0-16,14 6 0,-3-1 0,1 0 0,-6-2 15,-2-1-15,0 0 0,17 8 0,-1-2 0,1 0 16,-21-8-16,26 10 0,-2 0 0,0 0 0,1-1 15,-1 0-15,0-1 0,-24-8 0,28 9 0,-1-1 16,0 0-16,0-1 0,-1 0 0,0-1 0,1-2 16,-2-1-16,0 1 0,3-3 0,-2 0 0,1 0 15,-13 0-15,-1-1 0,1 0 0,11-3 0,-1 0 16,0 0-16,3-4 0,0 1 0,0 0 0,-14 3 16,0 0-16,1 0 0,-14 3 0,24-10 0,-2 0 15,1 0-15,2-2 0,0 0 0,0 0 0,-12 5 0,-2 1 16,1 0-16,-12 6 0,21-13 0,0 1 0,0-1 15,-21 13-15,23-16 0,-2 1 0,1 0 0,-12 7 16,1 0-16,-1 1 0,4-7 0,1 0 0,-1 0 16,-6 6-16,-1 1 0,0-1 0,6-9 0,-1 2 15,-1-1-15,-4 7 0,0 0 0,-1 1 0,0-3 0,0 1 16,0 0-16,-2 5 0,-1 0 0,0 0 0,-3 5 16,1-3-16,0 1 0,0 0 0,0 2 0,-1-1 15,0 1-15,4-12 0,0 1 0,0 0 0,-1 3 16,-1 2-16,1 0 0,-3 6 0,1-4 0,0 2 0,0-1 15</inkml:trace>
  <inkml:trace contextRef="#ctx0" brushRef="#br0" timeOffset="74278.1174">25025 14973 0,'3'1'0,"-3"3"0,-2 9 16,-3 4-16,2-6 15,-4 4-15,1 0 16,0-8-16,6-7 15,0 0-15,0 0 0,-3 2 0,2-1 0,0 0 0,0 1 16,-1-1-16,1 0 0,0 0 0,0-1 0,0 1 16,0 0-16,1-1 0,0 0 0,1-2 0,-1 2 15,0-1-15,1-1 0,0 1 0,0 0 0,0-3 16,1 0-16,-1 1 0,2-2 0,-1 2 0,0-1 0,2-1 16,-1 0-16,0 0 0,0 0 0,-1 0 0,0 1 15,4-2-15,-3 1 0,0-1 0,0 1 0,-1-1 16,0 1-16,3-2 0,-1 0 0,0 0 0,4 0 15,-2 1-15,0-1 0,-6 7 0,0 0 0,0 0 0,7-9 16,1 0-16,-1 0 0,0 1 0,-2 2 0,0-1 16,2 2-16,-1 1 0,0 0 0,0 3 0,-1-1 15,0 1-15,2 0 0,-3 1 0,0 0 0,0 0 16,-2 0-16,0 0 0,3 2 0,-2 1 0,1-1 16,1 2-16,-2-1 0,0 0 0,3 3 0,-1-2 15,0 1-15,1 3 0,-2 0 0,0-1 0,-1 0 0,0-2 16,0 0-16,-1 2 0,0 0 0,0-1 0,2 5 15,-3-1-15,0 0 0,-2 0 0,1-1 0,0 0 16,-5 0-16,3-1 0,0 0 0,-1 1 0,0 0 16,0-1-16,-2-1 0,1 0 0,0 0 0,0 0 15,1 0-15,0-1 0,-2 1 0,1-1 0,0 0 16,1-1-16,0 0 0,-1-1 0,3-1 0,0-2 0,0 1 16,3-1-16,-2 0 0,0 1 0,3-1 0,-3-1 15,0 0-15,1 0 0,-1 0 0,0 0 0,0 0 16,0 0-16,0 0 0,0 0 0,0 0 0,0 0 15</inkml:trace>
  <inkml:trace contextRef="#ctx0" brushRef="#br0" timeOffset="74926.287">25464 14979 0,'5'1'0,"5"-1"0,-5 0 0,-1 1 15,-5 3-15,0 6 16,-4 7-16,-8 0 16,13-17-16,0 0 0,0 0 15,-7 8-15,2-1 0,-1 0 0,0 1 0,0-1 0,0 1 16,0-1-16,-1-1 0,1 1 0,0 0 0,0 0 16,0 0-16,2 0 0,1-2 0,0 1 0,-3 1 15,2-1-15,0 0 0,-1 0 0,2-1 0,-1 1 16,2-2-16,0-1 0,0 1 0,3-1 0,-1-1 15,0 0-15,-1 1 0,1-1 0,0 0 0,1-1 0,-1 0 16,0 0-16,2-3 0,-2 2 0,0-1 0,2-2 16,-1-1-16,0 1 0,4 0 0,-3 1 0,0 0 15,4-2-15,0 0 0,0 0 0,3-2 0,-3 1 16,0-1-16,-1-2 0,0 1 0,1 0 0,1 1 16,-2 1-16,0-1 0,2-1 0,-2-1 0,1 1 0,2-4 15,-2 2-15,0 0 0,1-2 0,-1 1 0,0-1 16,0 3-16,-1 1 0,0 0 0,5-2 0,-1 1 15,0-1-15,0-1 0,-3 0 0,0 0 0,1 2 16,-2 1-16,1 0 0,-6 7 0,6-6 0,-2 1 0,0-1 16,1-3-16,0 0 0,1 1 0,-1 2 0,-2-1 15,0 1-15,3 2 0,-2 1 0,0 0 0,4 1 16,-2 0-16,0-1 0,-2 3 0,-1 0 0,0 0 16,3 0-16,-2 1 0,0-1 0,1 3 0,-2-1 15,0 0-15,-1 1 0,0-2 0,0 1 0,0 2 0,0 0 16,-1-1-16,3 2 0,-2 0 0,0-1 0,0 4 15,-1 0-15,0-1 0,-3 2 0,2 0 0,0 0 16,-2 0-16,1-1 0,0 0 0,-1 4 0,0 1 16,0-1-16,-1-1 0,1 1 0,0 0 0,-2 0 15,0 0-15,0 0 0,0-1 0,1 0 0,0 0 0,-3 2 16,3-2-16,0 1 0,1 0 0,1 0 0,0-1 16,-1 1-16,0-1 0,0 0 0,-2 0 0,2-1 15,0 0-15,0-1 0,-1-2 0,1 1 0,3-5 16,-1 0-16,0-1 0,0-2 0,0 0 0,0 0 0,3 2 15,-3-1-15,0 1 0,1-1 0,-1 0 0,0-1 16</inkml:trace>
  <inkml:trace contextRef="#ctx0" brushRef="#br0" timeOffset="75126.2979">25476 15072 0,'0'0'0,"33"5"0,-13-2 0,9 15 16,-15-8 0,54 20-16</inkml:trace>
  <inkml:trace contextRef="#ctx0" brushRef="#br0" timeOffset="89731.7658">22347 14190 0,'0'0'0,"0"0"0,0 0 16,0 0-16,0 0 16,0 0-16,38 28 15,-15-13 1,-23-15-16,0 0 0,0 0 0,0 0 0,10 11 0,0-1 16,1 0-16,-5-4 0,-1 0 0,0-1 0,4 5 15,-1 1-15,-1-1 0,-7-10 0,5 7 0,-1-2 16,0 0-16,-2-2 0,0-2 0,1 1 0,-2-1 15,-1 0-15,0-1 0,1 2 0,-1-2 0,0 0 0,0 0 16,0 0-16,0 0 0,0 0 0,0 0 0,0 0 16,0 0-16,3 6 0,0-1 0,0 0 0,-1-1 15,0-1-15,0 0 0,0-2 0,-2 1 0,0-1 16,0-1-16,1 1 0,-1-1 0,0 0 0,0 0 16</inkml:trace>
  <inkml:trace contextRef="#ctx0" brushRef="#br0" timeOffset="90010.1135">22537 14180 0,'0'0'0,"-1"0"0,1 0 16,-2 5-16,-1 4 15,-3 2-15,-2 9 16,-7-2-16,15-18 0,0 0 15,0 0-15,-7 7 0,2-2 0,0 0 16,-4 4-16,2 0 0,-1 0 0,-1-2 0,1-1 0,-1 1 16,-2 1-16,0 0 0,-1-1 0,-1 2 0,1-1 15,-1-1-15,1 1 0,1-1 0,1 0 0,-1 1 16,0-2-16,1 1 0,3-3 0,0 0 0,-1 0 16,8-4-16,-4 3 0,0-1 0,0-1 0,1 0 0,2-1 15,0 0-15</inkml:trace>
  <inkml:trace contextRef="#ctx0" brushRef="#br0" timeOffset="90595.043">22653 14309 0,'2'-1'0,"0"0"0,-2 0 0,1 1 16,-1 5-16,0 2 16,-3 3-16,3-10 15,0 0-15,0 0 0,0 0 0,-2 11 16,2-1-16,0 0 0,-4-3 0,3 0 0,0 0 0,-3 2 15,1-2-15,0 1 0,-6-2 0,1 0 0,1 0 16,7-6-16,-10 5 0,1 0 0,-1 0 0,1-2 16,0 0-16,-1-1 0,10-2 0,0 0 0,0 0 15,-5 2-15,1-2 0,0 1 0,1-1 0,2 0 16,0 0-16</inkml:trace>
  <inkml:trace contextRef="#ctx0" brushRef="#br0" timeOffset="91526.4341">22957 14101 0,'4'-2'0,"0"-2"0,-1-3 15,-2 4-15,0 5 16,2 1-16,3 4 16,-3 2-16,-3-9 0,0 0 15,0 0-15,2 5 0,-2 0 0,0 1 0,1 0 16,0 0-16,0 0 0,3 0 0,-3-1 0,0 1 16,1 1-16,-2-1 0,0 1 0,2 0 0,-2 0 15,0 0-15,1 2 0,-1-2 0,0 1 0,2-2 0,-1-1 16,0 1-16,2-1 0,-1-1 0,0 1 0,4 0 15,1-2-15,-1 1 0,0-3 0,0 1 0,0 0 16,1 0-16,-3-1 0,0 0 0,0 0 0,0 0 16,0 0-16,3 1 0,-1-2 0,-1 0 0,3-3 15,-1 1-15,1 0 0,-2-1 0,0 0 0,0 1 0,1-2 16,-1 1-16,-1-1 0,2 1 0,-1 0 0,0 0 16,2 0-16,-3 1 0,0-1 0,-5 3 0,4-2 15,0 1-15,0 0 0,1-1 0,-1 2 0,-1-1 16,0 0-16,0 1 0,0 0 0,-1-1 0,-1 1 0,0 0 15,1-1-15,-2 0 0,0 1 0,1 1 0,-1 0 16,0-1-16,0 1 0,0 0 0,0-1 0,-3 4 16,2-1-16,0 0 0,-2 2 0,2-1 0,0 1 15,-2 2-15,1 0 0,0 0 0,-1 1 0,-1-1 16,1 1-16,-1-1 0,1 0 0,0 0 0,-1 4 16,2 0-16,0-1 0,0-1 0,2 0 0,0-1 15,-3 2-15,2-1 0,-1 0 0,1-1 0,0-1 0,0 1 16,2-1-16,-1-1 0,0 1 0,-2-1 0,0 0 15,0 0-15,-1 0 0,2 0 0,0 0 0,-1-3 16,1 1-16,0-1 0,-1 1 0,1-1 0,0 1 0,0-1 16,0-2-16,0 1 0,-1-2 0,0 0 0,-1 0 15,-2 1-15,2-1 0,0 0 0,0 0 0,1 0 16,0 0-16,-4 0 0,1 0 0,-1 0 0,2-2 16,2 2-16,0-1 0,-1-2 0,2 0 0,0 1 0,-1 0 15,1 0-15,0 0 0,0 1 0,1 0 0,0 0 16,0-1-16,0 0 0,0 1 0,2-3 0,-2 1 15,0 0-15,2 0 0,-1-1 0,0 1 0,2-2 16,-1 2-16,0-1 0,2 1 0,-2-1 0,0 1 16,5-2-16,-3 1 0,0 0 0,-4 4 0,5-4 15,-2 1-15,0-1 0,1 1 0,1 1 0,-1-1 0,2 0 16,-2 1-16,0-1 0,1 1 0,-2 1 0,1 0 16,-2-1-16,0 1 0,0 1 0,6-6 0,-1 1 15,0 1-15,-7 4 0,5-5 0,-1 1 0,0 1 16</inkml:trace>
  <inkml:trace contextRef="#ctx0" brushRef="#br0" timeOffset="93660.0298">20815 15873 0,'-93'48'0,"37"-19"16,4-4-16,28-13 15,14-8-15,8-1 16,-10-9 0,5 4-16,7 2 0,0 0 0,0 0 15,-3-2-15,3 2 0,0 0 0,-1 0 0,1 0 16,0 0-16,-1 0 0,1 0 0,0 0 0,0 0 0,0 0 15,0 0-15,0 0 0,0 0 0,0 0 0,0 0 16,0 0-16,0 0 0,0 0 0,0 0 0,0 0 16,10 2-16,-2-2 0,0 0 0,-2 1 0,-1-1 15,-1 0-15,-1 0 0,-2 0 0,0 0 0,7 2 16,0 0-16,1 0 0,-9-2 0,5 1 0,0 0 0,0 0 16,7 2-16,-1-1 0,0-1 0,-4 1 0,-1-1 15,0-1-15,15 5 0,-3-1 0,1 0 0,-8-2 16,-1 0-16,1 0 0,-11-2 0,23 5 0,-2-1 15,1 1-15,4 1 0,0 0 0,-1-1 0,2 0 16,-2 0-16,0 0 0,-13-2 0,1 0 0,-1-1 0,-12-2 16,56 6-16,-1-1 0,0 0 0,-10 0 0,1 0 15,-1-1-15,-23-1 0,-3-1 0,1 0 0,3 1 16,-3-1-16,1 1 0,-21-3 0,12 2 0,-1-1 16,-1 0-16,5 3 0,-1-2 0,1 1 0,-15-3 15,8 1-15,-1 1 0,0 0 0,8-3 0,-1 1 0,1 0 16,20 2-16,-2 0 0,0 1 0,-13-2 0,-2 1 15,1-1-15,-12 0 0,0-1 0,1 0 0,-8 0 16,3 0-16,-1 0 0,0 0 0,11 2 0,-1 0 16,-1 0-16,-3-1 0,-2 0 0,1 0 0,6-1 0,-2 0 15,1 0-15,-5-1 0,-1 0 0,0 1 0,-6 0 16,4-1-16,-2 1 0,0 0 0,-1 0 0,0 0 16,0 0-16,-1 0 0,0 0 0,0 0 0,0 0 15,1 0-15,-1 0 0,0 0 0,3 6 0,0 0 16,0 1-16,0-3 0,-2 0 0,0-1 0,-1-3 15,2 2-15,-2-1 0,0 1 0,-1 7 0,0 1 0,0-1 16,-1-4-16,2 0 0,0 1 0,-1 4 0,1-1 16,0 0-16,0-9 0,0 5 0,0 1 0,0-1 15,-3 9-15,2 0 0,0 0 0,0-6 0,0-1 16,0 1-16,-2 8 0,0 0 0,0 0 0,-1-8 16,3 1-16,0-1 0,-1 5 0,0 0 0,0 1 15,-1 7-15,1-1 0,0 0 0,2-20 0,-1 11 0,0 0 16,0-1-16,-4 16 0,2-1 0,-1 0 0,1-11 15,1-1-15,0 1 0,-1 9 0,1-1 0,0 0 16,0-10-16,1-1 0,0 1 0,-2 10 0,2 0 16,0 0-16,0 6 0,0-2 0,0 0 0,-1 2 15,2 0-15,0 0 0,-2-13 0,2-2 0,0 1 0,-1 6 16,0 0-16,0 1 0,1-21 0,-1 11 0,1-2 16,0 1-16,0 8 0,0 0 0,0 0 0,1-8 15,-1 0-15,0-1 0,0-4 0,0-2 0,0 1 16,0-3-16,0 0 0,0-1 0,0 2 0,0-2 15,0 0-15,0 1 0,0-1 0,0 0 0,-3 8 0,2 0 16,0 0-16,0-3 0,0 1 0,0-1 0,0-3 16,1 0-16,0 0 0,-5-6 0,0 1 0,0 0 15,1 0-15,1 1 0,0 0 0,2 0 0,0 2 16,0-1-16,-9-5 0,1 0 0,-1 1 0,5 2 16,0-1-16,0 1 0,-7-4 0,1 0 0,0 1 0,3 2 15,2 0-15,0 0 0,-7-4 0,0 1 0,1-1 16,3 3-16,3 1 0,0 0 0,-15-4 0,3 1 15,-1 0-15,19 7 0,0 0 0,0 0 0,-30-9 16,1 1-16,0-1 0,14 4 0,-1 1 0,1 0 0,-7-1 16,0 0-16,1 1 0,-4-1 0,0 1 0,0 0 15,12 1-15,2 1 0,-1 0 0,-11-4 0,1 0 16,-1 0-16,-5 0 0,1 1 0,0 0 0,27 5 16,0 0-16,0 0 0,-36-5 0,2 0 0,0 1 15,15 1-15,2 0 0,-1 1 0,-7-3 0,2 2 0,-1-1 16,9 3-16,3-1 0,0 0 0,-12-2 0,2 0 15,0 1-15,10 0 0,0 1 0,-1 0 0,-13-2 16,0 1-16,1 0 0,9 1 0,3 1 0,-1 0 16,-14-6-16,2 0 0,1 0 0,10 2 0,1 2 0,-1-1 15,-7-5-15,1 1 0,0 0 0,9 3 0,1 1 16,1-1-16,0-2 0,-1 0 0,1 0 0,4 3 16,2 0-16,0 1 0,-2-7 0,2 0 0,0 1 15,2 4-15,0 0 0,0-1 0,1-8 0,1 1 16,0 0-16,0 5 0,0 1 0,0-1 0,4-7 0,-2 1 15,0-1-15,1 7 0,-2 0 0,0-1 0,2-5 16,0-1-16,-1 1 0,0 4 0,-1 2 0,0 0 16,2-14-16,0-1 0,0 0 0,0 10 0,-2 1 15,0-1-15,2-7 0,0 0 0,1 0 0,-1 9 16,-2 0-16,0 0 0,3-10 0,-2 1 0,0-1 0,0 9 16,-1 0-16,0 1 0,4-9 0,-2 0 0,0 0 15,0 9-15,-1 0 0,0 1 0,3-16 0,-2 0 16,0-1-16,-1 12 0,0 1 0,0 0 0,2-9 15,0 1-15,1 0 0,-3 10 0,0 0 0,0 0 16,-2 12-16,4-16 0,-1-1 0,0 0 0,-1 8 0,-1 0 16,0 0-16,6-3 0,-3 2 0,0 0 0,-1 3 15,-1 2-15,0 0 0,0 2 0,-1 2 0,0-1 16,9 1-16,-1 1 0,-1 0 0,-2 0 0,-1 0 16,1 0-16,6-3 0,-2 0 0,1 0 0,-5 1 15,0 1-15,0 0 0,-6 1 0,0 0 0,0 0 0,14 1 16,-3 0-16,0-1 0,-3 1 0,-2-1 0,0 1 15</inkml:trace>
  <inkml:trace contextRef="#ctx0" brushRef="#br0" timeOffset="94127.0504">20893 16024 0,'0'0'0,"0"0"0,0 0 15,0 0-15,0 0 16,0 0-16,0 0 15,0 0 1,0 0-16,0 0 0,0 0 0,0 0 0,0 0 0,0 0 16,0 0-16,0 0 0,0 0 0,0 0 0,0 0 15,0 0-15,14 4 0,-2 0 0,1 0 0,-4-2 16,-2 1-16,0-1 0,-3-1 0,-1 0 0,0-1 16,-2 2-16,0-2 0,0 0 0,1 10 0,-1 1 15,0-1-15,1-4 0,-2 1 0,0-1 0,0-3 0,0-1 16,0 0-16,-2 3 0,1-1 0,0 1 0,0-1 15,0-2-15,0 0 0,-2 9 0,0-1 0,0-1 16,-1-2-16,3-1 0,0 1 0,-5 9 0,2-1 16,0 0-16,1-6 0,1 0 0,0-1 0,-4 13 15,2-2-15,0 0 0,1-7 0,1-2 0,0 1 0,-3 15 16,1 0-16,0 0 0,0-12 0,2 0 0,0 0 16,-2 7-16,1 0 0,0 0 0,1-8 0,0-2 15,0 0-15,-3 13 0,1 0 0,1 1 0,0-12 16,2 1-16,0-1 0,-4 13 0,2-1 0,0 0 0,0-11 15,2 0-15,0 0 0,-4 10 0,-1 1 0,1-1 16,1-10-16,2-1 0,0 0 0,-3 11 0,0-2 16,-1 1-16,3-10 0,0-2 0,0 1 0,2-7 15,0 0-15,0 0 0,0-4 0,1 0 0,0 1 16,5-4-16,-2 0 0,0 0 0,-1 0 0,0 1 16,1 0-16,-2 0 0,0 1 0,0 0 0,-1 0 0,0 0 15,0 0-15</inkml:trace>
  <inkml:trace contextRef="#ctx0" brushRef="#br0" timeOffset="94610.1989">21415 16118 0,'0'2'16,"9"11"-16,-7 10 0,-1 5 15,-3 7-15,-5 4 16,-5 5-16,-2 8 15,14-52-15,0 0 0,0 0 0,-7 17 0,2-1 16,0 1-16,0 1 0,0-1 0,0 0 0,-3 2 0,2 0 16,0-1-16,-2 3 0,1-2 0,1 0 0,-2 3 15,1-1-15,0 0 0,-1-1 0,3-1 0,0 0 16,-2 1-16,1 0 0,-1-1 0,1 0 0,0-1 16,0 0-16,-3 1 0,3-2 0,0 1 0,0-2 15,2 1-15,0-1 0,-1 1 0,3 0 0,0 0 0,-2-4 16,2 0-16,0 0 0,-2-2 0,1-1 0,0 0 15,1 3-15,0-1 0,-1 0 0,2-4 0,1 0 16,0 0-16,-2 1 0,0-1 0,0 0 0,0-2 16,2 0-16,0-1 0,-2-1 0,2 0 0,0-1 0,-1-1 15,1 0-15,0 0 0,-1-4 0,1 2 0,0 0 16,3-5-16,-2 0 0,0 0 0,4-3 0,-2 0 16,1 0-16</inkml:trace>
  <inkml:trace contextRef="#ctx0" brushRef="#br0" timeOffset="95160.8216">21438 16263 0,'1'0'0,"0"0"0,5-5 16,1 3-16,-4 7 15,9 9-15,-1-3 16,-1 9-1,-10-20-15,0 0 0,0 0 0,6 9 0,0-2 0,0 1 16,2 1-16,-2 0 0,0 1 0,-1 0 0,-1 1 0,0-1 16,1 1-16,-3-1 0,0 0 0,3 1 0,0 0 15,0-1-15,0 3 0,0-2 0,-1 0 0,3 0 16,-2-1-16,0 0 0,0-2 0,1-1 0,-1 1 16,-2-2-16,-1-1 0,0 0 0,0-1 0,0-2 15,0 0-15,-1 0 0,0-1 0,0-1 0,1 1 0,-2-1 16,0 1-16,0-1 0,0 0 0,0 0 0,0 0 15,0 0-15,0 0 0</inkml:trace>
  <inkml:trace contextRef="#ctx0" brushRef="#br0" timeOffset="95443.1664">21670 16350 0,'-2'-5'0,"2"5"15,-1 0-15,-1 1 16,2-1-16,0 0 15,0 1 1,-6 2-16,6-3 0,0 0 0,0 0 0,0 0 16,-5 3-16,2-1 0,0-1 0,-4 5 0,2-1 15,-1 0-15,0-2 0,0-1 0,0 1 0,-4 1 16,1 0-16,0 1 0,0-1 0,-1-1 0,1 1 16,-2 2-16,-1-1 0,1 0 0,4-2 0,1 0 15,1 0-15,-7 2 0,-1-1 0,1 1 0,3 1 0,-1 0 16,1 0-16,-2-3 0,0 0 0,1 0 0,2 0 15,2 0-15,-1 0 0,4-2 0,0 0 0,0 1 16,1-1-16,1-1 0,0 1 0,0 0 0,1-1 16,0 0-16</inkml:trace>
  <inkml:trace contextRef="#ctx0" brushRef="#br0" timeOffset="96165.003">21383 16372 0,'0'0'0,"0"0"0,0 0 0,0 0 15,0 0-15,0 0 16,0 0-16,0 0 15,0 0-15</inkml:trace>
  <inkml:trace contextRef="#ctx0" brushRef="#br0" timeOffset="96592.961">21598 16472 0,'0'0'0,"1"1"0,-2-2 0,2-1 15,3-3-15,5-4 16,0 4-16,8 8 15,-17-3-15,0 0 0,0 0 0,6 1 16,0 1-16,0 0 0,1 0 0,0-2 0,-1 1 0,1 0 16,-1 0-16,0 0 0,6 4 0,-1-1 0,1 1 15,1 2-15,0 0 0,1-1 0,0-1 0,0 0 16,-1 1-16,1-1 0,-2 0 0,0 0 0,0-1 16,-3-1-16,0 0 0,3 0 0,-1 1 0,1-1 15,-3 2-15,0-1 0,0 0 0,0 0 0,-2-1 0,0 0 16,0-3-16,0 1 0,-1-1 0,1 0 0,-2-1 15,0 1-15,1-4 0,-3 1 0,0 0 0,0 1 16,-2 0-16,0 0 0,0 0 0,-1 2 0,0-1 16,1 0-16,-1 1 0,0 0 0,0 0 0,0 0 15,0 0-15,0 0 0,1-2 0,0 2 0,0-1 0</inkml:trace>
  <inkml:trace contextRef="#ctx0" brushRef="#br0" timeOffset="96959.5669">21950 16352 0,'3'-2'0,"3"-1"0,0 4 0,12 9 15,5 3-15,0 6 16,1 3 0,0 0-16,-24-22 0,0 0 0,0 0 15,8 8-15,-2-1 0,1 1 0,1 1 0,-1 1 0,0-1 16,2-2-16,-3-1 0,0 0 0,-1 2 0,-2 0 15,0-1-15,-1 1 0,-1 0 0,0-1 0,0 1 16,0-1-16,1 1 0,-5 1 0,1-1 0,0 0 16,-1-1-16,2-1 0,0-1 0,-6 0 0,2-2 15,0 1-15,-1 0 0,2 0 0,0-1 0,-2 3 0,2-1 16,0 0-16,0 1 0,-1-1 0,1 0 0,-3-2 16,1-1-16,0 1 0,0-1 0,1 0 0,0-1 15,2 3-15,0-2 0,0 1 0,-1-1 0,0-1 16,-1 0-16,3 1 0,0-1 0,0 0 0,1-1 15,0 0-15,0 0 0,3-2 0,0 0 0,0 0 0,2-2 16,-1 1-16,-1-1 0,6 0 0,-2 0 0,0 0 16,-6 4-16,0 0 0,0 0 0,5-3 0,-1 2 15,-1-1-15</inkml:trace>
  <inkml:trace contextRef="#ctx0" brushRef="#br0" timeOffset="97626.2204">22305 16459 0,'1'0'0,"-1"0"15,0 0-15,1 4 16,-1 0-16,2 1 16,-3 7-16,0-7 15,1-5-15,0 0 0,0 0 0,0 1 0,0 0 16,0 1-16,0-2 0,0 0 0,0 0 0,4 8 15,-1-1-15,-1 0 0,3-1 0,-1-1 0,0 0 0,1 0 16,-2-1-16,0-1 0,3-1 0,-2-2 0,0 1 16,2 0-16,-2 0 0,0-1 0,3-1 0,-3 0 15,0 0-15,2 0 0,-1 1 0,0 0 0,0-1 16,1 1-16,-1-1 0,0-3 0,-1 1 0,0 0 16,-1 1-16,0-1 0,1 1 0,1-1 0,-2 1 0,0 1 15,0-1-15,-2 0 0,0 0 0,0 2 0,-1-1 16,0 1-16,1-1 0,0-1 0,0 1 0,2 1 15,-1 0-15,0 0 0,-4-1 0,2 0 0,0 1 16,-2-1-16,2 1 0,0 0 0,-1 1 0,1 0 0,0 0 16,-1 0-16,1 0 0,0 0 0,1 3 0,-1-1 15,0-1-15,-2 5 0,0-2 0,0 0 0,-2 3 16,1-1-16,0 0 0,-3 2 0,1 0 0,1 0 16,-2 2-16,1 0 0,0 0 0,-1-1 0,1-1 0,1 0 15,1 2-15,0 0 0,0 0 0,-1 1 0,1-1 16,0 0-16,0 0 0,-1 0 0,1-1 0,-2 2 15,2-1-15,0 0 0,0-1 0,0-1 0,0 1 16,0-2-16,-1-1 0,1 1 0,0-1 0,0-1 16,0 1-16,1-1 0,0 0 0,0 0 0,-1-2 15,1 1-15,0-1 0,0-3 0,1 1 0,-1 0 0,0 1 16,1 0-16,0-1 0,0-4 0,1 2 0,0-1 16,-4-2-16,0 1 0,0 0 0,1-2 0,1 1 15,0 0-15,-2-1 0,0-1 0,1 0 0,-2-2 16,2 1-16,0 1 0,-1-2 0,1 1 0,0 1 0,1-1 15,1 2-15,0-1 0,-3 0 0,3 1 0,0 0 16,-1-1-16,1 0 0,0 1 0,3-1 0,0 2 16,0-1-16,0-1 0,1 1 0,-1 0 0,8 11 15,0-1-15,1 1 0,-2-10 0,-1 0 0,0 1 16,3-6-16,-3 2 0,0 0 0,-8 6 0,0 0 0,0 0 16,18-11-16,-3 2 0,1 0 0,-16 9 0,0 0 15,0 0-15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8-28T08:35:23.454"/>
    </inkml:context>
    <inkml:brush xml:id="br0">
      <inkml:brushProperty name="width" value="0.05292" units="cm"/>
      <inkml:brushProperty name="height" value="0.05292" units="cm"/>
      <inkml:brushProperty name="color" value="#FF0000"/>
    </inkml:brush>
  </inkml:definitions>
  <inkml:trace contextRef="#ctx0" brushRef="#br0">8006 14665 0,'0'0'0,"0"0"0,0 0 0,0 0 15,0 0-15,0 0 16,-44 39-16,16-16 15,28-23-15,0 0 0,0 0 0,-5 3 16,3 0-16,-2 0 0,-8 8 0,2 0 0,-1 0 16,-4 6-16,0-1 0,1 0 0,5-7 0,2-1 15,0 0-15,-7 10 0,-1-1 0,1 0 0,-4 5 16,0 0-16,1 0 0,-4 3 0,3 0 0,-3 0 16,-1 5-16,-2-1 0,2 1 0,0 0 0,1-1 0,1 0 15,-25 35-15,3-1 0,-1 0 0,20-29 0,-1 1 16,0-1-16,0-2 0,1-1 0,0 0 0,1-4 15,3-1-15,-1 0 0,1-1 0,2-2 0,-1 0 16,9-11-16,1-2 0,-1 1 0,-4 11 0,2 1 0,-1 0 16,5-11-16,0 1 0,0-1 0,-7 7 0,2-1 15,-1 0-15,6-8 0,0 0 0,0 0 0,-7 5 16,1 0-16,-1 0 0,14-15 0,-7 9 0,0-2 16,-1 1-16,5-5 0,0 0 0,0 0 0,1-2 15,2 0-15,0 0 0,7-13 0,-1 1 0,0 1 0,4-10 16,-1 0-16,1 1 0,-5 9 0,0-1 0,1 1 15</inkml:trace>
  <inkml:trace contextRef="#ctx0" brushRef="#br0" timeOffset="682.9413">7978 14535 0,'0'0'0,"0"0"0,0 0 15,0 0-15,0 0 16,0 0-16,28 10 16,-10-4-16,-18-6 15,0 0-15,0 0 0,6 8 0,0 0 0,0 0 16,-3-4-16,0 0 0,0 0 0,-2-2 0,2-1 0,-3 1 15,7 10-15,-2-1 0,0 0 0,-2-5 0,0 1 16,1-1-16,6 11 0,-1 0 0,0 0 0,-9-17 16,7 10-16,-3-1 0,0 1 0,-2-6 0,0-1 15,0 1-15,8 13 0,1 0 0,-1 1 0,9 8 16,-3 0-16,1 0 0,-17-26 0,18 28 0,2-2 0,-2 1 16,4 5-16,-1-1 0,0 0 0,-10-15 0,-1-1 15,1 0-15,9 14 0,1 0 0,-2-1 0,1 1 16,1 1-16,0-1 0,-21-29 0,20 28 0,1-1 15,0 1-15,3 4 0,0 1 0,0-1 0,1 0 16,-2-1-16,-1-1 0,-22-30 0,35 47 0,1-1 0,-1 1 16,-2-3-16,-1 0 0,0 0 0,-2-2 0,0-2 15,0 1-15,-3-7 0,-3 0 0,1 0 0,-25-34 16,21 28-16,0 0 0,-1-1 0,-9-14 0,-2 0 16,0-1-16,6 8 0,-1 0 0,1 0 0,-7-10 0,-1 1 15,0-1-15,3 3 0,-3-1 0,0-1 0,-2-4 16,-1-1-16,1 0 0,-3-4 0,-1 0 0,0 1 15,1-2-15,-2-1 0,0 1 0,0-1 0,0 0 16,0 0-16,0 1 0,0-1 0,0 0 0,2 3 16,-2-1-16,0 0 0,0-2 0,1 1 0,-1 1 0,0-1 15,0-1-15,-12-9 0,3 1 0,0 0 0</inkml:trace>
  <inkml:trace contextRef="#ctx0" brushRef="#br0" timeOffset="1383.4056">7053 16039 0,'0'0'0,"0"0"15,0 0-15,0 0 16,0 0-16,21 18 16,-8-6-16,13 9 15,-26-21-15,0 0 0,0 0 0,6 4 16,-1 0-16,-2-1 0,6 9 0,-3 0 0,0-1 15,-2-5-15,-1 0 0,0 1 0,0-4 0,-2 0 16,0-1-16,7 12 0,1 0 0,-2 0 0,-1-6 16,-2 1-16,0-1 0,-4-8 0,3 3 0,-2 0 15,0-1-15,16 25 0,-5-1 0,1 1 0,-4-12 0,-1 0 16,0 0-16,-5-9 0,0 0 0,0 0 0,13 18 16,-2 0-16,1-1 0,0 3 0,1 0 0,-1-1 15,2-1-15,-2-1 0,0-1 0,1 4 0,1-1 16,0 0-16,0 0 0,-1-1 0,-1 1 0,1-1 0,-3-2 15,0 1-15,2 1 0,-1 0 0,1 0 0,-7-12 16,-2 0-16,1-1 0,6 9 0,-2-1 0,1 0 16,-6-8-16,0-1 0,0 0 0,8 11 0,-3 0 15,1-1-15,-5-8 0,0-1 0,-2 1 0,4 2 16,-3-1-16,0-1 0,-2-4 0,-1-2 0,0 1 16,8 3-16,-1 0 0,-2 0 0,-2-4 0,-2 0 0,1-1 15,3-9-15,0 0 0,0 0 0,-2 1 0,-2 0 16,0 0-16,5-10 0,-1 0 0,1 1 0,-4 5 15,-1 0-15,0 0 0,-4 7 0,0 0 0,0 0 16</inkml:trace>
  <inkml:trace contextRef="#ctx0" brushRef="#br0" timeOffset="1983.3701">9190 16336 0,'0'0'0,"0"0"0,-30 19 16,13-6-16,-20 9 16,15-10-16,-28 19 15,22-16-15,28-15 16,0 0-16,0 0 0,-4 3 0,1-2 0,0 1 0,-11 7 15,0 0-15,1-1 0,4-4 0,1 1 0,0 0 16,-18 10-16,1 1 0,1 0 0,-3 1 0,0-2 16,0 1-16,-6 4 0,2-2 0,0 1 0,0 0 15,0 0-15,0-1 0,-4 4 0,2-2 0,-1 1 16,3-2-16,2-1 0,-1 1 0,-20 13 0,1 0 0,1 0 16,9-6-16,0 0 0,1-1 0,6-3 0,2-2 15,1 0-15,-1 0 0,3-2 0,0 1 0,4-2 16,0-1-16,0 0 0,1-1 0,1 1 0,-1-1 15,11-7-15,0-1 0,1 0 0,-6 5 0,1-1 0,0 0 16,5-5-16,3 1 0,0-1 0,-4 2 0,1-1 16,0 0-16,4-3 0,1 0 0,0-1 0,3 0 15,0-2-15,0 0 0,0 0 0,2-1 0,0 0 16,3-4-16,0 1 0,0 0 0,-1 1 0,0 0 0,0 0 16,-2 2-16,13-19 0,-3 0 0,0 0 0,-10 19 15,0 0-15,0 0 0</inkml:trace>
  <inkml:trace contextRef="#ctx0" brushRef="#br0" timeOffset="2899.9535">12859 14670 0,'0'0'0,"42"-9"0,-18 5 16,-14 2-16,24-4 16,-13 2-16,13-1 15,-17 1-15,-17 4 16,0 0-16,0 0 0,5-1 0,-3 1 0,0 0 15,0 0-15,-2 0 0,0 0 0,1-1 0,-1 1 16,0 0-16,-4 6 0,0 0 0,-1 0 0,3-1 0,0-2 16,0 1-16,-8 5 0,2-1 0,-1 0 0,4-3 15,0-1-15,0 1 0,5-5 0,-8 8 0,-1-2 16,1 0-16,-13 15 0,1-1 0,-1 0 0,9-8 16,0-1-16,1 0 0,-10 13 0,1-1 0,-1 1 15,-1 3-15,0-1 0,1 0 0,21-26 0,-22 27 0,1 0 16,1 0-16,-5 4 0,2-1 0,0 0 0,2-1 15,0-1-15,0 0 0,2-2 0,1-1 0,1 1 16,-1-2-16,2-1 0,-1 0 0,-4 6 0,2-2 16,-1 0-16,0 1 0,1-1 0,-1 0 0,20-27 15,-22 29-15,2 1 0,-1 0 0,2-3 0,2 0 0,-1-1 16,-1 3-16,0-2 0,0 1 0,10-14 0,0 0 16,0-1-16,-8 11 0,3-2 0,-1 1 0,6-10 15,2 0-15,-1-1 0,4-6 0,1-2 0,0 1 16,-2 2-16,1-1 0,0 0 0,1-2 0,1-1 0,0-1 15,8-10-15,-1 0 0,0 0 0,-5 8 0,0 0 16,14-15-16,-1 0 0,-1 1 0</inkml:trace>
  <inkml:trace contextRef="#ctx0" brushRef="#br0" timeOffset="3483.0297">12992 14704 0,'0'0'0,"0"0"16,0 0-16,0 0 15,41 48 1,-15-18-16,10 18 15,-36-48-15,0 0 0,0 0 0,15 20 16,-1-1-16,1 0 0,-7-10 0,-2 1 0,0-1 0,8 8 16,-3 0-16,0-1 0,6 6 0,-1-2 0,-1 1 15,-15-21-15,19 22 0,-2 1 0,1 0 0,1 2 16,-1-1-16,0 0 0,4 7 0,0-2 0,0 0 16,-22-29-16,33 44 0,0-1 0,0 0 0,-16-20 15,0 0-15,0 0 0,19 21 0,-1 1 0,0 0 0,-1-3 16,-1 1-16,0-1 0,-2-6 0,-2 0 0,0 0 15,-4-4-15,0-2 0,0 0 0,-25-30 0,20 25 16,-1-1-16,-1 1 0,-7-13 0,-3-1 0,0 1 16,8 7-16,-1 0 0,1 1 0,-7-10 0,-2 0 15,1 0-15,-4-6 0,-1 1 0,0-1 0,-6 8 0,0 0 16,0 0-16,1-5 0,-1 0 0,1 0 0,1-4 16,0 0-16,0 0 0,1-3 0,-12-8 0,1 0 15,-1-1-15,12 9 0,-8-5 0,2 0 0,0 0 16</inkml:trace>
  <inkml:trace contextRef="#ctx0" brushRef="#br0" timeOffset="4150.0259">11911 15946 0,'0'0'0,"0"0"0,0 0 16,0 0-16,18 29 15,-6-11-15,20 22 16,-15-17 0,-17-23-16,0 0 0,0 0 0,14 15 0,-3 0 0,1-1 15,-12-14-15,8 9 0,-2-2 0,0 1 0,8 6 16,-3-1-16,0 1 0,12 8 0,-2-1 0,-1 0 16,6 4-16,-2 0 0,0-1 0,-12-12 0,1 0 15,-1-1-15,12 16 0,0-2 0,-1 0 0,-23-25 0,26 25 16,0 1-16,0-1 0,-1 1 0,-1-1 0,1 0 15,2 4-15,-1 0 0,0 0 0,-1-2 0,-1 0 16,1 0-16,16 18 0,-1-1 0,0 1 0,-8-6 16,-1 0-16,0 0 0,-3-2 0,-1 1 0,0-1 0,-5-8 15,-3 1-15,1 0 0,-11-16 0,0-1 0,1 0 16,-1 4-16,-1-1 0,1 0 0,-4-7 0,-1-1 16,0 0-16,-1-4 0,-2-1 0,0 0 0,0-2 15,-1 0-15,0-1 0,1 2 0,-1-2 0,0 0 16,3 0-16,-1 0 0,1 0 0,-1 0 0,-1 0 0,0 0 15,-1 0-15,3-9 0,-1 0 0,0 0 0,-2 9 16,0 0-16,0 0 0</inkml:trace>
  <inkml:trace contextRef="#ctx0" brushRef="#br0" timeOffset="4699.6422">13867 16125 0,'0'0'0,"0"0"16,0 0-1,-19 23-15,6-10 16,8-8-16,-27 26 16,-12 13-16,44-44 0,0 0 15,0 0-15,-19 18 0,1-1 0,1 1 0,7-10 16,1 1-16,1 0 0,-10 7 0,3-1 0,-1 0 15,-3 3-15,0 0 0,1 0 0,-3 2 0,1 0 16,1 0-16,-6 5 0,0-1 0,0-1 0,-18 18 0,1 0 16,1-1-16,3-3 0,2-1 0,-1 0 0,5-4 15,2-2-15,1 1 0,4-5 0,0-1 0,0 1 16,0 0-16,3-2 0,-1 0 0,10-11 0,3-1 16,0 1-16,-5 9 0,1-1 0,-1 1 0,-1 6 15,-1 0-15,1-1 0,5-13 0,3 0 0,0-1 0,-5 2 16,3-1-16,0 1 0,3-8 0,1 0 0,1 0 15,3-3-15,0-2 0,0 0 0,0 0 0,2-1 16,0-1-16,-7 0 0,0-1 0,1 1 0,6 0 16,-5-2-16,2 2 0,0 0 0,3 0 0,-3-12 15,1 1-15,0-1 0,1 4 0,0 1 0,0 0 0,-4-16 16,3-1-16,0 1 0</inkml:trace>
  <inkml:trace contextRef="#ctx0" brushRef="#br0" timeOffset="5832.4625">8287 14570 0,'0'0'0,"-30"-5"0,10 2 16,13 2-1,-31-9-15,15 4 16,-23-2-1,46 8-15,0 0 0,0 0 0,-10-1 0,2-1 0,0 1 16,8 1-16,-5-1 0,2 1 0,0-1 0,3 1 16,-1 0-16,-1 0 0,1 0 0,-9-2 0,1 1 15,1 0-15,8 1 0,-9-2 0,4 2 0,0-1 16,2 0-16,1 1 0,0-1 0,2 1 0,-10-1 16,3 1-16,-2 0 0,4 0 0,0 0 0,0 0 0,3 0 15,0 0-15,0 0 0,0 0 0,2 0 0,0 0 16,0 0-16,0 0 0,0 0 0,-1 0 0,1 0 15,0 0-15,7 7 0,0-1 0,-1 1 0,-2-3 16,0-1-16,1 0 0,-3-1 0,-1 0 0,0 0 16,1-1-16,-2-1 0,0 0 0,14 1 0,-2 0 0,1 0 15,-5 0-15,-1-1 0,0 0 0,12 2 0,-1-1 16,-1 0-16,12 1 0,0-1 0,0 0 0,-14-1 16,2 1-16,-3 0 0,5-1 0,-1 1 0,-1-1 15,8 0-15,-2 0 0,-1 0 0,5 0 0,-1 0 16,0 0-16,4 0 0,-2 0 0,0 0 0,7 0 0,-1 0 15,0 0-15,0 0 0,-2 0 0,0 0 0,4 0 16,1-1-16,-1 1 0,-1-1 0,-2 0 0,0 1 16,26-4-16,-1 2 0,0 0 0,-5-2 0,-2 0 15,1 1-15,-8-1 0,1 2 0,-1 0 0,-1-1 16,-3 0-16,0 1 0,1 0 0,-3 1 0,0-1 0,-19 1 16,-1 1-16,1-1 0,26-1 0,0-1 0,-1 1 15,0 0-15,-1 0 0,0 0 0,-2 1 0,-1-1 16,0 0-16,2 0 0,-2 1 0,0-1 0,2 2 15,-1-1-15,0 1 0,2-2 0,-2 1 0,0 0 16,2 1-16,-3 0 0,0 0 0,2-2 0,-1 2 0,0-1 16,0 0-16,-2 1 0,0 0 0,4-1 15,-2 1-15,0 0 0,0-1 0,-2 1 0,0-1 0,-1-1 16,0 2-16,-1-1 0,-2-1 0,0 1 0,0 0 16,-35 1-16,19-2 0,-3 1 0,1 1 0,20-2 15,-2 0-15,0 0 0,11 0 0,-2-1 0,1 1 16,1 0-16,-1-1 0,-1 1 0,-4 0 0,0 1 0,-1 0 15,-2-1-15,-1 2 0,1-1 0,-5 0 0,0 1 16,0 0-16,1 2 0,-2-2 0,0 1 0,0 2 16,0 0-16,0-1 0,0 0 0,0-1 0,0 1 15,-1 0-15,-1 0 0,0-1 0,1 2 0,-2-1 16,-1 0-16,1 1 0,-2-1 0,0 0 0,0 2 16,-1-2-16,0 0 0,-1 2 0,1-1 0,0 0 0,-12-1 15,-1-1-15,-1 0 0,13 4 0,-1-2 0,-1 1 16,-8-2-16,-2-1 0,1 1 0,10 1 0,-1-1 15,0 1-15,-10-1 0,1-1 0,-1 0 0,5 1 16,-3-1-16,0 0 0,-5-1 0,-1 0 0,0 0 0,6 7 16,-2-1-16,1 0 0,-5-2 0,-2 0 0,0-1 15,-3-1-15,0-1 0,0 0 0,0 0 0,-3-1 16,0 0-16,-10 2 0,2-2 0,0 0 0,3 0 16,-1 0-16,1 0 0</inkml:trace>
  <inkml:trace contextRef="#ctx0" brushRef="#br0" timeOffset="6683.118">9126 16152 0,'0'0'0,"48"0"0,-18 0 0,31-5 16,-29 2-16,43-5 15,-33 3-15,-27 4 16,-15 1-16,0 0 0,0 0 0,23-4 0,-2 1 15,-1 0-15,7-1 0,-2 1 0,0-1 0,4 1 16,-2-1-16,-1 1 0,9-2 0,-1 1 0,0 0 0,0-1 16,0 1-16,0 0 0,5-1 0,1 1 0,-1 0 15,-1 0-15,-2 2 0,0-1 0,29-4 0,-1 0 16,0 1-16,-6 0 0,-3 0 0,1 0 0,-8 1 16,-1-1-16,1 1 0,-3 1 0,-1-1 0,-1 0 15,-2 1-15,1 0 0,-1-1 0,-1 1 0,-1 0 0,-1 1 16,-18 1-16,-3 0 0,1 1 0,-11 0 0,0 0 15,0 1-15,10-2 0,-2 0 0,1 1 0,41-6 16,0 1-16,0-1 0,-9 2 0,0 1 0,-1-1 16,-6 0-16,-3 1 0,0 0 0,-3-1 0,0 2 0,0-1 15,-3 1-15,-2-1 0,0 1 0,0 0 0,-2 0 16,0 1-16,-13 0 0,-2 1 0,1 0 0,12 3 16,1-2-16,0 1 0,-11 0 0,-2-1 0,1 1 15,10-2-15,1 1 0,0 0 0,-10-1 0,-3 1 16,0 0-16,6 1 0,0-1 0,-1 1 0,-7 0 0,-2-1 15,0 0-15,-4 1 0,-1-1 0,-1 0 0,-2 0 16,0 0-16,0 0 0,10-2 0,0 1 0,1 0 16,-5-1-16,-1 1 0,0 1 0,-6 0 0,-4-8 15,1 0-15,0-1 0</inkml:trace>
  <inkml:trace contextRef="#ctx0" brushRef="#br0" timeOffset="7966.3597">7779 17271 0,'0'0'0,"0"0"0,0 0 16,0 0-16,0 0 15,19 10 1,-7-4-16,-7-5 15,-5-1-15,0 0 0,0 0 0,4 7 0,0-2 0,0 0 16,-1-1-16,-1-1 0,0 1 0,-1-2 0,0-1 16,0 0-16,1 0 0,-2-1 0,0 0 0,10 8 15,-1 0-15,0-1 0,-2-2 0,-2 0 0,1 0 16,10 1-16,-1-1 0,1 1 0,-6-3 0,-2-1 0,1 1 16,-3-1-16,-3-1 0,0 0 0,13 2 0,-1-1 15,-1 0-15,-3 0 0,-3-1 0,0 0 0,14 2 16,-1-1-16,-1 0 0,-7 0 0,-2-1 0,0-1 15,11 3-15,0-2 0,-1 1 0,-7 0 0,-3-1 16,1 0-16,20 1 0,-2-1 0,0-1 0,1-1 0,-1 1 16,0 0-16,4 0 0,-2 0 0,0 0 0,-1 0 15,-1 0-15,0 0 0,-2-1 0,-1 1 0,-1-1 16,2-1-16,-2 2 0,0-1 0,3 0 0,-1 0 16,0 0-16,8 0 0,-1 0 0,0-1 0,1 1 15,-1-1-15,1 0 0,5 0 0,0 1 0,1-1 0,-2 0 16,-2 0-16,0 1 0,6-1 0,-1 0 0,1 0 15,26 0-15,0-1 0,1 1 0,-13 0 0,0 0 16,0 1-16,-8-1 0,-3 1 0,1 1 0,-4-1 16,1 1-16,-1 0 0,-3 0 0,-2 0 0,0 0 0,0 1 15,-1-1-15,-1 1 0,-1 1 0,-1-1 0,0 0 16,0 2-16,-1 0 0,1 0 0,-1-1 0,-1 0 16,0 1-16,-1-2 0,0 1 0,0-1 0,0-2 15,-1 0-15,0 0 0,1 1 0,-1 0 0,0 0 16,-1 2-16,0-2 0,0 1 0,1 1 0,-2-1 0,0 0 15,1 1-15,-1-2 0,0 0 0,-1 0 0,0 1 16,-1-1-16,3 1 0,0 0 0,0 0 0,-1-1 16,0 1-16,0-1 0,0 0 0,-1 0 0,0 0 15,2 2-15,-2-2 0,0 0 0,2 1 0,-2-1 16,0 0-16,0-1 0,0 1 0,0 0 0,0 0 0,-1 1 16,0-1-16,-14 1 0,1-1 0,-1 0 15,16 3-15,-2-1 0,0 0 0,2 1 0,-1 0 0,0 0 16,-3 0-16,1 0 0,0 0 0,-13-1 0,-1-1 15,0 0-15,15-1 0,0 0 0,0 0 0,-13 0 16,1 0-16,-1 0 0,15 2 0,-2 1 0,0-1 16,-10 0-16,-3-1 0,1 1 0,11-1 0,-1 0 15,0 1-15,-10-1 0,-2-1 0,0 1 0,12 1 0,-1-1 16,0 0-16,-10 0 0,-1-1 0,-1 1 0,12 0 16,0 0-16,-1 0 0,-8-1 0,-3 1 0,1-1 15,9 0-15,-1 0 0,0 0 0,-9-1 0,-1 1 16,1 0-16,11 1 0,-2-1 0,1 0 0,-9 0 0,0 0 15,-1 0-15,-7 0 0,0 0 0,-1 0 0,9 2 16,1-2-16,-1 0 0,-5 0 0,-1 0 0,1 0 16,9 0-16,-1 0 0,-1 0 0,-4 0 0,-3 0 15,0 0-15,17-7 0,-2 2 0,-1 0 0,-8 1 16,-2 1-16,1 0 0,-8 1 0,0 1 0,0 0 0,-5 1 16,0 0-16,0 0 0</inkml:trace>
  <inkml:trace contextRef="#ctx0" brushRef="#br0" timeOffset="9742.7425">6017 15558 0,'0'0'0,"0"0"0,0 0 0,0 0 15,0 0-15,0 0 16,0 0-16,0 0 16,0 0-16,0 0 0,0 0 0,0 0 0,0 0 15,8 15-15,-4-1 0,1 1 0,0-6 0,-3-1 16,1 0-16,-1-3 0,-1-2 0,0 0 0,0 7 16,1-2-16,0 1 0,-2-4 0,0 0 0,0-1 15,1-2-15,-1 0 0,0 0 0,0-1 0,0-1 16,0 1-16,0-1 0,0 0 0,0 0 0,0 0 15,0 0-15,0 0 0,0 0 0,0 0 0,0 0 0,0 0 16,0 0-16,0 0 0,-1 1 0,1-1 0,0 1 16,-2 0-16,2-1 0,0 0 0,-2 0 0,2 0 15,0 0-15,0 0 0,0 0 0,0 0 0,0 0 16,0 0-16,0 0 0,-2-11 0,1 0 0,0-1 0,0 5 16,0 1-16,0-1 0,2-10 0,-1 0 0,0 1 15,1 7-15,-1 0 0,0-1 0,2-4 0,0 0 16,1 0-16,-1 6 0,-1 1 0,0-1 0,2-2 15,-2 0-15,0 0 0,0 6 0,0-1 0,0 1 16,0 1-16,-1 1 0,0 1 0,0 0 0,0 0 16,0 0-16,0 1 0,0 0 0,0 0 0,8-5 15,-1 0-15,-1 0 0,-1 1 0,-1 2 0,-2 0 0,0-1 16,-1 2-16,0 0 0,1 0 0,-2 1 0,0 0 16,9 8-16,0-1 0,-1 0 0,-3-3 0,0-1 15,0 1-15,-1-2 0,-2-1 0,1 1 0,-2-1 16,-1 0-16,0-1 0,6 9 0,0 0 0,-2 0 0,0-4 15,-1 0-15,0 0 0,-2-2 0,0-1 0,0 0 16,6 11-16,-2-1 0,0 0 0,-1-3 0,1-2 16,-3 0-16,0 8 0,0-1 0,0 0 0,0-6 15,-1 0-15,1-1 0,-1 8 0,-1-1 0,0 0 16,1-6-16,-1 0 0,0-1 0,1 7 0,0 0 0,0 0 16,0-6-16,-1 0 0,0-1 0,1-4 0,-1 0 15,0 0-15,0-1 0,0-2 0,0 1 0,0 0 16,0-1-16,0 0 0,0 0 0,0 0 0,0 0 15</inkml:trace>
  <inkml:trace contextRef="#ctx0" brushRef="#br0" timeOffset="10033.2665">6373 15702 0,'0'0'0,"0"0"0,0 0 16,0 0-16,0 0 16,0 0-16,0 0 15,0 0 1,0 0-16,0 0 0,0 0 0,0 0 0,0 0 0,0 0 16,5 22-16,-1-1 0,0 0 0,2-8 0,-5-1 15,1 1-15,-1-8 0,0 0 0,0 0 0,-4 9 16,0 0-16,-1-1 0,1-4 0,2-2 0,0 1 0,0-5 15,0 0-15,0 0 0,-2 9 0,2 1 0,-2 0 16,1-6-16,1 0 0,0 0 0,-1-4 0,2 0 16,0-1-16</inkml:trace>
  <inkml:trace contextRef="#ctx0" brushRef="#br0" timeOffset="10945.009">7286 14333 0,'0'0'0,"0"0"0,1 37 16,0-14-16,0-15 15,-3 32 1,1-17-16,1-15 15,0-8-15,0 0 0,0 0 0,0 1 0,0 1 16,0-1-16,0-1 0,0 0 0,0 0 0,0 0 16,0 0-16,0 0 0,-3 6 0,1-1 0,0-1 15,2 0-15,-1-2 0,-1 1 0,0-2 0,2 0 16,0-1-16,-4-11 0,2 2 0,0-1 0,-1 3 0,2 1 16,0 0-16,-1 4 0,2-1 0,0 1 0,-1 1 15,1 0-15,0 1 0,0-1 0,0 1 0,0 0 16,0 0-16,0 0 0,0 0 0,4-13 0,-1 1 15,-2-1-15,2 6 0,-2 0 0,0 0 0,6-2 0,-4 0 16,2 1-16,-1 3 0,-1 1 0,-2 0 0,7-1 16,-2-1-16,1 1 0,-7 5 0,0 0 0,0 0 15,4-3-15,0 1 0,0 0 0,-2 0 0,-1 1 16,0 0-16,10 3 0,0-1 0,-1 0 0,-3 1 16,-2-1-16,1 0 0,-2 0 0,-2-1 0,0 0 0,7 6 15,-1-1-15,1 0 0,-3-1 0,-2-1 0,0 0 16,1 6-16,-2-1 0,1 1 0,-2-4 0,0 0 15,1-1-15,-2-2 0,-1 0 0,0-1 0,0 1 16,0-2-16,0 1 0,-1 9 0,1 0 0,0 0 0,-3-4 16,3 1-16,0-1 0,0-6 0,0 0 0,0 0 15,-1 3-15,1-1 0,0 1 0,0-3 0,0 1 16,0-1-16,0 2 0,0-2 0,0 0 0</inkml:trace>
  <inkml:trace contextRef="#ctx0" brushRef="#br0" timeOffset="11283.3859">7529 14465 0,'4'-4'0,"0"1"0,4-6 15,3-3 1,-1 2-16,10 5 16,-7 1-16,-4 6 15,-9-2-15,0 0 0,0 0 0,4 3 0,-2-2 16,1 0-16,-1 1 0,-1-1 0,0 0 0,3 1 0,-3-1 16,0-1-16,1 4 0,-2-1 0,0 1 0,0-1 15,0 0-15,0 0 0,1 2 0,-1-1 0,0 1 16,-3 1-16,2-1 0,0 1 0,-4 1 0,2 0 15,0 0-15,-1 0 0,0-2 0,1 1 0,-2-1 16,2 1-16,0-1 0,-5 2 0,1-1 0,0 1 0,4-2 16,0 0-16,-1 0 0,4 2 0,-2-2 0,1 0 15,1-2-15,0 0 0,0 0 0,3 0 0,-3 0 16,0 0-16,3-2 0,-2 1 0,0-1 0,3 2 16,-1 0-16,0 0 0,4 2 0,0-1 0,-1 1 0,2-1 15,0-1-15,0 0 0,5 0 0,-2-1 0,1 0 16,2 1-16,-2-1 0,1 0 0,-2 3 0,-2-3 15,1 1-15,1 1 0,-2-1 0,1 0 0,-2-1 16,0-1-16,1 0 0,-5 0 0,0-1 0,0 0 16</inkml:trace>
  <inkml:trace contextRef="#ctx0" brushRef="#br0" timeOffset="12769.0252">7351 17507 0,'0'0'0,"0"0"0,-3 23 16,1-9-16,2 14 16,-2-14-16,2-9 15,0-3-15,0-2 16,0 0-16,0 0 0,0 0 0,0 0 0,0 0 15,-1 11-15,0-1 0,0 0 0,0-4 0,1 0 16,0 0-16,-1-4 0,1 0 0,0 0 0,0-1 16,0 0-16,0 0 0,-1 9 0,1-1 0,0 0 0,-1-3 15,1-1-15,0 0 0,0-2 0,0-1 0,0 0 16,0-1-16,0 0 0,0-1 0,0 1 0,0-1 16,0 0-16,0 0 0,0 0 0,0 0 0,0 0 15,0 0-15,0 0 0,3-13 0,-1 2 0,0-1 16,2 5-16,-2 0 0,-2 0 0,5-5 0,-2 0 0,0 0 15,-1 6-15,0-1 0,0 1 0,0 4 0,-2-1 16,0 1-16,0 2 0,6-10 0,0 1 0,-1 1 16,-2 2-16,0 1 0,0 1 0,5-4 0,0-1 15,-1 1-15,-2 4 0,-2-1 0,0 0 0,5-4 16,-1 1-16,-1 0 0,-1 3 0,-2 0 0,1 1 0,-3 1 16,0 2-16,0 0 0,0 0 0,-1 0 0,0 1 15,11-2-15,-1 1 0,0 1 0,-2-1 0,-3 1 16,0 0-16,-2-1 0,-2 1 0,1 0 0,5 8 15,-1 0-15,-1 1 0,-2-4 0,0 0 0,0 0 16,1 9-16,-1-2 0,0 0 0,-1-4 0,0-1 0,-1 0 16,0 9-16,0 0 0,0-1 0,-1-15 0,1 10 15,-1-2-15,0 0 0,3 6 0,-2 0 0,0 0 16,2-6-16,-3-1 0,1 0 0,-1 10 0,0-1 16,0 1-16,1-7 0,-1-2 0,0 1 0,0-9 0,0 4 15,0-1-15,0 1 0,0-3 0,0 0 16,0 0-16,0 0 0,0-1 0,0 0 0,0 0 0,0 0 15,0 0-15,3 1 0,-1-1 0,0 0 0,-2 0 16,2 1-16,-1-1 0,1 0 0,5-6 0,-2 0 16,0 0-16,-1 2 0,-1 2 0,1-1 0,4-4 0,-1 0 15,-2 0-15,0 3 0,-2 0 0,0 1 0,-1 1 16,-1 1-16,0 0 0,9-1 0,-2 1 0,0-1 16,-1 2-16,-3-1 0,0 1 0,-2-1 0,0 1 15,0-1-15,-2 1 0,7-2 0,0 2 0,1-1 16,-4 0-16,1 1 0,-2 0 0,-1 0 0,-1 0 15,0 0-15,1-1 0,-2 1 0,0 0 0,0 0 16,0 0-16,0 0 0,0 0 0,0 0 0,0 0 0,1 0 16,-1 0-16,0 0 0,0 0 0,0 0 0,0 0 15,0 0-15,0 0 0,0 0 0,0 0 0,0 0 16,0 0-16,0 0 0,0 0 0,0 0 0,9 3 16,-2 0-16,0-1 0,-1 0 0,-2-1 0,1 0 15,-3 0-15,0-1 0,0 0 0,1 1 0,-3-1 0,0 0 16,0 0-16,0 0 0,0 0 0,0 0 0,0 0 15,0 0-15,0 0 0,0 0 0,0 0 0,0 0 16,0 0-16,-3 8 0,2 0 0,0 0 0,0-3 16,0 0-16,0 0 0,0-2 0,1-2 0,0 1 15,0-2-15,0 1 0,0 0 0,0-1 0,0 0 0,0 0 16,0 0-16,-4 7 0,2 0 0,-2-1 0,2-1 16,0-1-16,0 0 0,2-4 0,5 7 0,0-1 15,-2 0-15,2-2 0,-2-1 0,1-1 0,2 5 16,1 0-16,1-1 0,-8-6 0,4 4 0,0-1 0,0 1 15,4 2-15,-2 0 0,1 1 0,-3-3 0,0-1 16,0 0-16,-4-3 0,2 1 0,0 0 0,-2 0 16,1 0-16,-1 0 0,0 0 0,5 8 0,-1 0 15,1-1-15,-5-8 0,3 6 0,-1-1 0,0 1 16,-1-4-16,0 0 0,0-1 0,-7 9 0,0 0 16,-1-1-16,7-9 0,-5 5 0,1 0 0,0 1 0,-10-2 15,1 0-15,0 0 0,4-2 0,2 0 0,0 0 16,-11-6-16,1 1 0,-1 0 0,18 3 0,-9-3 15,0 2-15,-1-1 0,-5-7 0,0 2 0,1-1 16,14 8-16,0 0 0,0 0 0</inkml:trace>
  <inkml:trace contextRef="#ctx0" brushRef="#br0" timeOffset="13633.3308">9215 15415 0,'0'0'0,"0"0"0,0 0 15,0 0-15,0 0 16,0 0-16,1 57 15,-1-23-15,0-34 16,0 0-16,0 0 0,0 0 0,-2 14 0,2-1 0,0 1 16,-1-7-16,1 0 0,0 0 0,-1 4 0,0-1 15,0 0-15,0-5 0,1 0 0,0 1 0,-1-4 0,1 0 16,0-1-16,0 1 0,0-2 0,0 1 0,0-1 16,0 0-16,0 0 0,0 0 0,0 0 0,0 0 15,0 0-15,0 0 0,0 0 0,0 0 0,0 0 16,0 0-16,0 0 0,0 0 0,0 0 0,0 0 15,0 0-15,0 0 0,2-4 0,-1 0 0,0 1 16,0 0-16,0 2 0,0-1 0,3-7 0,-1 0 0,1 1 16,-2 3-16,0 0 0,0 1 0,0 2 0,-2 0 15,0 1-15,5-8 0,-2 1 0,0 0 0,-1 2 16,0 1-16,0 0 0,0 3 0,-1 1 0,1 0 16,9-14-16,-2 1 0,1 0 0,-3 5 0,-2 1 15,0 0-15,4-3 0,0 2 0,-1 0 0,-3 3 0,0 1 16,0 0-16,-1 3 0,-3 0 0,0 0 0,1 2 15,-2-1-15,0 0 0,0 1 0,0 0 0,0 0 16,7 6-16,-1-1 0,0 0 0,-2-1 0,1-1 16,-1 0-16,-1 7 0,-1-1 0,0 1 0,-2-10 0,1 5 15,0 0-15,0 0 0,-3 7 0,2 1 0,0-1 16,-2-5-16,2-1 0,0 1 0,0-4 0,0-1 16,0 1-16,0-1 0,0-2 0,0 1 0,0-1 15,0 0-15,0 0 0,0 0 0,0 0 0,0 0 16,-1 10-16,1-1 0,0 0 0,0-4 0,0 0 0,0 0 15,0-5-15</inkml:trace>
  <inkml:trace contextRef="#ctx0" brushRef="#br0" timeOffset="13999.6849">9522 15568 0,'0'0'0,"0"0"0,0 0 15,0 0-15,0 0 16,1 2-16,-2 3 15,1 4 1,0-9-16,0 0 0,0 0 0,0 3 0,0 1 0,0-1 16,-2 2-16,2-1 0,0 0 0,0 1 0,0-2 15,0 1-15,2-1 0,-2 0 0,0-1 0,2 0 0,-2-1 16,0 1-16,2-2 0,-1 0 0,0 0 0,1 0 16,1 0-16,-1 0 0,4-2 0,0 1 0,0 1 15,-1-2-15,-1 1 0,1 0 0,0-2 0,-2 1 16,0 1-16,1-3 0,-1 2 0,0 0 0,4-2 0,-2 1 15,0 0-15,0 0 0,-2 0 0,0 1 0,0 0 16,-1 2-16,0-1 0,1 1 0,-2 0 0,0 0 16,0 0-16,-1 0 0,0 0 0,2 1 0,-2-1 15,0 1-15,1 3 0,-1-1 0,0 0 0,2 3 0,-2-1 16,0 1-16,0 2 0,0 1 0,0-1 0,-3 3 16,1 0-16,0-1 0,-3 4 0,2-2 0,0 1 15,-4 1-15,2-1 0,0 0 0,5-13 0,0 0 16,0 0-16,-3 7 0,-1 0 0,1 0 0</inkml:trace>
  <inkml:trace contextRef="#ctx0" brushRef="#br0" timeOffset="15100.1201">13262 14479 0,'0'0'0,"0"0"0,0 0 0,0 0 16,0 0-16,0 0 16,0 0-16,0 0 15,0 0-15,0 0 0,0 0 0,0 0 16,0 0-16,0 0 0,0 0 0,10 14 0,0-2 15,1 1-15,-4-5 0,-2 0 0,0 1 0,-3-6 16,0 0-16,0 0 0,-2-3 0,1 2 0,0-2 16,0 1-16,-1-1 0,0 1 0,0 0 0,3 2 15,-3 0-15,0 0 0,1-1 0,-1-1 0,0 0 0,0 1 16,0-1-16,0 1 0,1-2 0,-1 0 0,0 0 16,6-8-16,-2 0 0,0 1 0,-1 2 0,0 1 15,0-1-15,5-7 0,-3 1 0,0 0 0,-5 11 16,3-7-16,0 1 0,0 1 0,-2 2 0,0 1 0,0 0 15,4-8-15,-1 1 0,0 0 0,-4 9 0,3-6 16,-1 2-16,0-1 0,8-11 0,1 2 0,-1-1 16,-3 6-16,-1 1 0,1 0 0,-7 8 0,13-11 15,-1 1-15,1 0 0,-5 5 0,-2 0 0,1-1 16,7 5-16,-2-1 0,1 0 0,-13 2 0,8 0 0,-2 0 16,1 0-16,4 6 0,-1-1 0,1 0 0,-6-1 15,0-1-15,0 0 0,6 7 0,-1 0 0,-1 0 16,-9-10-16,6 6 0,-1 0 0,1-1 0,0 9 15,-2 0-15,0-1 0,-1-5 0,-1-1 0,0 1 16,-2-8-16,-1 14 0,1 0 0,0-1 0,-1-5 16,1-1-16,0 0 0,-3 8 0,2 0 0,0-1 15,1-14-15,-1 8 0,0 1 0,0-1 0,-1-5 0,2 0 16,0 0-16,-2 6 0,1-1 0,0 0 0,-1-3 16,2-1-16,0 1 0,0-5 0,-1 2 0,1 0 15,0 0-15,0-2 0</inkml:trace>
  <inkml:trace contextRef="#ctx0" brushRef="#br0" timeOffset="15466.3573">13814 14534 0,'1'2'0,"-2"-1"16,1-1-16,-3 7 15,-1 6-15,-1-2 16,-1 4-16,2 1 15,4-16-15,0 0 0,-2 3 16,2 0-16,0-1 0,-1 0 0,1-2 0,0 1 0,0 0 16,0-1-16,0 0 0,3 15 0,-1-1 0,0 0 15,2-3-15,-2 0 0,0 0 0,4-1 0,-1-1 16,-1 0-16,0 0 0,-1-1 0,0 0 0,0-1 16,0 0-16,0 0 0,0 0 0,-2-2 0,1 0 15,-1-1-15,0 0 0,0-1 0,-1-1 0,0 0 0,0 0 16,-3 1-16,1-1 0,1-1 0,1-1 0,-4 2 15,2 0-15,0 0 0,-3-2 0,0 0 0,0 0 16,-2-3-16,3 1 0,0 0 0,-2-2 0,0 1 16,0-1-16,-3-1 0,3 1 0,0-1 0,0-2 0,1-1 15,-1 0-15,1 0 0,1 0 0,0-1 0,4 0 16,0 0-16,0 0 0,-2 0 0,2 1 0,0-1 16,-2 4-16,2 2 0,0-1 0</inkml:trace>
  <inkml:trace contextRef="#ctx0" brushRef="#br0" timeOffset="15599.9792">13785 14570 0,'1'-1'0,"7"-6"0,5-3 16,10 1-16,7 3 16,6 1-1,1 4-15,3 5 16,-40-4-16,0 0 0,0 0 0,13 0 0,0 0 16,-1 0-16,1-2 0,0 1 0,-1 0 0,-5-1 15,0 2-15,-1-1 0</inkml:trace>
  <inkml:trace contextRef="#ctx0" brushRef="#br0" timeOffset="16537.0809">11667 16188 0,'0'0'0,"0"0"0,-15 20 0,8-7 16,4-9-16,-5 21 16,4-12-16,4-13 15,0 0-15,0 0 0,0 0 0,-1 3 0,1-2 0,0 0 16,-1 0-16,1 0 0,0-1 0,-10 24 16,1-2-16,0 0 0,1-9 0,3 1 0,0-1 0,2-8 15,1 0-15,0 1 0,0-5 0,2 1 0,0 0 16,0-1-16,0-1 0,0 1 0,-1-1 0,1 0 15,0 0-15,0 0 0,0 0 0,0 0 0,0 1 0,0-1 16,0 0-16,0 0 0,0 0 0,0 0 0,3-7 16,-1 1-16,0 0 0,-1 2 0,0 1 0,0-1 15,1 2-15,-2 1 0,0-1 0,5-9 0,-2 1 16,1 0-16,-1 3 0,-1 0 0,0 1 0,0 3 16,-2 1-16,0-1 0,1 2 0,-1 0 0,0 1 15,1-1-15,-1 1 0,0 0 0,0 0 0,0 0 16,0 0-16,6-10 0,0 2 0,0-1 0,-1 4 0,-2 0 15,0-1-15,0 4 0,-2 0 0,0-1 0,0 3 16,-1-1-16,0 1 0,0 0 0,0 0 0,0 0 0,0-2 16,0 2-16,0 0 0,4 14 0,-1-2 15,0 0-15,0-4 0,0-1 0,-1 1 0,-1-5 0,0 0 16,0-1-16,1 10 0,-2-2 0,0 1 0,2-6 16,-2 1-16,0 0 0,0 4 0,0 0 0,0 0 15,0-5-15,0 0 0,0 0 0,0-3 0,0 0 16,0 0-16,1 5 0,0 0 0,0 0 0,-1-7 15,0 0-15,0 0 0,2 4 0,-2 0 0,0 0 0,0-1 16,0-2-16,0 0 0,1 0 0,-1-1 0,0 1 16,6 2-16,-2 0 0,1-1 0</inkml:trace>
  <inkml:trace contextRef="#ctx0" brushRef="#br0" timeOffset="16918.5041">11869 16337 0,'0'0'0,"0"0"0,0 0 15,0 0-15,0 0 16,0 0-16,0 0 16,0 0-1,0 0-15,0 0 0,0 0 0,-12 21 0,2 0 0,-1 0 16,1-4-16,0-1 0,-1 0 0,3-3 0,2-1 16,0 0-16,0-1 0,1-2 0,0 1 0,1-2 15,1 1-15,0-1 0,1-2 0,2-1 0,0 1 16,-1 0-16,0-1 0,0 0 0,1-1 0,0-1 15,0 1-15,4-1 0,-2-1 0,0 1 0,2-2 0,-1 0 16,0 1-16,3-1 0,-1 0 0,-1-1 0,4 0 16,-2 0-16,0 0 0,1-1 0,-1 1 0,0 0 15,-1-1-15,-2-1 0,0 1 0,2 1 0,-1 0 16,0 0-16,-2-1 0,0 1 0,0 0 0,-4-3 16,1 1-16,0 0 0,-1-2 0,0 2 0,0-1 0,-4 0 15,1-1-15,0 1 0,0-1 0,0 2 0,0-1 16,-6 0-16,1 0 0,0 1 0,-5 0 0,2 1 15,-1-1-15,-1 1 0,1 1 0,1 0 0,1-2 16,1 0-16,1 0 0,1 1 0,0 0 0,1 1 16,3 0-16,2 0 0,0 0 0,1-2 0,1 2 0,-1 0 15</inkml:trace>
  <inkml:trace contextRef="#ctx0" brushRef="#br0" timeOffset="17716.6824">13305 17277 0,'-13'19'0,"5"-9"0,-4 7 0,-4 3 16,4-1-1,5-7-15,-1 0 16,0-3-16,8-9 0,0 0 16,0 0-16,-2 3 0,1-2 0,0 1 0,1-2 15,0-1-15,0 0 0,2-3 0,-1 1 0,0 1 16,2-3-16,-2 0 0,0 1 0,2-3 0,-1 2 0,0 0 16,2-2-16,0 0 0,0 0 0,0 1 0,0 0 15,0 0-15,0 2 0,-2-1 0,0 0 0,0 2 16,0-1-16,0 1 0,2-1 0,-2 1 0,0 0 15,3-2-15,-1 1 0,1 0 0,0-1 0,-1 0 16,0 1-16,1-1 0,-1 2 0,0-1 0,1 1 0,-1 0 16,0 1-16,1 0 0,-1 1 0,0-1 0,0 1 15,1-1-15,-1 1 0,0 2 0,0-1 0,0 0 16,0 2-16,-1-1 0,0-1 0,2 3 0,-2 0 16,0 0-16,1 2 0,-2-1 0,0 1 0,0 2 15,0-1-15,0 0 0,0 2 0,-1-1 0,0 0 0,4 0 16,-3 0-16,0 0 0,1 3 0,-2-2 0,0 1 15,-2 2-15,0-1 0,0 0 0,-2 0 0,1 0 16,0-1-16,-3 0 0,2-1 0,0 0 0,0 1 16,0-1-16,0 0 0,0-1 0,0-1 0,0 1 15,3-7-15,-2 5 0,-1 0 0,1-1 0,0 2 0,2-1 16,0-1-16,0 1 0,0-1 0,0 0 0,0-4 16,0 0-16,0 0 0,-1 3 0,1 0 0,0 0 15</inkml:trace>
  <inkml:trace contextRef="#ctx0" brushRef="#br0" timeOffset="18149.8487">13577 17488 0,'0'0'0,"7"0"0,3 3 16,1-4-16,2 6 15,4 2-15,1 0 16,4 2-16,-22-9 16,0 0-16,0 0 0,7 5 0,-1 1 0,1-1 15,-1-1-15,0-1 0,0 0 0,0 1 0,0-1 0,-1 1 16,1 1-16,-2 0 0,0-1 0,1 1 0,0 0 16,-1-1-16,-1 0 0,-2-1 0,0-1 0,1 3 15,-2-1-15,0 0 0,2 3 0,-2 0 0,0 0 16,-1-2-16,1 0 0,0 0 0,-2 1 0,0-1 15,0 1-15,-4 3 0,0 0 0,1 0 0,-2 0 0,2-1 16,0 0-16,-3 1 0,1 0 0,0 0 0,7-9 16,-10 10-16,1-1 0,1 1 0,-3 0 0,0 0 15,1 0-15,1 1 0,-1-1 0,1 1 0,-1-1 16,1-1-16,-1-1 0,2 3 0,0-1 0,-1 1 16,0-5-16,2 0 0,0 0 0,0-2 0,1 0 0,0 0 15,0 0-15,1-1 0,-1 0 0,4-3 0,0 0 16,0 0-16,2 0 0,1-2 0,-1 1 0,0 0 15,3-6-15,-1 2 0,1 0 0,1-6 0,-2 1 16,0 0-16</inkml:trace>
  <inkml:trace contextRef="#ctx0" brushRef="#br0" timeOffset="18333.8612">13523 17723 0,'10'10'0,"11"8"0,9 2 16,6-2-16,8 2 16,0-3-16,0-6 15,-2-11-15,-42 0 16,0 0-16,0 0 0,15-3 0,1 1 0,-1 0 16,2-5-16,-1 1 0,1 0 0</inkml:trace>
  <inkml:trace contextRef="#ctx0" brushRef="#br0" timeOffset="19099.7172">14330 16198 0,'2'-4'0,"5"-3"0,-4 3 16,-1 2-16,-1 2 15,-3 6 1,-2 4-16,-6 7 16,10-17-16,0 0 0,0 0 0,-2 9 0,0-2 15,0 1-15,-2-1 0,1-1 0,0 1 0,-2 1 16,1-1-16,1 1 0,0-5 0,2 0 0,0 0 16,-1 1-16,1-1 0,0 1 0,-1 0 0,0 0 15,0 0-15,2-4 0,-3 4 0,2-1 0,0 1 0,-1-2 16,2-1-16,0 1 0,-1-2 0,1 1 0,0-1 15,0 0-15,0 0 0,0 0 0,1 0 0,0-1 16,0 1-16,0-3 0,0 2 0,0-1 0,3-2 16,-2 1-16,0 0 0,2-3 0,-1 1 0,0 0 15,2-1-15,-1 1 0,0 0 0,1-1 0,-1 0 0,0 0 16,-4 6-16,4-4 0,-2 1 0,1-1 0,1 0 16,-2 0-16,0 1 0,2-2 0,-1 0 0,0 1 15,3-2-15,-1 1 0,1 0 0,-6 5 0,8-9 16,-2 2-16,0-1 0,2 0 0,-1-1 0,0 0 15,-7 9-15,7-7 0,-2 0 0,1 1 0,0 1 0,0 0 16,0 0-16,-2 2 0,0-1 0,1 1 0,-1 1 16,-2 1-16,0 1 0,0 1 0,-1 0 0,0-1 15,0 1-15,-1 1 0,0-1 0,1 2 0,0-2 16,0 1-16,1 1 0,-2 0 0,0 0 0,2 1 0,-1 0 16,0-1-16,0 1 0,-1-1 0,0 1 0,0 1 15,0-2-15,0 1 0,-1 2 0,1-1 0,0 0 16,0-5-16,-2 7 0,1 0 0,0-1 0,2 1 15,-1 0-15,0 0 0,2-1 0,-2 0 0,0 0 16,-2 4-16,2-1 0,0-1 0,-2 3 0,0-1 0,0 0 16,-1 0-16,0-1 0,0 1 0,0-2 0,0 0 15,-1 0-15,0-1 0,2-1 0,0 0 0,-1 0 16,0-1-16,0 0 0,1 1 0,0 0 0,0-1 16,2-5-16,0 0 0,0 0 0,0 0 0,-2 5 15,0 0-15,-1 1 0</inkml:trace>
  <inkml:trace contextRef="#ctx0" brushRef="#br0" timeOffset="19616.3599">14626 16468 0,'0'0'0,"25"-6"0,-11 1 16,-9 4-16,-3 0 15,-1 1 1,-1 0-16,16-21 15,-16 21-15,0 0 0,0 0 0,3-4 16,0 0-16,0 1 0,-6-6 0,2 1 0,0 0 0,-1 3 16,1 0-16,0 1 0,-6-3 0,-1 1 0,1 0 15,3 2-15,0 1 0,0-1 0,-5 0 0,0 1 16,1 0-16,3 1 0,1 0 0,0 0 0,0 2 16,3-1-16,0 1 0,1 0 0,-2 0 0,2 0 15,0 0-15,-1 0 0,1 0 0,0 0 0,-9 4 0,1 0 16,-1 1-16,3-3 0,2 0 0,0 0 0,2 0 15,0-1-15,0 0 0,-1 10 0,2-1 0,0 1 16,-1-5-16,2 0 0,0-1 0,0-5 0,2 12 16,-2 0-16,0-1 0,1-5 0,-1 0 0,0 0 15,2 6-15,0 1 0,0-1 0,-1-5 0,0-1 0,0 1 16,1 4-16,-2 0 0,0 0 0,1-5 0,-1 0 16,0 0-16,-1 5 0,1 0 0,0-1 0,-1-3 15,1-1-15,0 1 0,0-5 0,0 0 0,0 0 16,0-2-16,0 1 0,0 0 0,0-1 0,0 1 15,0-1-15,0 0 0,-8-1 0,-1 1 0,1 0 0,2 0 16,2 0-16,0 0 0,2 0 0,0 0 0,0 0 16,-5-7-16,1 0 0,0 0 0,1 3 0,2 0 15,0 1-15,3 3 0,-3-2 0,2 0 0,0 1 16,0-1-16,1 2 0,0 0 0,0 0 0,0 0 0,0 0 16,5-12-16,-3-1 0,0 1 0,0 4 0,0 1 15,0 0-15,10-5 0,1 1 0,-1 0 0,-12 11 16,0 0-16,0 0 0</inkml:trace>
  <inkml:trace contextRef="#ctx0" brushRef="#br0" timeOffset="56533.1157">16974 14612 0,'0'0'0,"0"0"0,0 0 0,0 0 15,0 0-15,0 0 16,0 0-16,0 0 16,0 0-16,0 0 0,0 0 0,3 18 15,-1-1-15,0 0 0,1-7 0,-1 0 0,-1 1 16,-1-11-16,2 5 0,-2-1 0,0 0 0,-3 5 16,0 0-16,1 1 0,1-5 0,0 0 0,0 0 15,-3 5-15,0-1 0,0 1 0,4-10 0,-2 6 0,0-2 16,0 1-16,0-2 0,2-1 0,0-1 0,-1 0 15,1-1-15,0 1 0,0 0 0,0-1 0,0 1 16,0-1-16,0 0 0,0 0 0,1-10 0,0 2 16,0 0-16,1 3 0,-2 0 0,0 0 0,0 5 15,4-12-15,-2 3 0,0-1 0,-2 10 0,2-6 0,0 1 16,0 0-16,4-5 0,-1 0 0,-1 0 16,-1 5-16,0 0 0,0 0 0,4-7 0,0 0 0,1 1 15,-3 4-15,-2 1 0,0 0 0,0 3 0,-2 0 16,0 1-16,-1 2 0,14-11 0,-3 1 0,0 0 15,-3 4-15,-1 1 0,0-1 0,4 3 0,1 1 0,-1 0 16,-5 1-16,1 1 0,-1-1 0,-6 1 0,9 8 16,-1-2-16,1 0 0,-4-2 0,-1 0 0,0-1 15,2 11-15,-2-1 0,1 0 0,-2-5 0,-1-1 16,0 1-16,-2-8 0,5 12 0,-1 0 0,0 0 16,0-5-16,-2 0 0,1-1 0,1 9 0,-2 0 0,0 0 15,0-6-15,-1-1 0,0 0 0,-1-8 0,1 3 16,-1 0-16,0 0 0,-1 7 0,0-1 0,0 1 15,0-5-15,1 0 0,0 0 0,-1-2 0,1-1 16,0 0-16,0-1 0,0-1 0,0 0 0,0 0 0,0 0 16,0 0-16,0 0 0</inkml:trace>
  <inkml:trace contextRef="#ctx0" brushRef="#br0" timeOffset="57033.1712">17437 14666 0,'0'0'0,"0"0"0,1 3 15,5 6-15,3 9 16,-3 1-16,1 5 15,-4 1 1,-3-25-16,0 0 0,0 0 0,3 9 0,-2 0 0,0-1 16,1 2-16,0-1 0,-1 0 0,2-1 0,0-1 15,0 0-15,0 0 0,-2-2 0,0 1 0,3-1 16,-2 0-16,0-1 0,2-1 0,-2 0 0,1 0 16,-3-3-16,3 1 0,-2-1 0,0 0 0,6 2 15,-2-2-15,0 1 0,4-5 0,-1 0 0,0 1 0,0-2 16,1 1-16,-1 0 0,1-3 0,-1 1 0,1-1 15,2 0-15,-1-1 0,1 1 0,-5 1 0,0 0 16,0 0-16,0 2 0,-2 0 0,0 1 0,0 0 16,0 0-16,0 0 0,-2 1 0,0 1 0,0 0 0,-1 0 15,0 1-15,1 0 0,-1 3 0,0-1 0,0 0 16,-2 5-16,0-2 0,0 1 0,-2 5 0,3-2 16,0 0-16,-1 2 0,0 0 0,0 1 0,-2 3 15,1-1-15,0 1 0,0 0 0,0 0 0,0 0 16,-2 5-16,0 0 0,0-1 0,4-19 0,0 0 15,-5 19-15,1-1 0,0 0 0,4-18 0,-3 13 0,0 1 16,0-1-16,1-7 0,1 0 0,0 0 0</inkml:trace>
  <inkml:trace contextRef="#ctx0" brushRef="#br0" timeOffset="57616.7516">17531 15152 0,'7'25'0,"3"11"0,1 9 0,-1 5 15,-3 4-15,-1 13 16,-4 4-1,-2 1-15,0-72 0,0 0 0,0 0 16,-2 27-16,1-1 0,0 0 0,-2 4 0,2-1 0,0 0 16,-1 2-16,0 1 0,-1-1 0,1 2 0,0-1 15,0 1-15,-2 1 0,1-1 0,0 0 0,0 1 16,1 1-16,0-1 0,-1 1 0,2 0 0,0-1 16,-3 3-16,1 0 0,0-1 0,1 0 0,0 0 15,0-1-15,-1 0 0,0 0 0,0 0 0,0 0 0,1 0 16,-1-1-16,-1 0 0,0-1 0,0 1 0,1-4 15,1-1-15,0 0 0,-1-1 0,1 0 0,0 0 16,-1-3-16,1 0 0,1 0 0,-2-4 0,0 0 16,0-1-16,1-1 0,0 0 0,0 0 0,0-2 15,2-1-15,0 0 0,1-3 0,-1-2 0,0 0 16,1-2-16,0-1 0,0 0 0,1-3 0,-1-1 0,0 1 16,2-8-16,-2 0 0,0 1 0,3-7 0,0 2 15,-1-1-15,2-2 0,-2-1 0,0 1 0,0 3 16,-2 2-16,0 0 0</inkml:trace>
  <inkml:trace contextRef="#ctx0" brushRef="#br0" timeOffset="59199.8768">17445 15194 0,'6'-3'0,"2"0"0,26 1 15,8 2 1,12-6-16,-22 3 16,18 1-16,-7-1 15,-43 3-15,0 0 0,0 0 0,0 0 16,21-2-16,0 1 0,-1 1 0,7-2 0,0 1 0,0 0 16,3 0-16,0 0 0,0 1 0,8-2 0,-1 2 15,0-1-15,4 0 0,-3 1 0,0 0 0,30-1 16,1 1-16,-1-1 0,-5 1 0,-2 0 0,0 0 15,-61 0-15,54 2 0,-3-2 0,1 1 0,-5 4 16,0-2-16,0 1 0,0-1 0,-1 0 0,-1 0 0,-45-3 16,48 1-16,-2-1 0,1 0 0,1 1 0,-1-1 15,-1 1-15,0 2 0,-1-2 0,1 1 0,-2 1 16,-1-1-16,1 1 0,-44-3 0,42 3 0,-1-1 16,-1 0-16,-40-2 0,41 4 0,1-2 0,-1 0 15,-41-2-15,41 4 0,-2-1 0,1 1 0,1-1 0,-1-1 16,1-1-16,-41-1 0,38 2 0,-2-1 0,0-1 15,-1-3-15,-1 2 0,-1-1 0,-4 0 0,-1-1 16,1 1-16,-6 0 0,0 0 0,0 0 0,-23 2 16,17-3-16,1 1 0,-1 0 0,-3-2 0,-1 2 0,1-1 15,-2 0-15,-1 1 0,1-1 0,-1-1 0,1 2 16,-1 0-16,-4 0 0,-2 1 0,0 1 0,0-2 16,-1 2-16,0 0 0,-4 0 0,4 0 0,-1 0 15,0 0-15,1 2 0,-2-2 0,0 0 0,1 1 16,-1 1-16,0-1 0,0 3 0,-2 0 0,0 0 0,-2 1 15,2-1-15,0-1 0,0-3 0,-2 5 0,1 1 16,0-1-16,-3 2 0,3 0 0,0-1 0,-1 2 16,1 0-16,0 1 0,-2 0 0,2 1 0,0 0 15,-1 4-15,1-1 0,0 0 0,-1 1 0,2-2 16,0 1-16,2 2 0,-2 1 0,0-1 0,1 0 0,0 0 16,0 0-16,1 5 0,-1 0 0,0-1 0,1 3 15,-1-1-15,0 1 0,1 2 0,-2-1 0,0 1 16,1 0-16,0-1 0,0 0 0,1 1 0,-1-1 15,0-1-15,0 4 0,0-2 0,0 1 0,-1-25 16,0 0-16,0 0 0,3 45 0,-1-1 0,0 0 0,1-6 16,-1-2-16,0 1 0,1 3 0,-1-1 0,0 0 15,3-2-15,-3 0 0,0 1 0,4 24 0,-2 0 16,0 0-16,4-10 0,-1-1 0,-1 0 0,2-10 16,-2 0-16,0-1 0,0-4 0,-2-1 0,0 0 15,-1-3-15,0-1 0,0 0 0,0-4 0,0 0 16,1 1-16,0-2 0,-1-1 0,0 0 0,1-3 0,-2 0 15,0 0-15,1-1 0,-1-1 0,0 0 0,-1-2 16,0-2-16,0 1 0,-2 1 0,0 0 0,0 0 16,-1-5-16,1-1 0,0 0 0,-2-2 0,2 0 15,0 0-15,-3-2 0,0 0 0,0-1 0,0-2 16,0-1-16,1 0 0,-1-1 0,0-2 0,0 1 0,-2-2 16,0 0-16,-1 0 0,-1 0 0,2 0 0,0 0 15,-2-2-15,1 1 0,0 0 0,0-1 0,-1 1 16,1-1-16,-2 0 0,2 0 0,-1 1 0,-2-1 15,2 0-15,0 0 0,-5 3 0,3-1 0,0 0 16,-3 2-16,1-2 0,-1 0 0,-1-2 0,1 2 0,1 0 16,-1-1-16,-1 1 0,1-1 0,-3-1 0,3 1 15,-1 0-15,-2-1 0,1 2 0,1-1 0,-7-1 16,3 0-16,-1 0 0,3 0 0,1 1 0,-1 0 16,16 1-16,0 0 0,0 0 0,-28-2 0,1 1 15,0 0-15,-1-2 0,0 0 0,0 0 0,-4-1 0,0 2 16,0-1-16,1-1 0,0 1 0,0 0 0,-3 0 15,0 1-15,0 0 0,2 1 0,0-1 0,-1 1 16,-2 0-16,2-1 0,0 0 0,2-2 0,2 1 16,0 0-16,-3-1 0,0 0 0,0 1 0,-18-2 0,1 1 15,0 0-15,6 2 0,0 1 0,-1 0 0,7 0 16,1 1-16,0 0 0,-8 1 0,3 0 0,0-1 16,1 2-16,2-2 0,0 1 0,15-4 0,0 1 15,1 0-15,-4-4 0,0 0 0,0-1 0,2 6 16,3 0-16,-1 1 0,2 2 0,3-1 0,-1 0 0,-6 1 15,2 0-15,-1 0 0,-2-4 0,0 1 0,0 1 16,7 0-16,1 1 0,1 0 0,2-3 0,3 2 16,0 0-16,11 0 0,0 0 0,0 0 0,-23-1 15,0-1-15,0 0 0,3-1 0,0 2 0,0-1 16,2 0-16,0 1 0,1 1 0,-2 0 0,0 0 0,1 0 16,-20-1-16,0 1 0,1 0 0,37 0 0,0 0 15,0 0-15,-28 1 0,2-1 0,1 0 0,11-2 16,1 2-16,-1-1 0,-11-3 0,1 1 0,-1 0 15,4 1-15,3 0 0,-1 0 0,9-1 0,-1 0 16,1 1-16,0-2 0,0 1 0,1-1 0,9 4 0,0 0 16,0 0-16,-13-3 0,-1 1 0,1 1 0,13 1 15,0 0-15,0 0 0,-14-1 0,1 0 0,-1 0 16,5 0-16,0-1 0,0 1 0,1-3 0,2 0 16,0 1-16,0-2 0,2 2 0,-1-1 0,-1 2 15,2-1-15,0 1 0,-3 1 0,0 0 0,1 0 0,0 0 16,0 0-16,0 1 0,1-2 0,-1 1 0,1 1 15,1-1-15,2 1 0,0-1 0,-1 1 0,2 0 16,0 0-16,2-1 0,-1 1 0,0 0 0,2-2 16,-1 1-16,0-1 0,2-1 0,-2 1 0,0 0 0,2-3 15,0 0-15,0 1 0,3-3 0,-3 0 0,0 0 16,3 3-16,-2-1 0,0 1 0</inkml:trace>
  <inkml:trace contextRef="#ctx0" brushRef="#br0" timeOffset="66797.1963">17819 15324 0,'0'0'0,"0"0"0,0 0 15,0 0-15,0 0 16,0 0-16,0 0 16,0 0-16,0 0 0,0 0 15,0 0-15,0 0 0,0 0 0,0 0 0,0 0 16,0 0-16,0 0 0,0 0 0,0 0 0,0 0 15,-6 13-15,2 0 0,0 0 0,1-5 0,1 0 0,0 0 16,-3 5-16,0-1 0,-1 0 0,2-5 0,2-1 16,0 0-16,0-4 0,1 1 0,0-1 0,1-2 15,-1 1-15,1 0 0,0-1 0,0 2 0,0-2 16,0 0-16,0 0 0,0 0 0,0 0 0,-4 8 16,1 0-16,0 1 0,3-9 0,-2 5 0,-1-1 0,1 1 15,0-3-15,2 0 0,0 0 0,-1-1 0,1-1 16,0 1-16,0 0 0,0-1 0,0 0 0,0 0 15,0 0-15,0 0 0,7-10 0,-2 1 0,0 1 16,-5 8-16,5-7 0,-2 2 0,0 0 0,-1 2 0,-1 1 16,0 0-16,5-6 0,-2-1 0,0 0 0,0 3 15,-2 2-15,0-1 0,-1 3 0,0 0 0,0 0 16,-1 2-16,12-14 0,-3-1 0,0 1 0,-3 5 16,1 0-16,-1 0 0,5 1 0,-1-1 0,1 0 15,-4 5-15,-2 0 0,0-1 0,-5 5 0,3-1 16,0-1-16,-1 0 0,7 5 0,-2-1 0,0 0 0,-1-1 15,-2 0-15,0 0 0,7 1 0,-2 1 0,1-1 16,-10-2-16,7 2 0,-2-2 0,0 1 0,3 5 16,-1 1-16,0-1 0,-3-2 0,-1-1 0,0 1 15,3 5-15,-3 0 0,0-1 0,-1-3 0,0 0 16,0-1-16,0 6 0,-1-1 0,0 0 0,-1-9 0,2 5 16,-2 1-16,0-1 0,-2 5 0,2-1 0,0-1 15,-2-2-15,2-1 0,0-1 0,2 9 0,-1-2 16,0 0-16,1-4 0,-2-1 0,0 0 0,0-6 15,0 10-15,0 0 0,0 0 0,-1-3 0,1-2 0,0 0 16,0-5-16,0 0 0,0 0 0,0 3 0,0-1 16,0-1-16,0 0 0,0-1 0,0 0 0,0 0 15,0 0-15,0 0 0</inkml:trace>
  <inkml:trace contextRef="#ctx0" brushRef="#br0" timeOffset="67366.7355">18260 15419 0,'0'0'0,"0"0"0,0 0 16,0 0-16,5-23 15,-2 10-15,-2 7 16,-1 5-1,0 1-15,0 0 0,0 0 0,0 0 0,0 0 0,0 0 16,7-7-16,1 1 0,-1 1 0,-2 1 0,-1 0 16,0 1-16,-1 0 0,-2 2 0,1 0 0,0 0 15,-2 1-15,0 0 0,0 0 0,0 0 0,0 0 16,0 0-16,0 0 0,0 0 0,0-1 0,0 1 16,0 0-16,0 0 0,0 0 0,0 0 0,11 8 0,-1-1 15,1 0-15,-4-3 0,-2 0 0,0 1 0,-5-5 16,4 8-16,0 0 0,1-1 0,-2-2 0,-2-1 15,0 0-15,1-2 0,-2 0 0,0 0 0,-4 8 16,1-1-16,-1 0 0,2-2 0,0-2 0,0 0 0,0-2 16,2-1-16,0 0 0,-7 7 0,1-1 0,0-1 15,0-2-15,3-1 0,0 1 0,1-3 0,1 0 16,0-1-16,1-1 0,-8 6 0,0-2 0,-1 1 16,4-2-16,1 0 0,0 0 0,0 4 0,1 0 15,0 0-15,-1-4 0,3 0 0,0 1 0,-1-2 0,2-1 16,0 1-16,-1-1 0,1-1 0,0 0 0,0 0 15,0 0-15,0 0 0,0 1 0,0-1 0,0 0 16,4 3-16,1 0 0,-1-1 0,-1 0 0,-1-1 16,0 0-16,8 0 0,1-1 0,-1 1 0,-3-1 0,-2 0 15,0 0-15,-1 0 0,-2 0 0,0 0 0,8 1 16,-2-1-16,1 0 0,-9 0 0,6 1 0,-1-1 16,0 0-16,4 1 0,1-1 0,-1 0 0,-3 0 15,-2 0-15,0 0 0,-4 0 0,0 0 0,0 0 16,4 1-16,-3-1 0,0 0 0</inkml:trace>
  <inkml:trace contextRef="#ctx0" brushRef="#br0" timeOffset="72424.4346">17917 15881 0,'0'0'0,"0"0"0,0 0 16,0 0-16,0 0 15,0 0-15,0 0 16,0 0-16,0 0 0,0 0 16,0 0-16,6 14 0,0 0 0,0 0 0,-1-4 15,-2-2-15,0 0 0,-1-4 0,-1-1 0,0 0 16,-2 6-16,1-2 0,0 1 0,-2-3 0,2-1 16,0 0-16,0-2 0,0-1 0,0 0 0,-3 8 0,0-2 15,-1 1-15,2-2 0,1-2 0,0 1 0,-1-3 16,2 0-16,0 0 0,-1-2 0,1 1 0,0 0 15,0-1-15,0 0 0,0 0 0,0 0 0,0 0 16,0 0-16,4-6 0,-2 2 0,0-1 0,1 1 0,-2 1 16,0 0-16,6-4 0,-2-1 0,0 1 0,-2 2 15,0 0-15,0 1 0,0 2 0,-2 0 0,0 0 16,5-8-16,-2 1 0,0-1 0,0 4 0,-2 0 16,0 0-16,8-4 0,-3 0 0,0 1 0,-3 4 15,0 0-15,1-1 0,-2 4 0,-2 1 0,0 0 16,9-6-16,-2 0 0,1 0 0,-3 2 0,-2 1 0,0 0 15,-1 2-15,-1 1 0,0 0 0,-2 1 0,11-1 16,-2 1-16,0-1 0,-3 2 0,0-1 0,-1 1 16,1 7-16,0-1 0,0 1 0,-2-2 0,0-2 15,-1 1-15,0 7 0,-2 0 0,0 0 0,0-5 16,0 0-16,0-1 0,-2 6 0,0-1 0,0 1 0,-1-6 16,2 0-16,0 1 0,0-7 0,-1 3 0,1-1 15,0 0-15,-5 7 0,1-1 0,1 0 0,1-3 16,0 0-16,0 0 0,4 4 0,-2-2 0,0 1 15,1-4-15,-1 0 0,0 0 0,1-2 0,-1-1 16,0 0-16,0 0 0,0 0 0,0-1 0,1 0 0,-1 0 16,0 0-16,0 0 0,0 1 0,0-1 0,0 0 15,0 0-15,0 0 0,0 0 0</inkml:trace>
  <inkml:trace contextRef="#ctx0" brushRef="#br0" timeOffset="72916.5167">18285 16083 0,'0'-1'0,"2"0"0,5-4 16,1-6-16,-2 4 16,11 2-16,-7 2 15,2 1-15,-12 2 0,0 0 16,0 0-16,7 1 0,-2-1 0,0 0 0,3 2 16,-3-2-16,0 1 0,1 1 0,-2-1 0,0 0 15,3 2-15,-1 0 0,0 0 0,4 4 0,-1-2 16,-1 0-16,-2 1 0,-2 0 0,0 0 0,-5 1 0,1 0 15,0 0-15,-1-1 0,1 0 0,0 0 0,-4 0 16,1 0-16,0-1 0,-1-2 0,2 0 0,0 0 16,-3 2-16,1 0 0,0-1 0,-2-2 0,1 1 15,0-1-15,-2 0 0,2 0 0,0-1 0,2 2 16,0-2-16,0 1 0,-2-3 0,1 0 0,-1 1 16,2 1-16,0-1 0,0 0 0,1 0 0,1 0 0,0 0 15,-1 1-15,2-1 0,0 0 0,1 1 0,-1-1 16,0 0-16,0 3 0,0-2 0,0 1 0,3 3 15,-1-2-15,0 1 0,2 0 0,-1 1 0,0-1 16,4 1-16,-1 0 0,0 0 0,0 2 0,-1-1 0,1 0 16,2 2-16,-1-1 0,0 0 0,1 1 0,-2 0 15,0-1-15,3 1 0,1 1 0,-1-1 0,-4-1 16,0 1-16,0-1 0,-1 1 0,-1-1 0,0 0 16,0 0-16,-1 0 0,0 0 0,0-2 0,-1 0 15,0 0-15,-3-1 0,1-1 0,0 1 0,-2 1 0,0-1 16,0 0-16,-4-1 0,2-2 0,0 1 0,-3-3 15,0 1-15,-1 0 0,-8-3 0,0 0 0,1 0 16,-5-4-16,0 0 0,1 0 0,-3-6 0,2 1 16,1 0-16,-5 5 0,0 1 0,0-1 0</inkml:trace>
  <inkml:trace contextRef="#ctx0" brushRef="#br0" timeOffset="75283.628">17811 16671 0,'0'0'0,"0"0"0,0 0 15,0 0-15,0 0 16,-22 48-16,8-19 15,7-16 1,7-13-16,0 0 0,0 0 0,0 0 0,-2 1 16,2 0-16,0-1 0,0 2 0,0-2 0,0 0 15,1 7-15,-1 0 0,0 0 0,0-3 0,0 0 0,0 0 16,0-2-16,0 0 0,0 0 0,8-11 0,-1 2 16,1 0-16,-3 2 0,-1 1 0,0-1 0,-1 3 15,-2 0-15,0 1 0,4-5 0,0 1 0,-1 1 16,-1 1-16,-1 0 0,0 0 0,4-5 0,0 1 15,1 0-15,-2 3 0,-2 0 0,0 0 0,4-3 0,-1 0 16,1 0-16,-2 2 0,-2 1 0,0 1 0,-1 1 16,-1 1-16,0 0 0,1 0 0,-2 0 0,0 1 15,8-7-15,0 2 0,-1 0 0,-1 1 0,-2 1 16,0-1-16,-1 3 0,-2 0 0,0 0 0,8 4 16,-3 0-16,0-1 0,-2 0 0,0-1 0,1 0 0,-1 8 15,0-1-15,0 1 0,-2-4 0,0 1 0,0-1 16,0 8-16,0 1 0,0-1 0,0-5 0,-1-1 15,0 0-15,1 8 0,-1-1 0,0 0 0,0-7 16,0 1-16,0-1 0,0 4 0,0-1 0,0 1 16,0-5-16,-1-1 0,0 0 0,0-2 0,0-1 0,0 0 15,-2 9-15,2-2 0,0 0 0,-1-3 0,1-1 16,0 0-16,-1-2 0,1-1 0,0 0 0,0-1 16,0-1-16,0 1 0,6-7 0,-2 1 0,0 0 15,-1 1-15,0 1 0,0 0 0,6-5 0,-1 1 0,0-1 16,-2 3-16,-1 1 0,-1 0 0,-1 2 0,-2 1 15,0 0-15,-1 1 0,0 0 0,0 0 0,11-3 16,-1 1-16,-1 0 0,-3 0 0,-1 1 0,0 1 16</inkml:trace>
  <inkml:trace contextRef="#ctx0" brushRef="#br0" timeOffset="75618.0826">18385 16726 0,'0'0'0,"1"1"0,-1-1 0,0 3 15,-4 4-15,-3 3 16,-4 1-16,-3 10 15,14-21-15,0 0 0,0 0 0,0 0 0,-8 8 16,1 0-16,1-1 0,-4 3 0,-1 0 0,1-1 16,0 0-16,2 0 0,-1 0 0,1 1 0,0 0 15,-1 0-15,0 0 0,0 1 0,0-1 0,1 2 16,1-2-16,0 1 0,2 1 0,1-1 0,-1 0 0,2-2 16,0-2-16,0 1 0,5-2 0,-2 0 0,0-1 15,2 2-15,-1 1 0,0-1 0,3-1 0,-1-1 16,-1 0-16,2 0 0,0-1 0,0 1 0,2-1 15,-2-1-15,0 0 0,6 1 0,-2-2 0,0 0 16,2 0-16,-1-1 0,0 0 0,1-3 0,-2 1 16,0 0-16,1-1 0,0 1 0,-1 0 0,-1-3 0,0 1 15,1-1-15,-3 0 0,-2 0 0,0 1 0,1-5 16,-2 2-16,0 0 0,-3-4 0,0 1 0,0 0 16,-10-3-16,0-1 0,1 1 0,-7 2 0,1 0 15,1 0-15,-10 1 0,1-1 0,0 1 0,-10 0 0,2 1 16,0-1-16,-3-6 0,2 1 0,0-1 0</inkml:trace>
  <inkml:trace contextRef="#ctx0" brushRef="#br0" timeOffset="87186.8996">18794 15105 0,'0'0'0,"0"0"0,0 0 0,0 0 16,0 0 0,0 0-16,0 0 15,0 0-15,0 0 0,0 0 0,0 0 16,0 0-16,0 0 0,0 0 0,0 0 0,0 0 16,0 0-16,0 0 0,0 0 0,0 0 0,7 10 15,1-2-15,-1 1 0,-3-3 0,0 0 0,0-1 0,-3 11 16,0-2-16,0 1 0,-2-7 0,1 1 0,0-1 15,-1-1-15,1 0 0,0 0 0,-1-3 0,1-1 16,0 1-16,0-4 0,-4 24 0,0-1 0,0 1 16,1-9-16,1-2 0,0 0 0,0 9 0,1-1 15,0 0-15,-1 4 0,2 0 0,0 0 0,-2 5 0,2-1 16,0 0-16,-1 1 0,1-1 0,0 0 0,-2-1 16,2 0-16,0-1 0,-1 3 0,0 0 0,0 0 15,-1-1-15,2 0 0,0-1 0,-1 0 0,0-2 16,0 0-16,-1-13 0,2 0 0,0-1 0,-1 15 15,1 0-15,0 0 0,-1-12 0,1 0 0,0-1 0,1 29 16,-1 0-16,0-1 0,0-42 0,2 61 0,-1-1 16,0 0-16,0-29 0,0 0 0,0-1 0,2 25 15,0-2-15,1 1 0,-1-9 0,0 0 0,0 1 16,1-12-16,0-1 0,0 0 0,-2-17 0,0 0 16,0-1-16,0-10 0,-1 0 0,0 0 0,0 17 0,-1 0 15,0-1-15,1 24 0,0-1 0,0-1 0,1-6 16,-2 0-16,0-1 0,1-18 0,-1-1 0,0-1 15,1 7-15,-1-1 0,0 0 0,0-22 0,1 12 16,-1 0-16,0-1 0,1-7 0,-1 0 0,0 0 0,0-1 16,0-2-16,0 1 0,0-1 0,0-1 0,0 0 15,0 0-15,3-2 0,0 1 0,0 1 0,0-1 16,-1 0-16,0 1 0</inkml:trace>
  <inkml:trace contextRef="#ctx0" brushRef="#br0" timeOffset="87770.2459">19345 14484 0,'0'0'0,"0"0"16,-16 17-16,4-6 15,8-7 1,-22 29-16,12-13 15,14-20-15,0 0 0,0 0 16,-10 15-16,3 0 0,0 0 0,7-15 0,-4 9 16,0-2-16,0 1 0,4-8 0,-3 4 0,1-1 15,1 0-15,-2 10 0,0-1 0,0 1 0,3-13 16,-2 7-16,1 0 0,0 0 0,1-7 0,-1 12 16,1 1-16,0-1 0,1-5 0,-1-1 0,0-1 0,5 5 15,0 0-15,1-1 0,-1-4 0,-2 0 0,0 1 16,9 0-16,-1-1 0,-1 0 0,-10-5 0,6 4 15,0-1-15,1 0 0,3 2 0,-1 0 0,1-1 16,-4 0-16,-2-2 0,0 0 0</inkml:trace>
  <inkml:trace contextRef="#ctx0" brushRef="#br0" timeOffset="88150.0031">19580 14664 0,'-4'-2'0,"3"-3"15,-5-5-15,-6 4 16,-15 6-16,12 4 16,-6 8-16,-3 5 15,24-17-15,0 0 0,0 0 0,-8 6 16,2-2-16,0 1 0,6-5 0,-7 5 0,2-1 0,0 0 16,2 3-16,0-1 0,0 1 0,1 0 0,0-1 15,-1 0-15,6-1 0,-1 0 0,0-1 0,3-1 16,-2 0-16,0 0 0,-3-3 0,7 3 0,0 0 15,-1 0-15,4-2 0,-2 0 0,1 0 0,-1-5 16,-1 1-16,0 0 0,2-1 0,-2 0 0,0 0 16,0 0-16,-2 2 0,1-1 0,0-2 0,0 1 0,0-1 15,1-1-15,0 1 0,-1 0 0,-4-1 0,0 1 16,0 0-16,0-1 0,-2 0 0,0 1 0,-2 0 16,2 0-16,0-1 0,-3 2 0,2 0 0,0 0 15,-2 0-15,0-1 0,0 1 0,3 4 0,-2-2 0,-1-1 16,1 1-16,1-2 0,1 0 0,0 1 0,-1 0 15,1 1-15,0 0 0,0 0 0,0 2 0,0-1 16,0 1-16,0-1 0,0 1 0,0 0 0</inkml:trace>
  <inkml:trace contextRef="#ctx0" brushRef="#br0" timeOffset="88522.6872">19794 14641 0,'5'-10'0,"-4"8"0,-1 2 15,0 0-15,-7 5 16,-5-3-16,-8 0 16,6 5-16,14-7 0,0 0 15,0 0-15,-5 5 0,2 0 0,0-1 0,1 2 16,1-2-16,0 1 0,4 1 0,-2 0 0,0-1 16,2 2-16,-1-1 0,0 1 0,-2-7 0,5 8 15,0 0-15,1 0 0,-2 0 0,-2-2 0,0 0 0,4 4 16,-1-2-16,0 0 0,3 1 0,-2 1 0,0-1 15,-1-2-15,0 1 0,1 0 0,-2-1 0,-2 1 16,0-1-16,-1 0 0,0 0 0,0-1 0,0-2 16,-1-1-16,0 0 0,-1 1 0,0-1 0,0 0 0,-4 0 15,1 0-15,-1-1 0,0 1 0,0 0 0,0 0 16,-3-4-16,1 0 0,1 1 0,-4 0 0,2 1 16,-1 0-16,-2-3 0,2 2 0,-1 0 0,-3-1 15,1 0-15,-1-1 0,5 1 0,1-1 0,-1 0 16,3-4-16,0 2 0,0-1 0,2 2 0,1 0 15,0 1-15,1 0 0,0 2 0,0-1 0,1 0 0,0 1 16,0 0-16,-1 0 0,1 0 0,0 0 0</inkml:trace>
  <inkml:trace contextRef="#ctx0" brushRef="#br0" timeOffset="89033.2328">20058 14566 0,'4'-2'0,"1"-4"0,-3 5 0,-1-1 15,-1 5 1,0 3-16,4 2 16,-4 7-16,0-15 0,0 0 0,0 0 15,-3 8-15,1-1 0,0 1 0,-2 1 0,2-2 16,0 1-16,-1 2 0,2-2 0,0 1 0,-3 2 15,0 0-15,0 0 0,0 1 0,-1-2 0,1 1 16,0 1-16,2-2 0,0 0 0,0 0 0,0-2 0,0 0 16,-1 1-16,1 0 0,0 0 0,3-2 0,-1 1 15,0-1-15,3-1 0,-2-1 0,0 0 0,0-1 16,0-1-16,0-1 0,2 1 0,-1 0 0,0 0 16,1-1-16,-2 0 0,0 0 0,1-2 0,-1 0 15,0 0-15,-4-4 0,1 1 0,0 0 0,1-2 0,0 2 16,0-1-16,-1 0 0,2 0 0,0 0 0,-1 2 15,1 0-15,0 0 0,-2 2 0,2-1 0,0 1 16,0-1-16,0 1 0,0 0 0,0 0 0,0 0 16,0 0-16,-4-6 0,2 2 0,0 0 0,-11-12 15,1 0-15,0-1 0,3 7 0,2 1 0,0-1 0,6 3 16,1 0-16,0 0 0,1 2 0,0 1 0,0 0 16,0 1-16,0 1 0,0-1 0,2 0 0,-1 1 15,0 0-15,3 1 0,-1 1 0,1 0 0,5 2 16,0-1-16,1-1 0,3 1 0,-2-1 0,1 0 15,2 6-15,-1-1 0,-1 0 0,4 0 0,-1 0 0,1 1 16,-2-4-16,-1 0 0,-1 0 0</inkml:trace>
  <inkml:trace contextRef="#ctx0" brushRef="#br0" timeOffset="90016.2614">19241 15522 0,'0'0'0,"0"0"0,0 0 16,0 0 0,0 0-16,0 0 15,0 0-15,0 0 16,0 0-16,0 0 0,0 0 0,0 0 0,0 0 0,0 0 15,0 0-15,0 0 0,0 0 0,0 0 0,0 0 16,0 0-16,18-2 0,0 0 0,0 0 0,-6 1 16,-2 0-16,1 0 0,-7 0 0,0 1 0,0 0 15,10 1-15,1 1 0,-1-1 0,-4-1 0,-2 1 0,0 0 16,-4 0-16,-1-1 0,1 0 0,8 1 0,0 1 16,1-1-16,-13-1 0,8 0 0,-1 1 0,1 0 15,5 1-15,0 0 0,1 0 0,-7 0 0,0-1 16,1 1-16,8-1 0,0 1 0,-1 0 0,-7 0 0,1-2 15,-1 1-15,-5 0 0,0-1 0,0 0 0</inkml:trace>
  <inkml:trace contextRef="#ctx0" brushRef="#br0" timeOffset="90616.3537">19229 16355 0,'25'3'0,"3"3"0,2 1 16,2-2-1,1 1-15,2-3 16,-2 1-16,2 4 16,-35-8-16,0 0 0,0 0 0,13 1 0,-1 1 0,1-1 15,-4 0-15,-1 1 0,1 0 0,2 2 0,-1-1 16,1 0-16,-1 0 0,-1 0 0,1-1 0,-2-1 16,0 0-16,0-1 0,0 1 0,-2-1 0,0 0 15,-1-2-15,0 0 0,1 1 0,-3-3 0,0 1 16,0 0-16,-1 0 0,-1 2 0,0 0 0</inkml:trace>
  <inkml:trace contextRef="#ctx0" brushRef="#br0" timeOffset="91083.1565">19213 17072 0,'0'0'0,"1"0"16,0-1-16,5-2 15,10 1 1,1 1-16,4-2 15,2 6-15,-23-3 0,0 0 0,0 0 16,10 4-16,-2-1 0,0 0 0,7 1 0,-2-2 16,1 1-16,3 1 0,-1-1 0,-1 0 0,3 4 15,-3 0-15,1-1 0,-3-1 0,1 0 0,-1 0 16,13 1-16,-2-1 0,0 0 0,7-2 0,-2-2 0,0 1 16</inkml:trace>
  <inkml:trace contextRef="#ctx0" brushRef="#br0" timeOffset="116699.987">9230 16130 0,'0'0'0,"0"0"0,0 0 0,0 0 16,0 0-16,0 0 15,0 0-15,0 0 16,0 0-16,0 0 0,0 0 0,0 0 15,0 0-15,0 0 0,0 0 0,0 0 0,0 0 16,0 0-16,0 0 0,0 0 0,-10-11 0,2 1 0,0 0 16,3 4-16,0 0 0,-1 0 0,4 3 0,0 1 15,0-1-15,0 2 0,2 0 0,0 0 0,-9 7 16,2-1-16,-1 0 0,3-1 0,1-1 0,0 0 16,2-1-16,0-2 0,0 1 0,1 0 0,1-1 15,0 0-15,-1 1 0,1-1 0,0 0 0,-5 9 0,2-1 16,0 0-16,1-3 0,0 1 0,0-1 0,0-3 15,2 0-15,0 0 0,-1-2 0,1 1 0,0 0 16,0-1-16,0 0 0,0 0 0,6 8 0,-1 1 16,1 0-16,-3-4 0,0 0 0,0 0 0,-1-2 15,-1-1-15,0 0 0,0-1 0,-1 0 0,0-1 0,1 1 16,-1-1-16,0 0 0,10-1 0,-1-1 0,-1 1 16,-1 0-16,-2 0 0,0 1 0,-2-1 0,-1 1 15,0 0-15,0 0 0,-2 0 0,0 0 0,1 0 16,-1 0-16,0 0 0,5-9 0,-2 0 0,0 1 15,0 2-15,-1 1 0,0 0 0,-1 2 0,0 1 0,0 0 16,-1 2-16,0-1 0,0 1 0,1 0 0,-1 0 16,0 0-16,-9-7 0,2 1 0,0 0 0,1 2 15,1 1-15,1-1 0,2 2 0,0 1 0,0-1 16,1 1-16,0 1 0,0 0 0,-9 3 0,0-1 16,1 1-16,2-1 0,2-1 0,-1 0 0,6-1 0,-3 1 15,1 0-15,0-1 0,0 0 0,2 0 0,0 0 16,-7 9-16,1 0 0,-1-1 0,2-3 0,1-1 15,0 0-15,1-1 0,2-1 0,0 0 0,0-2 16,1 1-16,0-1 0,5 10 0,0-2 0,0 0 16,-1-2-16,0-2 0,-1 1 0,-1-3 0,-1 0 0,0 0 15,7 2-15,0 1 0,1-1 0,-3-2 0,-2 0 16,0 1-16,-2-2 0,0-1 0,0 1 0,0-1 16,-2 0-16,0 0 0,9-2 0,-1 0 0,0-1 15,-2 1-15,-1 1 0,-1 0 0,-2-1 0,0 2 0,0-1 16,0 0-16,-2 1 0,0 0 0,0 0 0,0 0 15,0 0-15,4-10 0,-1 2 0,0 0 0,-3 8 16,2-6-16,0 1 0,0 0 0,1 2 0,-3 1 16,0 1-16,-7-8 0,1 2 0,0 0 0,1 3 15,2 0-15,0 1 0,0 1 0,2 0 0,0 1 0,-9-2 16,1 2-16,-1 0 0,4 0 0,1 0 0,0-1 16,3 1-16,0 1 0,0 0 0,0 0 0,2 0 15,0 0-15,-8 3 0,1-1 0,0 0 0,3-1 16,0 1-16,0-1 0,1 0 0,1-1 0,0 1 0,1-1 15,1 0-15,0 0 0,-1 1 0,1-1 0,0 0 16,4 6-16,0 0 0,-1 1 0,-1-3 0,0 0 16,0-1-16,5 4 0,0-1 0,1 0 0,-3-2 15,-1-1-15,0 0 0,5-1 0,1-1 0,-1 0 16,-9-1-16,0 0 0,0 0 0</inkml:trace>
  <inkml:trace contextRef="#ctx0" brushRef="#br0" timeOffset="117533.7872">9915 15152 0,'0'0'0,"0"0"0,0 0 0,0 0 16,0 0-16,0 0 15,0 0-15,-32 51 16,32-51-16,0 0 0,0 0 15,-7 11-15,0 0 0,1-1 0,-5 5 0,2 0 16,-1 0-16,5-5 0,0-2 0,0 0 0,2-5 0,2 0 16,0 0-16,1-3 0,-8 15 0,3-1 0,0 0 15,1-6-15,2 0 0,0 0 0,-1 8 0,1 1 16,0-1-16,1-6 0,-1-1 0,1-1 0,2 7 16,1 0-16,-1 1 0,1-8 0,-2 0 0,0 0 15,4 9-15,-1 0 0,0 0 0,-1-7 0,0-1 0,0 1 16,-2-10-16,7 14 0,1-1 0,-1 0 0,-3-5 15,0-2-15,0 1 0,8-1 0,-3 0 0,0 0 16,-2-4-16,-1 0 0,-1 1 0,-5-3 0,12 6 16,1-1-16,-1 1 0</inkml:trace>
  <inkml:trace contextRef="#ctx0" brushRef="#br0" timeOffset="117921.7096">10286 15264 0,'0'0'0,"2"4"0,1 0 16,-5 4-16,3 6 15,-3 4-15,-2 6 16,-1 1-16,5-25 0,0 0 16,0 0-16,-4 9 0,1 0 0,-1-1 0,3 2 15,0-2-15,0 1 0,-1 3 0,0-2 0,0 1 0,-2 1 16,0 0-16,0 0 0,0 0 0,0-2 0,1 1 16,-1 1-16,2 0 0,0-1 0,-1 1 0,0-2 15,0 1-15,0 0 0,1 1 0,0 0 0,-2-3 16,2-1-16,0 0 0,-1-1 0,2 0 0,0 0 15,-2-1-15,2-1 0,0 0 0,-1-1 0,1-1 0,0 1 16,0-3-16,0-1 0,0 1 0,1-1 0,0 0 16,0 0-16,-1 0 0,1 0 0,0 0 0,-1 0 15,1 0-15,0 0 0</inkml:trace>
  <inkml:trace contextRef="#ctx0" brushRef="#br0" timeOffset="118199.0669">9981 15588 0,'14'7'0,"12"4"0,5 8 15,9-4-15,2 4 16,-2 1-16,5-3 15,2 0-15,-47-17 0,0 0 0,0 0 16,14 5-16,-2 0 0,1-1 0,1 0 0,0 0 16,-1-1-16,0-2 0,-1-1 0,-1 0 0,-1-3 15,1 0-15,-1 1 0,0-2 0,-1 0 0,-1 0 16,-3 0-16,-2 2 0,0 0 0</inkml:trace>
  <inkml:trace contextRef="#ctx0" brushRef="#br0" timeOffset="118516.5837">10143 15235 0,'10'-10'0,"4"3"0,5 1 16,-1 7-16,10 2 15,0 4 1,4 1-16,3 2 16,-35-10-16,0 0 0,0 0 0,13 5 0,-3 0 0,0 1 15,3-1-15,-3 0 0,0 0 0,-1-1 0,-1 0 16,0 0-16,1-1 0,-1-2 0,0 1 0,0-4 15,0 1-15,-1 0 0,-2 0 0,-2 0 0,0 0 16</inkml:trace>
  <inkml:trace contextRef="#ctx0" brushRef="#br0" timeOffset="118827.5711">10643 15308 0,'-8'13'0,"4"-5"0,4-5 0,0-1 16,0-2-16,0 4 15,0-2-15,1-4 16,-1 2-16,0 0 0,0 0 0,3-1 0,0 0 16,1-1-16</inkml:trace>
  <inkml:trace contextRef="#ctx0" brushRef="#br0" timeOffset="119353.9875">10582 15246 0,'6'-6'0,"-3"2"0,-1 5 16,0 1-16,1-2 15,-1 5-15,2 2 16,-3 1-16,-1-8 0,0 0 15,0 0-15,-1 5 0,0-1 0,0 0 0,-1 1 0,1 0 16,0-1-16,0 4 0,0-1 0,0 0 0,0 1 16,0-1-16,0 0 0,-1 0 0,1 1 0,0-1 15,-3 3-15,2-1 0,0 0 0,-3 1 0,1 0 16,0-1-16,0 1 0,1 0 0,0-1 0,1 1 0,0-1 16,0 0-16,-2 1 0,2-2 0,0 0 0,0 1 15,1 1-15,0-1 0,-2 0 0,0 0 0,0 0 16,0-1-16,1 0 0,0 0 0,-1 0 0,1-1 15,-1 0-15,0 0 0,2-1 0,0 0 0,-1 1 16,0 1-16,0-1 0,0-2 0,1 0 0,0-1 0,-1 0 16,1 0-16,0 1 0,-1-2 0,0 0 0,0 0 15,0 0-15,-1-1 0,1-1 0,0 0 0,0-1 16,0 1-16,2-3 0,0-1 0,0 1 0,-2-3 16,2 2-16,0-1 0,-2 1 0,2 2 0,0-1 15,0 1-15,0 1 0,0-1 0,0 0 0,0 1 0,0 0 16</inkml:trace>
  <inkml:trace contextRef="#ctx0" brushRef="#br0" timeOffset="119799.0605">10561 15209 0,'14'-9'0,"1"4"0,6 10 16,2-1-16,-2 7 15,6 4-15,2 3 16,-3 3 0,-26-21-16,0 0 0,0 0 0,8 8 0,0 0 15,0 0-15,0 0 0,-2 0 0,0 0 0,-1 0 0,-1-1 16,1-1-16,-1 1 0,-1 0 0,0 0 0,-2 3 15,0-2-15,0 0 0,-5-2 0,2 0 0,0-1 16,-2 0-16,0 0 0,1 1 0,0 0 0,0-1 16,0 0-16,-4-1 0,2-1 0,-1 1 0,-2-1 0,1-1 15,0 0-15,2 0 0,1-1 0,1 1 0,0-1 16,2-1-16,0 0 0,-1 0 0,2 0 0,0 0 16,-17 1-16,1 0 0,1 0 0,1 0 0,2-1 15,-1 0-15,1-2 0,-1 1 0,1 0 0,3 0 16,2-1-16,-1 1 0,0-1 0,1 1 0,0 0 0,1 1 15,2 0-15,0 0 0,-1-3 0,1 2 0,0 0 16,3-3-16,1 0 0,0 0 0,0 4 0,0 0 16,0 0-16,1-3 0,-1 0 0,0 1 0</inkml:trace>
  <inkml:trace contextRef="#ctx0" brushRef="#br0" timeOffset="120449.7133">11021 15322 0,'0'0'0,"0"0"0,0 0 0,-4 4 16,-2 1-16,-2 2 15,1 0-15,-3 9 16,10-16-16,0 0 0,-4 4 15,-1 0-15,1 0 0,-1 0 0,2-1 0,0 1 16,-2 1-16,0 0 0,-1-1 0,0 3 0,0-2 0,0 0 16,1 3-16,-1-2 0,1 1 0,0 1 0,0 1 15,0 0-15,-2 0 0,1-1 0,1 0 0,-2 0 16,1-1-16,0 1 0,0 2 0,3-1 0,0-1 16,1 2-16,0 0 0,0-1 0,0-1 0,0 0 15,0 0-15,1 0 0,0-1 0,0 1 0,4-1 0,-2-1 16,0 0-16,1 0 0,0-1 0,0 0 0,1-1 15,-2-1-15,0 0 0,4 2 0,-1-1 0,-1 0 16,2-2-16,-2 0 0,0-1 0,3 1 0,-2-1 16,0-1-16,1 1 0,-2 0 0,0-1 0,2 0 15,0 0-15,0 0 0,-1-1 0,1 1 0,-1-1 0,-1 0 16,0 0-16,0 1 0,-1-2 0,-1 2 0,0-1 16,1-4-16,-1 1 0,0 0 0,-1-2 0,0 1 15,0-1-15,-4 1 0,2 0 0,0 1 0,-2-1 16,2 0-16,0 0 0,-4-1 0,1-1 0,1 1 15,-3 0-15,1 0 0,0 1 0,-2 1 0,1 0 0,0 0 16,-1-2-16,0 0 0,1 1 0,-2 0 0,2 2 16,-1-1-16,1 2 0,2 0 0,0 1 0,-3-2 15,-1 2-15,1-1 0,1 1 0,0 0 0,-1 1 16,3-3-16,0 1 0,0 1 0,4-5 0,1 1 0,0 1 16</inkml:trace>
  <inkml:trace contextRef="#ctx0" brushRef="#br0" timeOffset="120866.6346">11160 15238 0,'11'-5'0,"-4"4"0,7 5 16,1 4-16,0 6 15,3 4-15,0 7 16,-2 11-16,-16-36 0,0 0 15,0 0-15,6 14 0,-1-1 0,1 0 0,-1 2 16,-1 0-16,0-1 0,-1 5 0,-1 0 0,0-1 0,0 5 16,0-2-16,0 1 0,-3 1 0,0-1 0,0 0 15,-6 1-15,2-1 0,0 0 0,-4-3 0,0 0 16,1-1-16,-5-2 0,-1-2 0,1 1 0,-1-6 16,2 0-16,-1 0 0,13-9 0,-29 7 0,3 0 15,-1 0-15,-14-4 0,3-2 0,0 1 0,38-2 0,-44-10 16,0 1-16,1 1 0</inkml:trace>
  <inkml:trace contextRef="#ctx0" brushRef="#br0" timeOffset="146716.6775">24383 14977 0,'0'0'0,"0"0"0,0 0 16,0 0-1,0 0-15,0 0 16,0 0-16,0 0 15,0 0-15,0 0 0,0 0 0,5 17 0,0-2 0,0 1 16,-1-6-16,-1-1 0,1 1 0,-4-10 0,1 4 16,0 0-16,0-1 0,0 22 0,0 0 0,0 0 15,1 5-15,-2-1 0,0 0 0,1-14 0,-1-1 16,0 1-16,-1 7 0,1-1 0,0 1 0,-1 4 0,1 0 16,0 0-16,0-26 0,-1 28 0,0-2 0,0 1 15,0 5-15,0-1 0,0 1 0,0-3 0,0-1 16,-1 1-16,2-29 0,-1 28 0,0 0 0,0-1 0,-1 5 15,2 0-15,0 0 0,-2-1 0,2 0 16,0-1-16,-1-16 0,1 1 0,0-1 0,-2 13 16,2-2-16,0 0 0,0-12 0,0 1 0,0-1 0,-1 10 15,1 0-15,0-1 0,-1-10 0,1 1 0,0-1 16,0-12-16,2 23 0,-2-1 0,0 1 0,0-10 16,0-1-16,0 1 0,0-13 0,0 0 0,0 0 0</inkml:trace>
  <inkml:trace contextRef="#ctx0" brushRef="#br0" timeOffset="148416.3739">24339 14955 0,'0'0'0,"0"0"0,23-2 16,-10 0-16,30 1 15,-18-1 1,-16 2-16,53-1 15,-62 1-15,0 0 0,0 0 0,27 0 0,-1-1 16,0 0-16,-13 0 0,-1 1 0,1 0 0,-13 0 0,0 0 16,23-3-16,-3 0 0,1 1 0,9 0 0,-1 1 15,0 0-15,-29 1 0,39-2 0,-2 0 0,0 0 16,-37 2-16,50-3 0,0-1 0,-1 1 0,35-2 16,0-1-16,-1 1 0,-83 5 0,77-6 0,-3 1 15,1 0-15,-9-1 0,-2 1 0,0 0 0,-64 5 0,60-6 16,0 1-16,0-1 0,-1-1 0,0 2 0,0-1 15,-2 1-15,1 0 0,0 1 0,-2 3 0,-1 1 16,0-1-16,-4 3 0,-1-2 0,-1 1 0,12 0 16,0 0-16,0-1 0,-30 1 0,0-1 0,0 0 15,14 2-15,-2-2 0,1 0 0,-44 0 0,43-2 0,1 1 16,-1 1-16,0-3 0,1 1 0,-1 0 0,3 0 16,-3 1-16,0 0 0,4-1 0,-3 1 0,1 1 15,2-1-15,-1 1 0,-1-1 0,1 2 0,-2-1 16,1 1-16,-45-1 0,41 5 0,-1 0 0,1-1 0,9 4 15,0-2-15,0 1 0,-5-2 0,1-1 0,-1 1 16,-22-2-16,-3-1 0,1 0 0,15 0 0,0-1 16,1 0-16,-5 5 0,-1-1 0,0-1 0,-31-4 15,0 0-15,0 0 0,44 6 0,1-1 0,-1 0 0,-7 0 16,0-1-16,1 1 0,-5 0 0,-2-1 0,0 0 16,-2 3-16,-1-2 0,-1 0 0,-13-1 0,-1-1 15,1 0-15,13-1 0,-3 0 0,1 0 0,-9-1 16,-3 0-16,1 0 0,-14-1 0,0 0 0,0 0 15,24 4-15,1-1 0,0 0 0,5 1 0,-2 0 16,0-1-16,-14 0 0,1-1 0,-1 0 0,-8-2 0,0 1 16,-1-1-16,6 4 0,0 1 0,1-1 0,8 2 15,-2-1-15,1 0 0,-9-1 0,-1-2 0,1 1 16,-5-2-16,-2 1 0,0-1 0,-1-1 0,-1 0 16,0 0-16,0 0 0,-1 0 0,0 0 0,0 0 15,0 0-15,0 0 0,-2 9 0,1-1 0,0-1 0,-1-2 16,2-1-16,0 0 0,-2 6 0,2-1 0,0 0 15,-1-4-15,1 0 0,0-1 0,-4 7 0,2 0 16,0-1-16,0-4 0,1 0 0,-1 0 0,-4 8 16,1 0-16,0 0 0,1-6 0,2-1 0,0 1 15,-2 12-15,0-1 0,1 1 0,1-8 0,1-1 0,0 0 16,-5 11-16,2-1 0,0 0 0,1-10 0,1 1 16,0-1-16,-4 16 0,2 0 0,0 0 0,2-13 15,0 1-15,0 0 0,-1 13 0,1 0 0,0 0 16,0-12-16,1-1 0,-1 0 0,1 18 0,1-1 15,0 0-15,-1 0 0,1 0 0,0 0 0,-1-17 16,1 0-16,0 0 0,-1 17 0,1 1 0,0-1 16,0-14-16,0 0 0,0 0 0,0 8 0,0 1 0,0-1 15,2 3-15,-2-1 0,0 1 0,1-15 0,-1 0 16,0-1-16,1-7 0,-1-1 0,0 0 0,3 22 16,-3-1-16,0 0 0,0 4 0,0 0 0,0-1 15,-1-13-15,1-2 0,0 1 0,-5 11 0,2 0 0,0 1 16,1-12-16,0-1 0,0 0 0,-7 3 0,1-1 15,1 1-15,2-8 0,1-1 0,0 0 0,-11 4 16,1 1-16,-1-1 0,6-6 0,1 1 0,0-1 16,-10-1-16,0 1 0,1-1 0,5-2 0,3 0 0,0-1 15,9-2-15,0 0 0,0 0 0,-33 3 0,1-1 16,0-1-16,13 0 0,0 1 0,1-1 0,-11-3 16,2 0-16,0 1 0,13-1 0,-1 1 0,1-1 15,-17-2-15,2 2 0,0-1 0,0-2 0,0 1 16,0 0-16,15 1 0,0 1 0,1 0 0,-20-5 0,1 0 15,0 1-15,-1 0 0,0-1 0,1 1 0,-14-2 16,1 0-16,1-1 0,44 9 0,0 0 0,0 0 16,-48-7-16,3 0 0,0 0 0,22 3 0,0 1 15,0 0-15,-9-3 0,0 2 0,0-1 0,-2 0 16,0 1-16,0 0 0,-1 0 0,1-1 0,0 1 0,-7 0 16,3-1-16,0 0 0,-1 2 0,1-1 0,0 1 15,-4-1-15,-1 1 0,1-1 0,4 2 0,1-1 16,1 0-16,-24-4 0,1 1 0,1 0 0,6 0 15,0-1-15,0 1 0,1-4 0,0-1 0,1 1 16,25 3-16,0 2 0,0 0 0,-8 0 0,0 1 0,0 0 16,2-1-16,0 0 0,0 0 0,0 1 0,0 1 15,0-1-15,-1 0 0,1 1 0,0 0 0,-1-1 16,1-1-16,0 1 0,0-2 0,2 2 0,0-1 16,13 2-16,3 1 0,-1 1 0,-16-9 0,3 2 15,-1 0-15,-2 0 0,2 1 0,0 1 0,-2 0 0,2 1 16,0 0-16,0 2 0,0-1 0,0 1 0,-9-1 15,0 0-15,0 0 0,16 1 0,2 1 0,1 0 16,-13-2-16,1 0 0,0 1 0,-1 0 0,1 0 16,0 1-16,0 0 0,0 0 0,0 0 0,1-1 15,2 1-15,0-1 0,2 0 0,-1 0 0,0 1 0,12 0 16,2 1-16,0-1 0,-9 0 0,0 1 0,1 0 16,7 0-16,2-1 0,-1 1 0,-9 0 0,-1-1 15,0 1-15,10-1 0,1 2 0,-1-1 0,-13 1 16,1 0-16,-1 0 0,10 0 0,2 0 0,-1 0 0,-6 1 15,-1-1-15,0 0 0,10 2 0,0-2 0,-1 0 16,-10 4-16,1-1 0,0-1 0,10 1 0,0-1 16,-1 0-16,7 0 0,1-1 0,0-1 0,4 0 15,0 0-15,0 0 0,-19-3 0,0 1 0,1-1 16,5 6-16,3-2 0,0 1 0,5 0 0,1-1 16,-1 0-16,-5 1 0,1 0 0,-1-1 0,5 1 0,0-1 15,0-1-15,2 1 0,1-1 0,0 0 0,0 0 16,2 0-16,0 0 0,0 0 0,0 0 0,0 0 15,0 0-15,0 0 0,0 0 0,0 0 0,0 0 16,0 0-16,-7-7 0,1 2 0,0 0 0,1 1 0,2 1 16,0 0-16,1 1 0,1 1 0,0-1 0</inkml:trace>
  <inkml:trace contextRef="#ctx0" brushRef="#br0" timeOffset="148966.9128">22716 15008 0,'0'0'0,"0"0"0,0 0 0,0 0 16,-19-43-16,8 17 15,6 17 1,-7-13-16,12 22 0,0 0 0,0 0 15,-3-5-15,1 2 0,0-1 0,0 2 0,2 1 16,0 0-16,-1 0 0,1 0 0,0 1 0,0 0 16,0 0-16,0 0 0,2 8 0,-1-1 0,0 1 15,1-3-15,-2-1 0,0 0 0,3 12 0,-2-1 0,0-1 16,1-6-16,-2 0 0,0 0 0,1-3 0,-1-2 16,0 1-16,1 5 0,0 0 0,0-1 0,1-2 15,-2-1-15,0-1 0,0-4 0,3 15 0,-1-2 16,-1 1-16,1-7 0,-2 1 0,0-1 0,3 5 15,-2-1-15,0 0 0,0-5 0,0 0 0,0-1 0,-3 11 16,2 0-16,0 0 0,0-16 0,-2 8 0,2 1 16,0 0-16,-4 5 0,2-2 0,-1 1 0,1-6 15,1 0-15,0 0 0,1-7 0,-2 3 0,2 0 16,0 0-16,-1-2 0,1 0 0,0-1 0,-3-1 16,1-1-16,0 1 0,2 1 0,0 0 0</inkml:trace>
  <inkml:trace contextRef="#ctx0" brushRef="#br0" timeOffset="149290.8379">22659 14882 0,'0'0'0,"0"0"0,0 0 16,24-48-16,2 15 15,1 10-15,2 13 16,-8 10-16,-21 0 0,0 0 16,0 0-16,7 2 0,-1 1 0,1 0 0,-7-3 15,7 3-15,-1-1 0,0 0 0,0 5 0,-2-1 16,1 0-16,-1 3 0,-1-2 0,0 1 0,1 0 15,-1 1-15,0-1 0,-1 0 0,-1 1 0,0-1 0,-4 2 16,0-1-16,0 1 0,-2-3 0,2 0 0,0 0 16,0-1-16,1-1 0,0-1 0,-6-1 0,3 0 15,0 0-15,-2 1 0,2-2 0,-1 0 0,1 1 16,0-2-16,0 1 0,-1 1 0,2 0 0,-1 0 16,0-2-16,1 0 0,0-1 0,0 2 0,0 1 0,0-1 15,-4-4-15,2 2 0,0-1 0,0 0 0,2 0 16,-1 0-16,3-2 0,0 2 0,0-1 0,3-3 15,-1 2-15,0-1 0,1 2 0,-1 0 0,0-1 16,0 3-16,0-1 0,0 1 0,1 0 0,-1 0 0,0 0 16,0 0-16,0-2 0,0 2 0,0 0 0,0 0 15</inkml:trace>
  <inkml:trace contextRef="#ctx0" brushRef="#br0" timeOffset="149566.2576">22996 14844 0,'0'0'0,"0"0"0,0 0 15,0 0-15,0 0 16,0 0-16,0 0 16,0 0-16,0 0 15,0 0-15,0 0 0,0 0 0,0 0 0,0 0 16,5 19-16,0-1 0,0 0 0,-2-1 0,0 0 0,0 0 16,0 0-16,-1 0 0,0 0 0,-3-1 0,1-1 15,0 0-15,-2-1 0,2-1 0,0 0 0,2 1 16,-1-1-16,0 0 0,1-4 0,-1-1 0,0 0 15,2-2-15,-2-2 0,0 1 0,0-4 0,-1 0 16,0 0-16,0-2 0,0 0 0,0 0 0,3-5 0,0 0 16,0 1-16,0 2 0,-2 0 0,1 0 0,-1 1 15,0 1-15,0 0 0,-1 1 0,0-1 0,0 1 16,0 0-16</inkml:trace>
  <inkml:trace contextRef="#ctx0" brushRef="#br0" timeOffset="149944.1903">23219 14868 0,'-2'-7'0,"2"4"0,3 3 0,-2 1 16,-1 0-16,-1 3 15,-5 7 1,-4 0-16,10-11 0,0 0 0,0 0 16,-7 7-16,1-1 0,0 0 0,-1 1 0,0-2 15,1 0-15,-4 3 0,2 0 0,-1-1 0,0-1 16,1-1-16,-1 0 0,1 0 0,2-1 0,0 0 15,0 1-15,-1-1 0,1 1 0,1 0 0,2-1 16,0 0-16,-1-1 0,2 0 0,0-1 0,1 0 0,-1-1 16,1 0-16,0 2 0,0-1 0,0-1 0,-1 3 15,2-1-15,0 0 0,3-2 0,-2 1 0,0-1 16,4 0-16,-3 1 0,0 0 0,4 1 0,-2 1 16,0-1-16,2 3 0,-1-2 0,-1 1 0,-4-5 15,0 0-15,0 0 0,8 9 0,0 1 0,0-1 0,1-2 16,-2-1-16,0 1 0,1 0 0,1 0 0,-1 0 15,-1-2-15,-1 1 0,1 0 0,0 0 0,-2 0 16,0 0-16,-1-1 0,-1-2 0,1 1 0,0-1 16,-1-1-16,0 0 0,4 0 0,-2-1 0,0 0 0,1-4 15,-3 2-15,0-1 0,0 0 0,-2 2 0,0-1 16,-1 1-16,1-1 0,-1 0 0,0 1 0</inkml:trace>
  <inkml:trace contextRef="#ctx0" brushRef="#br0" timeOffset="150283.0616">23441 14758 0,'1'1'0,"-1"1"16,13 1-16,0 10 15,-6 3-15,-2 6 16,-4 6-1,-2 7-15,1-35 0,0 0 0,0 0 16,0 0-16,1 11 0,-1-1 0,0 0 0,-1 7 16,0 0-16,0-1 0,-1 2 0,1 0 0,0 0 15,1-1-15,0 0 0,0-1 0,-1-1 0,1 0 16,0-1-16,0-1 0,0 0 0,0 0 0,2-6 0,0 0 16,0 0-16,-1-1 0,0 1 0,0-1 0,-2 0 15,1-1-15,0 0 0,3-1 0,-3-2 0,0 1 16,1-1-16,-1 1 0,0-1 0,1-2 0,-1 0 15,0 0-15,0-6 0,0 2 0,0-1 0,0 2 16,0 0-16,0 0 0,0 2 0,0 0 0,0 0 0,0 0 16,0 1-16,0 0 0</inkml:trace>
  <inkml:trace contextRef="#ctx0" brushRef="#br0" timeOffset="150432.851">23404 14975 0,'2'-8'0,"6"-1"0,8-4 0,17 1 16,15 9 0,5 3-16,5-7 15,-30 4-15,-28 3 0,0 0 0</inkml:trace>
  <inkml:trace contextRef="#ctx0" brushRef="#br0" timeOffset="155266.9067">25884 14811 0,'0'0'0,"0"0"0,0 0 15,0 0-15,0 0 16,0 0-16,0 0 15,0 0 1,0 0-16,0 0 0,0 0 0,0 0 0,0 0 0,0 0 16,0 0-16,0 0 0,0 0 0,0 0 0,0 0 15,6 3-15,-2-2 0,0 1 0,0 0 0,-2-1 16,0 1-16,2 5 0,-2 1 0,0-1 0,1-2 16,-2 0-16,0-1 0,-5 8 0,3 1 0,0-1 15,-1-5-15,1-1 0,0 1 0,0-4 0,1-1 0,0 1 16,-1-1-16,1-2 0,0 1 0,-3 13 0,2-2 15,0 1-15,0-5 0,0 0 0,0-1 0,-1 12 16,1-1-16,0-1 0,0-6 0,0-1 0,0 0 16,0 12-16,0 0 0,0 0 0,-1-10 0,2 0 15,0 1-15,-1 16 0,-1 0 0,1 0 0,-1 0 16,2-1-16,0 0 0,-1-14 0,1 0 0,0 0 0,1 18 16,0 0-16,0-1 0,2 0 0,-2 0 0,0 0 15,0-15-15,-1-2 0,0 1 0,0-15 0,2 32 16,0 1-16,0-1 0,-1-13 0,0-2 0,0 1 15,3 9-15,-2 0 0,0 0 0,1 2 0,0 0 0,0 0 16,1-15-16,-3 1 0,0 0 0,0-9 0,-1-1 16,0 0-16,3 19 0,-1 0 0,0-1 0,-2-23 15,1 14-15,0 0 0,0-1 0,2 11 0,-1-1 16,0-1-16,-1-10 0,0 1 0,0-1 0,-1-12 0,1 21 16,0 1-16,0-1 0,2-8 0,-3-2 0,0 0 15,0-11-15,0 4 0,0 0 0,0 0 0,0-2 16,0-1-16,0 1 0,0-2 0,2 3 0,-2 1 15,0-1-15,0 0 0,0-1 0,0-1 0,0-1 16,0 0-16,0 0 0</inkml:trace>
  <inkml:trace contextRef="#ctx0" brushRef="#br0" timeOffset="155932.9237">24871 15170 0,'0'0'0,"0"0"15,0 0-15,0 0 16,7 28-16,-3-11 15,-3-10 1,-3 39-16,2-46 0,0 0 0,0 0 16,-1 9-16,1-1 0,0 0 0,-1-4 0,1 0 15,0-1-15,-3 13 0,1-2 0,0 1 0,-2-6 16,3 0-16,0 0 0,0-1 0,0 1 0,0-1 16,-1-4-16,2 0 0,0 0 0,-3 16 0,2-1 0,0 0 15,1-19-15,-2 12 0,1-1 0,0 1 0,1-12 16,-2 14-16,1-1 0,0 1 0,-1-7 0,2 1 15,0-1-15,-1 6 0,1 0 0,0 0 0,0-13 16,0 7-16,0 0 0,0 0 0,0-4 0,0-1 0,0 1 16,0-1-16,0-1 0,0-1 0,0 0 0,7 4 15,-2 0-15,0-1 0,-5-3 0,0 0 0,0 0 16</inkml:trace>
  <inkml:trace contextRef="#ctx0" brushRef="#br0" timeOffset="156278.876">25193 15205 0,'0'0'0,"0"0"0,5 8 16,3 5-16,2 8 16,-6 1-1,-5 2-15,-1 21 16,2-45-16,0 0 0,0 0 0,0 0 0,-3 20 15,1-1-15,0-1 0,0-2 0,-1-1 0,1 0 16,-1 2-16,0-1 0,0 0 0,1-1 0,0-1 0,0 0 16,-1-2-16,2-1 0,0 0 0,2 1 0,-1-1 15,0 1-15,0-2 0,0 0 0,0 0 0,-1-4 16,0 1-16,0-1 0,1 1 0,0 0 0,0 0 16,0-3-16,0-1 0,0 1 0,-1-1 0,0-2 0,0 1 15,-2 0-15,3-2 0,0 1 0,-4-3 0,2-1 16,0 1-16,-1-2 0,2 0 0,0 0 0,-1 1 15,2 2-15,0 0 0,0 0 0,0 0 0,0 1 16,-1 0-16,1 0 0,0 0 0,0 0 0,0 0 16,0 0-16</inkml:trace>
  <inkml:trace contextRef="#ctx0" brushRef="#br0" timeOffset="156466.7781">24873 15403 0,'0'0'0,"0"0"0,0 0 0,1-1 15,12-3-15,17 2 16,-2 0-16,30 4 16,-58-2-16,0 0 0,0 0 15,0 0-15,23 2 0,-3 0 0,1 0 0,5 1 16,-2 0-16,-1-1 0,5 3 0,-2-1 0,0 0 16,0 0-16,0 1 0,-1-1 0,-1-2 0,-2 0 15,0 1-15</inkml:trace>
  <inkml:trace contextRef="#ctx0" brushRef="#br0" timeOffset="161333.4088">26637 15015 0,'0'0'0,"0"0"15,0 0-15,0 0 16,0 0-16,0 0 16,0 0-16,0 0 15,0 0-15,0 0 0,0 0 0,0 0 0,0 0 16,0 0-16,1 17 0,0 1 0,0-1 0,1-5 0,-2-2 15,0 1-15,1-7 0,-1 0 0,0 0 0,1 6 16,-1-2-16,0 0 0,1-2 0,-1-2 0,0 1 16,3 7-16,0-1 0,0 0 0,0-4 0,-1-1 15,0 1-15,-2-7 0,2 2 0,-2 1 0,0-1 16,1-1-16,-1 0 0,0-1 0,0 1 0,0 0 16,0-1-16,0 0 0,0 0 0,0 0 0</inkml:trace>
  <inkml:trace contextRef="#ctx0" brushRef="#br0" timeOffset="161732.9752">26495 14961 0,'12'-17'0,"9"-1"0,-4 9 15,22 8-15,4 5 16,-3 6-16,1 0 15,-1 8-15,-40-18 16,0 0-16,0 0 0,13 10 0,-2-2 0,1 1 16,-1 1-16,-1-1 0,1-1 0,-2 5 0,-1-1 15,1 0-15,-9-12 0,0 0 0,0 0 0,7 21 16,0-1-16,0-1 0,-5-2 0,-1 0 0,0 0 16,-2-5-16,0 0 0,0-1 0,-4 1 0,0-1 0,0 0 15,-3 0-15,0-1 0,1 1 0,-1-3 0,1-1 16,-1 0-16,-3 2 0,1-1 0,-1 0 0,1-3 15,1 0-15,-1 0 0,0-2 0,0 0 0,-1 0 16,-2 0-16,0-1 0,1-1 0,2 1 0,0-2 0,1 0 16,-2 1-16,1-1 0,1 1 0,-1-4 0,2 1 15,-1-1-15,2 2 0,2 1 0,0-1 0,2-4 16,0 1-16,-1-1 0,6-4 0,-2 0 0,0 0 16,5 2-16,-3 1 0,0 0 0,1 2 0,-2 1 15,0 0-15,-1 3 0,0 0 0,0 0 0,2-2 0,-2 1 16,0 1-16</inkml:trace>
  <inkml:trace contextRef="#ctx0" brushRef="#br0" timeOffset="162535.1638">27090 15183 0,'43'-6'0,"-4"-6"0,-14-4 0,-10 7 16,-8 4-16,-8-4 15,-5 2-15,-12-5 16,18 12-16,0 0 0,-9-2 0,-1 1 15,1 0-15,9 1 0,-9-3 0,-1 0 0,1 1 16,-3 4-16,1-1 0,1 0 0,-4 2 0,0 1 0,1-1 16,1 2-16,1 0 0,0-1 0,2 2 0,1 0 15,0 0-15,0 1 0,1 0 0,1 0 0,2 1 16,0 0-16,0 0 0,0-3 0,0 1 0,-1 0 16,2 0-16,1 0 0,0-1 0,4 1 0,-1 0 0,0-1 15,4-1-15,-1 1 0,-1 0 0,5-1 0,-1 0 16,0 0-16,2 1 0,-2-1 0,0 0 0,4-2 15,1 0-15,-1 1 0,3-3 0,-2 0 0,0 0 16,2-2-16,-2 0 0,1 0 0,1 1 0,0 1 16,-1 0-16,-3-1 0,0-1 0,-1 1 0,2-2 15,1 1-15,-1 0 0,-2-1 0,1 1 0,-1 0 0,0 0 16,-1 1-16,-1 1 0,-1-2 0,-1 1 0,0 0 16,-1-1-16,-1 1 0,-1 1 0,0 2 0,0 0 15,0 0-15,-1 1 0,0-1 0,0 1 0,0 0 16,0 0-16,0-1 0,1 3 0,-1-2 0,0 1 0,2 1 15,-2 0-15,0 0 0,2 0 0,-2 0 0,0 0 16,1 1-16,-1 0 0,0 0 0,2 0 0,-1 1 16,0-1-16,3-1 0,-1-1 0,0 0 0,-1 1 15,0 0-15,1 0 0,1 2 0,-1-1 0,0-1 16,3 0-16,0-1 0,1 0 0,1-1 0,-2-2 0,0 0 16,5-3-16,-2 0 0,0 0 0,5 0 0,-3 2 15,1-1-15,-3-2 0,-1 0 0,1 1 0,5-6 16,0 2-16,-1-1 0,-2-2 0,-1 1 0,0 1 15,2-3-15,-2 0 0,0 0 0,-1-1 0,-2 1 16,0-1-16,2-4 0,-1 1 0,0 0 0,0 0 0,1 0 16,-1 0-16,-2 1 0,-2-1 0,1 1 0,0-1 15,0 0-15,0 0 0,-8 13 0,2 1 0,0 0 16,3-7-16,-2 1 0,0 0 0,2-2 0,1 0 16,-1 0-16,1 0 0,-2 0 0,0 1 0,0 3 15,-1 1-15,0-1 0,1 3 0,-2-1 0,0 1 0,1-1 16,-1 1-16,0 0 0,1-1 0,-1 2 0,0-1 15,3 1-15,-2 0 0,0 0 0,2 1 0,-2 1 16,1 0-16,0 4 0,0 0 0,0-1 0,0 3 16,-1 0-16,0 0 0,2 3 0,-2-1 0,0 1 0,1-4 15,-2 0-15,0 0 0,1 3 0,-1 0 0,0 0 16,2 2-16,-2 0 0,0 0 0,0 2 0,0 0 16,0-1-16,2 2 0,-1-1 0,0 0 0,0 1 15,0 0-15,0 0 0,-1-1 0,0-1 0,0 1 16,-1-5-16,0 1 0,0 0 0,-1-3 0,1-2 15,0 1-15,-2-3 0,2-2 0,0 1 0,-2-1 0,2-1 16,0 0-16,-2-3 0,2 1 0,0 0 0,1 2 16,-2-2-16,1 0 0,0-1 0</inkml:trace>
  <inkml:trace contextRef="#ctx0" brushRef="#br0" timeOffset="163183.1947">27578 15165 0,'0'0'0,"13"-20"0,-6 8 0,-4 7 15,-3 4 1,24-7-16,-11 4 16,41 4-1,-54 0-15,0 0 0,0 0 0,12 1 0,-3-1 0,0 0 0,16 3 16,-2 0-16,-1 0 0,-9-1 0,-1 0 0,1-1 16,-7 0-16,-1 0 0,0-1 0,16 7 0,0-1 15,-1 1-15,-20-7 0,0 0 0,0 0 0,29 9 16,-1-2-16,0 1 0,-13-4 0,0 0 0,-1 0 15,-7-2-15,-2-1 0,0 1 0,-5-2 0,23 5 0,-2 0 16,1 0-16,-8-1 0,-2-2 0,0 0 0,-12-2 16,7 2-16,-3-1 0,0 0 0,-1 0 0,-2-1 15,0 0-15,1 0 0,-2 0 0,0 0 0,6 2 16,-1-2-16,1 1 0,-2 0 0,-1 0 0,0-1 16,-1 1-16,-1-1 0,0 0 0,-12-1 0,0 1 0,1-1 15,3 1-15,1 0 0,-1 0 0,4-1 0,1 1 16,0 0-16,-7 3 0,0 0 0,-1-1 0,4 0 15,2 0-15,0-1 0,-6 3 0,1 1 0,0 0 16,3-3-16,0 0 0,1 0 0,-3 4 0,1 0 0,0 1 16,2-4-16,1 1 0,0-1 0,2-1 0,1-1 15,0 0-15,-1 0 0,2-1 0,0 0 0,-3 10 16,1 0-16,0 0 0,0-4 0,1 0 0,0-1 16,0-2-16,1-1 0,0 0 0,9 2 0,-2-1 15,0 0-15,-2-1 0,1-1 0,-1 0 0,5 1 0,-2-2 16,1 0-16,-3 1 0,-2-1 0,0 0 0,5-2 15,0 1-15,-1 0 0,-3 0 0,-1 0 0,0 0 16,0 1-16,-3 0 0,0 0 0,1 0 0,-2 0 16,0 0-16,0 0 0,0 0 0,0 0 0,9-5 15,-2 0-15,0 1 0,0 1 0,-3 0 0,0 0 0,-1 1 16,-2 2-16,0-1 0,1 0 0,-2 1 0,0 0 16,6 6-16,0 0 0,-1 0 0,-1-1 0,-1-2 15,0 1-15,1 3 0,0 1 0,0-1 0,0-2 16,-2-1-16,0 0 0,0-2 0,-2-1 0,0 0 15,1 1-15,-1-1 0,0-1 0,7 7 0,-1-1 0,0 1 16,-6-7-16,0 0 0,0 0 0,6 4 0,-3-1 16,0 1-16,-1-2 0,-1-1 0,0 1 0,-1-2 15,0 0-15</inkml:trace>
  <inkml:trace contextRef="#ctx0" brushRef="#br0" timeOffset="163600.4706">28875 15081 0,'0'0'0,"0"0"0,0 0 0,0 0 15,0 0-15,18 17 16,-6-7-16,-11 23 15,-1-33-15,0 0 0,0 0 0,-1 6 16,1 0-16,0 0 0,-8 10 0,3 0 0,0 0 16,1-7-16,1-1 0,0 0 0,-11 17 0,3-2 15,-1 0-15,5-9 0,1-1 0,0 0 0,6-13 16,0 0-16,0 0 0,-11 19 0,2 1 0,0 0 16,-2-1-16,1 0 0,1-1 0,4-7 0,1-2 0,-1 0 15,-5 16-15,0-1 0,-1 1 0,1 4 0,0-1 16,-1-1-16,6-12 0,0-1 0,0 0 0,-2 4 15,2 1-15,-1-1 0,3-9 0,0 1 0,0-1 16,0 6-16,0 0 0,0 0 0,0-6 0,2-1 16,0-1-16,0-3 0,1-1 0,0 0 0,-1-1 0,1-2 15,0 1-15,0 0 0,0-1 0,0 0 0,0 0 16,0 0-16,0 0 0,-5-4 0,1-1 0,0 0 16,1 3-16,0 0 0,0-1 0,3 3 0,0 0 15,0 0-15</inkml:trace>
  <inkml:trace contextRef="#ctx0" brushRef="#br0" timeOffset="164167.3498">26218 15701 0,'0'0'0,"0"0"0,0 0 16,0 0-1,2 42-15,-1-16 16,-4 36-16,3-62 16,0 0-16,0 0 0,-1 12 0,1-1 0,0 1 15,0-12-15,-5 26 0,2 0 0,0-1 0,1-10 16,0-1-16,0 1 0,2-15 0,-2 6 0,2-1 16,0 1-16,-3 13 0,-1-1 0,1 0 0,3-18 0,-3 10 15,2 1-15,0-1 0,-1 7 0,0 0 0,0 0 16,1-8-16,0 0 0,0 0 0,1-9 0,-1 3 15,1 0-15,0 0 0,0-2 0,0 0 0,0 0 16,0-1-16,-4 12 0,1-1 0,0 0 0,0-4 0,1-1 16,0 1-16,0-5 0,2 0 0,0 1 0,0-3 15</inkml:trace>
  <inkml:trace contextRef="#ctx0" brushRef="#br0" timeOffset="164499.6436">26256 15640 0,'21'-25'0,"-3"6"16,2 7 0,6 7-16,6-2 15,-6 19-15,-2 3 16,-3-1-16,-21-14 0,0 0 0,0 0 16,0 0-16,8 8 0,-1 0 0,0-1 15,2 2-15,-3 1 0,0-1 0,2 3 0,-1 0 0,-1 0 16,-3-1-16,0 0 0,0 0 0,-3-11 0,0 0 15,0 0-15,-3 15 0,1-1 0,0 0 0,-5-3 16,1 0-16,1 0 0,-1-4 0,0 0 0,0 0 0,-6 0 16,3 0-16,0-1 0,-3 0 0,2 0 0,0-1 15,-4 0-15,1-1 0,-1 0 0,-1-3 0,0 0 16,1 0-16,-3 1 0,2 0 0,-1 1 0,1 0 16,1-2-16,1 1 0,-1 2 0,2-2 0,0 1 15,5-1-15,1-1 0,0 0 0,2-2 0,2-1 0,0 0 16,1 0-16,0 1 0,0 0 0,0 1 0,1-1 15,0 0-15</inkml:trace>
  <inkml:trace contextRef="#ctx0" brushRef="#br0" timeOffset="165616.5807">26762 15834 0,'7'-8'0,"7"1"16,-14 7-16,15-22 15,-14 3-15,-5 6 16,-3-1-16,7 14 16,0 0-16,0 0 0,0 0 0,-13-4 15,3 0-15,0 0 0,-3 2 0,1 1 0,0-1 16,-1 5-16,1-2 0,-1 1 0,1 3 0,2-1 16,-1 0-16,1 1 0,2-1 0,-1 0 0,0 3 15,2-1-15,0 1 0,-3 1 0,3 1 0,0 0 0,0 1 16,0 1-16,1-1 0,2 0 0,2-1 0,0 1 15,1-4-15,0 0 0,0 1 0,-2 1 0,2-1 16,0 1-16,4-4 0,0 0 0,0-1 0,1 1 16,0 0-16,0-1 0,3-1 0,-1 0 0,0 0 15,4-4-15,-1 2 0,-1-1 0,2 2 0,-2-1 0,1 0 16,-1-3-16,0 0 0,1 0 0,1-1 0,-2 1 16,0-1-16,3-1 0,-2 0 0,0 0 0,-1 2 15,-1-1-15,0 1 0,-2-1 0,0 0 0,1 0 16,-3 1-16,0 0 0,0 1 0,0-1 0,-1 0 0,0 1 15,0 0-15,-1 1 0,0 0 0,-1 3 0,0-1 16,0 1-16,0-1 0,0 1 0,0 0 0,3 1 16,0-1-16,1 0 0,-2 2 0,-2 0 0,0-1 15,1 4-15,0-1 0,0 1 0,0 0 0,-1 1 16,0-1-16,-1 0 0,1 0 0,0-1 0,3 2 0,-2-1 16,0 0-16,1-3 0,0 1 0,0-1 0,2 3 15,-1 0-15,0-1 0,0-3 0,0 0 0,-1 0 16,3-1-16,-2 1 0,0-1 0,0-2 0,-1 0 15,0 0-15,3-2 0,0-1 0,-1 1 0,3-3 16,-1-1-16,0 1 0,-2-3 0,0 0 0,-1 0 0,2-1 16,-1 2-16,0-1 0,2-2 0,-2 0 0,1 0 15,-2 5-15,-1 0 0,0 0 0,-2 5 0,0 0 16,0 0-16,1-2 0,0 0 0,0 0 0,6-16 16,-2-1-16,0 1 0,-1 7 0,-1 2 0,0 0 15,0 3-15,-1 1 0,0 0 0,0 3 0,-1-1 0,0 0 16,-3 7-16,1 0 0,0 0 0,-1-2 0,2-1 15,0-1-15,2 2 0,-2-2 0,0 1 0,2 1 16,-1 0-16,0 0 0,1 2 0,-2-1 0,0 1 16,1 0-16,0 0 0,0 0 0,1 2 0,-2-2 0,0 1 15,2 0-15,0-2 0,1 1 0,-1-1 0,0-1 16,0 1-16,1 0 0,-1-1 0,0 1 0,1-1 16,0 0-16,0 0 0,2 1 0,0-2 0,-1 1 15,2 0-15,-1 0 0,0-1 0,4 1 0,-3-1 16,0-1-16,1 0 0,-1 0 0,1 0 0,0-2 0,-1 2 15,0-1-15,0 1 0,0-1 0,-1 1 0,1-3 16,-1 2-16,0 0 0,0-2 0,0 1 0,-1 0 16,-1 1-16,0 0 0,0-1 0,-3 2 0,2-1 15,0 0-15,0 0 0,1 3 0,-2-1 0,0-1 16,0 3-16,0-1 0,0 0 0,2 2 0,-3 1 16,0-1-16,-1 2 0,1-1 0,0 0 0,-3 2 15,3-1-15,0 0 0,3 2 0,-2 0 0,0 0 0,0-1 16,0 0-16,0 0 0,-3 2 0,2-2 0,0-1 15,-3 4-15,1-1 0,1 0 0,-2 2 0,0 0 16,0-1-16,0 0 0,1 0 0,0 0 0,-2 0 16,2 0-16,0-1 0,-2 6 0,1-2 0,1 0 0,-1 8 15,0-2-15,0 0 0,0-1 0,0 0 0,0 0 16,-1-7-16,2-1 0,0-1 0,-2 1 0,1 0 16,0-1-16,-1-1 0,2 0 0,0-1 0,-2-2 15,1 1-15,0-1 0,-2-3 0,1-1 0,0 0 16,1-4-16,0 1 0,0 1 0,0-6 0,1 2 15,0 0-15,2 5 0,-1-8 0,0 0 0,0 0 0,1-1 16,0 0-16,0 0 0,2-1 0,-1 0 0,0 0 16,2-1-16,-1 1 0,0-1 0,3 2 0,-2-1 15,0 0-15,6 0 0,-3 1 0,0-1 0,1 2 16,0-1-16,1 0 0,-8 9 0,9-8 0,-1 0 16,1 1-16,1-2 0,-1 2 0,0-1 0,4-1 0,-3-1 15,1 1-15,-11 9 0,11-10 0,0 2 0,1-1 16,-12 9-16,0 0 0,0 0 0</inkml:trace>
  <inkml:trace contextRef="#ctx0" brushRef="#br0" timeOffset="165983.5519">27653 15775 0,'0'0'0,"0"0"0,0 0 0,0 0 16,-9 48-16,2-19 15,-11 37-15,7-30 16,11-36-16,0 0 0,0 0 0,-4 9 0,2-1 15,0 0-15,0-3 0,2-2 0,0 1 0,-4 11 16,1-1-16,0 0 0,1-5 0,0-1 0,0 0 16,-2 8-16,2 0 0,0-1 0,0-6 0,1 0 15,0 0-15,0-5 0,1-1 0,0 1 0,-1-3 16,1 0-16,0 0 0,-2 7 0,1 0 0,0-1 0,-1-2 16,2 0-16,0-1 0,0-4 0,0 0 0,0 0 15,10-4-15,0 0 0,-1 1 0,-9 3 0</inkml:trace>
  <inkml:trace contextRef="#ctx0" brushRef="#br0" timeOffset="166353.0989">27804 16035 0,'19'-9'0,"0"-3"15,-3 2-15,-12-6 16,-3 8-16,-11 0 16,-4 2-16,2 5 15,12 1-15,0 0 0,-8 1 16,3-1-16,0 0 0,-3 2 0,-1-1 0,1 0 0,0 2 15,0-1-15,-1 0 0,2 3 0,1 0 0,0 1 16,1 0-16,-1 0 0,1 1 0,-2 0 0,2 0 16,0 0-16,1 1 0,1-1 0,1 0 0,1 1 15,0-1-15,0 1 0,3-2 0,-2 0 0,0-1 16,4 0-16,1-2 0,-1 0 0,1 3 0,0-2 0,0 0 16,4 1-16,-2-1 0,0 0 0,2-1 0,0 0 15,-1 0-15,-1 0 0,-1-1 0,0-1 0,2-1 16,-3-1-16,0 1 0,2-2 0,-1 2 0,1 0 15,0-3-15,-2-1 0,0 1 0,1-2 0,0 1 16,-1 0-16,-1-3 0,0 1 0,0-1 0,-2-1 0,-1 1 16,0 0-16,1-1 0,-1 0 0,0 0 0,-5-1 15,1 1-15,0 0 0,1-1 0,2 2 0,0-1 16,2 1-16,-2 1 0,0 0 0,-2 0 0,2 0 16,0 0-16,3 2 0,-2 0 0,0 0 0,0 1 15,0 2-15,0 0 0,0 0 0,-1 0 0,0 1 16</inkml:trace>
  <inkml:trace contextRef="#ctx0" brushRef="#br0" timeOffset="166899.9627">28158 16073 0,'4'0'0,"-4"0"0,20 0 16,0 0-16,-11 0 15,-6 0-15,-2-1 16,-10-11-16,9 12 15,0 0-15,0 0 0,-6-4 0,0 2 0,1-1 16,-2-1-16,1 1 0,0 0 0,-1 0 0,3 2 0,0 0 16,-5 3-16,1-2 0,-1 1 0,-1 1 0,1-1 15,-1 0-15,1 2 0,2-1 0,0 1 0,-4 1 16,1 1-16,0 0 0,3 0 0,2 0 0,0-1 16,-1 4-16,0-1 0,0 0 0,-1 0 0,3 0 15,0 0-15,2-2 0,1 1 0,0-1 0,1 1 0,0 0 16,0-1-16,0-5 0,0 0 0,0 0 0,6 4 15,-2 1-15,0 0 0,4 0 0,-2 0 0,0-1 16,1-2-16,-2 0 0,1-1 0,2-3 0,-1 0 16,0 0-16,1 0 0,-1 2 0,0-1 0,0-2 15,-2 2-15,1-1 0,1 0 0,-1 0 0,0 1 0,3-4 16,-2 3-16,0-1 0,-1-4 0,-1 2 0,1 0 16,-2 0-16,0 0 0,0 1 0,1 2 0,0 0 15,0 0-15,-1 0 0,-2 2 0,0-1 0,-1 0 16,0 1-16,0 0 0,0 0 0,-1 0 0,0 0 0,1 0 15,-1 0-15,0 0 0,0 0 0,0 0 0,0 0 16,0 2-16,0-1 0,0 0 0,-1 4 0,0 0 16,0 1-16,2 0 0,0 0 0,0 0 0,3 2 15,-2 0-15,0 0 0,1-1 0,-2 0 0,0-1 16,0 1-16,0 0 0,0 0 0,3 2 0,-1 0 16,-1 0-16,1-2 0,0 0 0,0 0 0,3 0 0,-2-1 15,0 0-15,2-3 0,-1 0 0,0-1 0,1 0 16,0 1-16,1-1 0,2-1 0,-1 0 0,0-1 15,-4 0-15,1 0 0,-1 0 0,-1 0 0,-2 0 16,0 0-16,0 0 0,-1 0 0,0 0 0</inkml:trace>
  <inkml:trace contextRef="#ctx0" brushRef="#br0" timeOffset="167366.5614">28551 16178 0,'-4'-2'0,"-4"-1"0,-5-1 16,-5-2-16,-1 16 16,-3-3-16,8 1 15,-6 7-15,20-15 16,0 0-16,-7 6 0,2 0 0,0-1 0,-2 3 16,3 0-16,0-1 0,1 0 0,1-2 0,0 1 0,-1 1 15,2-2-15,0 1 0,0-1 0,1-1 0,0 1 16,2-1-16,0 0 0,0-1 0,1 0 0,-2 0 15,0 0-15,3-3 0,0 1 0,1 0 0,0-1 16,0 0-16,0 0 0,1-2 0,0 0 0,1 0 0,-1-3 16,0 1-16,0-1 0,3 0 0,-2 0 0,0 0 15,1-4-15,1 1 0,-1 0 0,4-2 0,-1 1 16,-1 0-16,-2-2 0,-1 0 0,1 0 0,4-3 16,-1 2-16,1 0 0,-2-2 0,-1 1 0,1-1 15,-1 0-15,-2 0 0,0 0 0,3 0 0,-1 2 0,0 0 16,-1 2-16,-2 0 0,0 0 0,2-1 0,-2 1 15,1 1-15,-3 3 0,0 2 0,0-1 0,-1 1 16,-1 0-16,0 1 0,0 1 0,-1 0 0,0 1 16,2 2-16,-3 0 0,0 0 0,-2 3 0,2 0 0,0 0 15,-1 6-15,0 0 0,0-1 0,0 8 0,0 0 16,0-1-16,0 8 0,0 1 0,0-1 0,-5 8 16,2 0-16,0 0 0,-4 7 0,2-1 0,0 0 15,-2 5-15,2 1 0,-1-1 0,-1 4 0,1-1 16,0 0-16,1-3 0,2-1 0,0 0 0</inkml:trace>
  <inkml:trace contextRef="#ctx0" brushRef="#br0" timeOffset="180033.247">28342 13061 0,'0'0'0,"0"0"0,0 0 15,0 0-15,0 0 16,0 0-1,0 0-15,0 0 16,0 0-16,0 0 0,0 0 0,0 0 0,0 0 0,0 0 16,0 0-16,0 0 0,0 0 0,8 17 0,-2 1 15,0-1-15,-2-6 0,0-1 0,0 1 0,-1-6 16,-2-1-16,0 0 0,3 14 0,-3 0 0,0 0 16,0-7-16,0-1 0,0 0 0,0-6 0,-1 0 15,0 0-15,2 16 0,-2-2 0,0 1 0,0-19 0,1 11 16,-1 0-16,0-1 0,2 25 0,0-1 0,0 0 15,1 3-15,0 1 0,0-1 0,-1-18 0,0-1 16,-1 0-16,1 4 0,-2-1 0,0 1 0,2 3 16,0-1-16,0 0 0,-2-24 0,3 31 0,-1-1 15,0 0-15,1 0 0,-1 0 0,0 0 0,1-1 0,0-1 16,1 1-16,0 3 0,-2-1 0,0 1 0,2-3 16,-1-2-16,0 1 0,0 3 0,0-2 0,0 0 15,0-15-15,-2 1 0,0-1 0,2 11 0,-1-1 16,0 1-16,1 2 0,0 0 0,0 1 0,-1-15 15,-1 0-15,0 1 0,1 7 0,0-1 0,0 0 0,-2 22 16,0 0-16,0 0 0,-1-19 0,1-1 0,0 0 16,0-1-16,0-2 0,0 0 0,1-9 0,-1-1 15,0 1-15,0-7 0,0 1 0,0-1 0,0-1 16,0-2-16,0 1 0,0 0 0,0-1 0,0 0 0,0 1 16,0-1-16,0 0 0,-2-9 0,2 0 0,0-1 15,-1 4-15,1 1 0,0 0 0,-4-5 0,2 0 16,0 1-16,0 3 0,1 1 0,0 0 0,-3-7 15,0 2-15,0-1 0,0 4 0,2 1 0,0 1 16,-3-6-16,1 0 0,0 1 0,1 4 0,1 1 0,0-1 16</inkml:trace>
  <inkml:trace contextRef="#ctx0" brushRef="#br0" timeOffset="180399.6873">28242 14435 0,'-2'4'0,"2"1"0,3 16 0,6 6 15,0-1 1,0 9-16,2 4 16,-11-39-16,0 0 0,0 0 0,0 0 15,2 7-15,0-1 0,1 1 0,5 12 0,-2 0 16,0 0-16,0-2 0,1-1 0,-1 1 0,0-7 0,-2 0 15,0-1-15,3 1 0,-1-2 0,-1 0 0,2-1 16,-1 0-16,0 0 0,3-4 0,-3 0 0,0-1 16,2 3-16,0-2 0,-1 1 0,0-3 0,-1 1 15,1 0-15,1-3 0,-1 1 0,0 0 0,6-4 16,-3 1-16,0 0 0,1-3 0,-1 1 0,0 1 0,3-2 16,-1 0-16,1 0 0,5-3 0,0 0 0,-1 1 15,2-3-15,-3 1 0,1 0 0,2-4 0,-2 1 16,1 0-16,-1-1 0,-1 0 0,-1 0 0,2-4 15,-3 1-15,1 1 0,-15 16 0,14-16 0,1 1 16,-1 1-16</inkml:trace>
  <inkml:trace contextRef="#ctx0" brushRef="#br0" timeOffset="215983.6814">23965 16504 0,'0'0'0,"0"0"0,0 0 0,0 0 15,25 41-15,-11-16 16,15 4-16,-11-13 16,-18-16-16,0 0 0,0 0 0,13 7 0,0-2 15,-1 1-15,-5-2 0,1-1 0,-1 0 0,-7-3 16,4 2-16,-2-2 0,0 1 0,12 0 0,-3-1 16,0 0-16,-3 1 0,-2-1 0,0 0 0,11-1 15,-2 1-15,1-1 0,-7 0 0,-1 1 0,0 0 0,11-3 16,-1 1-16,-1 0 0,-8 1 0,1 0 0,-1-1 15,11 1-15,-3-1 0,1 1 0,-8 0 0,-1 1 16,1-1-16,-10 1 0,0 0 0,0 0 0,26-4 16,-2 2-16,1-1 0,-9 1 0,-3 0 0,1 0 15,-9 1-15,0 1 0,0-1 0,11 1 0,-2-1 0,1 0 16,6 5-16,0-2 0,0 1 0,-9-1 0,-2 0 16,1-1-16,-6 0 0,-2-1 0,0 1 0,10 8 15,0-2-15,-1 1 0,-5-3 0,1-1 0,-1 1 16,-4-3-16,0-1 0,0 1 0,-1-1 0,-2-1 15,0 1-15,7 6 0,-1 0 0,0 0 0,-2-3 0,-1 0 16,0 1-16,-1-3 0,-1 0 0,0-1 0,0 0 16,-1 0-16,0-1 0,12 0 0,-1 0 0,1 0 15,-5 0-15,-1 0 0,0 0 0,7-2 0,-2 2 16,0-1-16,-2 0 0,-3 1 0,0 0 0,12-3 16,-1 1-16,1-1 0,-7 2 0,-2-1 0,1 0 0,7-1 15,1 0-15,-1 1 0,-17 2 0,11-2 0,-2 1 16,0-1-16,7-1 0,-1 1 0,1-1 0,-6 1 15,-2 1-15,1 0 0,-9 1 0,17-2 0,1 1 16,-1 0-16,-6-1 0,-2 1 0,0 1 0,5 1 16,-1-1-16,1 1 0,-6 0 0,-1-1 0,0 0 0,7 4 15,-1-1-15,1-1 0,-14-2 0,7 3 0,0-1 16,0-1-16,3 4 0,-2 0 0,0-1 0,-4-1 16,1-1-16,-1 0 0,6 1 0,-1-1 0,1 1 15,-3-1-15,-2-1 0,0 0 0,12 2 0,-2-1 0,1-1 16,-6 2-16,-1-2 0,1 0 0,4 1 0,1-1 15,-1 0-15,-14-1 0,8 2 0,0-2 0,-1 1 16,10 0-16,1-1 0,-1 0 0,-6 0 0,-2 0 16,0 0-16,12 2 0,-1-1 0,-1 0 0,-6 0 0,-3-1 15,0 1-15,3 1 0,-3-2 0,1 1 0,-6 0 16,0-1-16,0 0 0,-3 0 0,0 0 0,0 0 16,0 0-16,-2 0 0,0 0 0,11-2 0,-1 0 15,0 0-15,-10 2 0,0 0 0,0 0 0</inkml:trace>
  <inkml:trace contextRef="#ctx0" brushRef="#br0" timeOffset="216800.1351">23266 16825 0,'0'0'0,"0"0"15,0 0-15,52 4 16,-20-2-16,35 25 16,-28-11-16,-25-10 15,-14-6-15,0 0 0,0 0 16,10 12-16,0 0 0,-1-1 0,-3-4 0,-1 0 0,1-1 15,-2 9-15,0 0 0,0 0 0,-1-7 0,-2 1 16,0-1-16,-4 7 0,1 1 0,0-1 0,-1-6 16,2-1-16,0 0 0,-7 10 0,2-1 0,0 1 15,2-9-15,1 1 0,0 0 0,-10 2 0,3 1 16,0-1-16,2-5 0,2-1 0,0 1 0,3-5 0,1 1 16,0-1-16,-13 7 0,2-2 0,-1 1 0,5-3 15,2-1-15,0 1 0,-6 0 0,1-1 0,-1 1 16,7-3-16,0-1 0,0 1 0,6-2 0,-4 2 0,2-2 15,0 1-15,0-1 0,2 0 0,0 0 0,-1 1 16,1-1-16,0 0 0,0 0 0,0 0 0,0 0 16,0 0-16,0 0 0,0 0 0,-7 4 0,1-1 15,0 1-15,2-1 0,0-1 0,0 0 0,1-1 16,2 0-16,0 0 0,0-1 0,1 0 0,0 0 16,10 9-16,-3 0 0,0-1 0,-1-2 0,-2-1 0,1 0 15,-2-3-15,-2 1 0,0-1 0,12 6 0,0-2 16,-1 1-16,-4-2 0,-1-1 0,1 0 0,6 5 15,0-1-15,-1 0 0,-4-3 0,-1 0 0,-1-1 16,5 4-16,0-1 0,-1 0 0,-4-3 0,-1-1 16,1 1-16,-4-2 0,-1-1 0,0 0 0,-2-1 0,0 0 15,0 0-15</inkml:trace>
  <inkml:trace contextRef="#ctx0" brushRef="#br0" timeOffset="217299.9038">23988 17148 0,'0'-8'0,"3"-2"0,1 3 16,0 1-16,-1-9 15,-1 5-15,-9 0 16,-7 4-16,14 6 15,0 0-15,0 0 0,-4-2 0,-1 1 0,1-1 16,-6 4-16,1-1 0,-1 1 0,-2 1 0,2 0 16,-1 0-16,-3 3 0,0 0 0,1-1 0,-1 4 15,0-1-15,1 0 0,-1 2 0,1-1 0,-1 0 0,1 2 16,2-1-16,-1 0 0,3-1 0,2 0 0,-1 0 16,2 2-16,1-1 0,0 0 0,2 0 0,1-1 15,0 1-15,0 0 0,2 1 0,0-1 0,3-2 16,-2 0-16,0-1 0,2 0 0,0-2 0,0 0 15,4 2-15,-2 0 0,1 0 0,4-3 0,-2-1 0,0-1 16,2 3-16,-1-3 0,0 1 0,3-1 0,-3-1 16,0-1-16,1 0 0,-1 0 0,0 0 0,0-6 15,-1 1-15,0 1 0,2-2 0,0 2 0,-1-1 16,1-1-16,0-1 0,-1 1 0,-2-6 0,0 2 0,1-1 16,-3-1-16,-1 0 0,0 1 0,1 0 0,-1 1 15,0-1-15,2 0 0,-3 0 0,0 0 0,-5 1 16,1-1-16,0 1 0,0-2 0,1 1 0,0 0 15,-4 1-15,-1 2 0,1-1 0,-1-2 0,1 0 16,0 1-16,2 2 0,0 2 0,0 0 0,0-1 0,2 2 16,0 0-16,1 0 0,-1 1 0,0 0 0,1 0 15,-1 0-15,0 0 0</inkml:trace>
  <inkml:trace contextRef="#ctx0" brushRef="#br0" timeOffset="217537.3322">24307 17258 0,'0'0'0,"14"0"0,4 3 0,9 1 15,10 11 1,9 3-16,1 0 15,0-8-15,-47-10 0,0 0 0,0 0 16,16 5-16,1-2 0,0 1 0,-17-4 0,0 0 0,0 0 16,9 3-16,-2-2 0,0 1 0</inkml:trace>
  <inkml:trace contextRef="#ctx0" brushRef="#br0" timeOffset="218116.5113">25279 17100 0,'-2'-2'0,"-3"4"0,-7 7 0,-8 8 16,-7 8-16,-2 6 16,-4-2-1,0 10-15,33-39 0,0 0 0,0 0 0,-12 13 16,1 0-16,-1-1 0,1 2 0,2 0 0,0 0 16,-1 1-16,1 0 0,0-1 0,1 3 0,3-2 15,0 1-15,1 0 0,2 0 0,0-1 0,1-2 16,1-1-16,0 0 0,3 2 0,-1 0 0,0-1 0,5 1 15,-2-2-15,1 0 0,3-1 0,-2-1 0,0 0 16,3-3-16,-1-1 0,0 1 0,-9-7 0,11 6 16,-1 1-16,0 0 0,0-2 0,-2-2 0,0 0 15,2-2-15,0-1 0,-1 0 0,0-1 0,1 1 16,-1 0-16,1-4 0,0 2 0,-1-1 0,-3-3 0,0 1 16,0 0-16,-1-2 0,-1 1 0,0-1 0,-6-2 15,2 1-15,0 0 0,-2-1 0,1 0 0,0 0 16,-5-2-16,2 1 0,0 1 0,-4 1 0,1 0 15,-1 1-15,0-1 0,2 0 0,0 1 0,6 7 16,-13-14-16,2 2 0,0 0 0,-1 5 0,2 0 16,0 0-16,-3 4 0,2 1 0,-1-1 0,1 0 0,1 0 15,-1 0-15,0 2 0,1 0 0,-1 0 0,1 1 16,2 0-16,0 0 0,-1 2 0,2 1 0,0-1 16,2 3-16,0-1 0,1 0 0,1-2 0,2 1 15,0-1-15,6 1 0,-2-1 0,1-1 0,-1 0 0,-1 1 16,0-1-16</inkml:trace>
  <inkml:trace contextRef="#ctx0" brushRef="#br0" timeOffset="218566.4547">25629 17508 0,'0'0'0,"-13"-14"0,-3 3 0,-15 5 15,4 3 1,-8 2-16,0 9 16,-3 8-16,38-16 0,0 0 15,0 0-15,-10 4 0,1 0 0,1 0 0,-1 3 0,0-1 16,1 0-16,1 2 0,2-1 0,0 1 0,3 0 15,0 0-15,1-1 0,5 3 0,-1-2 0,0 0 16,3 1-16,-2-1 0,0 0 0,3 0 0,1-1 16,-1 1-16,3-1 0,0-1 0,-1-1 0,-1-1 15,0 0-15,1 1 0,-5-3 0,-1 0 0,0-1 0,-1 0 16,-1 0-16,0-1 0,0 1 0,-1-1 0,0 0 16,13-4-16,-3-1 0,0 0 0,1-2 0,-3-1 15,0 1-15,-1-4 0,0 1 0,-1 0 0,-4 0 16,-1 1-16,0-1 0,2-4 0,-2 2 0,0-1 15,-3-1-15,2 0 0,0 1 0,-2 1 0,0 0 0,0-1 16,2 1-16,0-1 0,0 0 0,1 3 0,-1 0 16,0 0-16,3 1 0,0 0 0,0 0 0,0 4 15,-2 1-15,0 0 0,1 2 0,-2 1 0,0 0 16,0 0-16,0 1 0,0-1 0</inkml:trace>
  <inkml:trace contextRef="#ctx0" brushRef="#br0" timeOffset="219149.5892">25958 17163 0,'23'-16'0,"3"3"15,-8 2-15,-10 7 16,-4 2-16,-3 2 16,-1 0-16,2 2 15,-2-2-15,0 0 0,0 0 0,-2 4 0,2-1 16,0 0-16,-4 4 0,2-1 0,0 0 0,-3 4 0,1-2 15,0 1-15,-2 4 0,0 0 0,1-1 0,-1 2 16,1 0-16,0-1 0,-3 1 0,1-1 0,0 1 16,-3 1-16,0-1 0,1 0 0,2 2 0,0-1 15,-1 0-15,2-1 0,0-1 0,0 0 0,0 1 16,1 0-16,1 0 0,0-2 0,0 0 0,0 0 16,3-2-16,0 0 0,0-1 0,-1-2 0,1 1 0,0 0 15,3-4-15,-2 1 0,0-1 0,2 2 0,-1-2 16,0 0-16,0-1 0,0-1 0,0-1 0,2-1 15,-1 0-15,0 0 0,3-1 0,-1 0 0,1 0 16,4-3-16,-2 1 0,0 0 0,3 0 0,-2 1 0,0-1 16,-1 0-16,1 1 0,-1 0 0,0-2 0,-1 0 15,1 1-15,2 0 0,0 2 0,0-1 0,0 0 16,-1 2-16,0-1 0,1 6 0,-1-2 0,0 1 16,-1-1-16,0 0 0,-1 0 0,4 4 0,-1-1 15,1 1-15,-3 3 0,0-1 0,0 1 0,2 3 0,-3-2 16,0 0-16,1-1 0,-2-1 0,1 1 0,-5 0 15,0 0-15,0 0 0,-3-1 0,2-1 0,0 0 16,-3-2-16,-1 0 0,1 0 0,-2-1 0,0-2 16,0 1-16,-5-3 0,1 1 0,1-1 0,0-4 15,-1 1-15,1 0 0,8 2 0,0 0 0,0 0 0,-18-5 16,0 0-16,0 0 0,2-2 0,1 0 0,1 1 16,2-1-16,0 2 0,1 0 0,-1 0 0,3 1 15,0 0-15,0-1 0,0 0 0,1 1 0,0-2 16,2 1-16,-1-1 0,1 1 0,2-1 0,0 0 0,2 1 15,1-1-15,0 1 0,6-1 0,-2 0 0,0 0 16</inkml:trace>
  <inkml:trace contextRef="#ctx0" brushRef="#br0" timeOffset="219799.2754">26277 17517 0,'10'-2'0,"-3"2"0,-5 0 0,-1 0 16,-1 0 0,1 2-16,-4 8 15,4 1-15,-1-11 0,0 0 0,0 0 16,3 7-16,-1-1 0,0 1 0,2-1 0,-1 0 16,0 0-16,4 1 0,-3 0 0,0 0 0,2 0 15,0 0-15,0 0 0,1-1 0,-1 0 0,0 0 16,2-2-16,-1 0 0,-1 0 0,1-1 0,-1 0 0,0-1 15,1 0-15,-1 0 0,0 0 0,0-1 0,0 0 16,1 0-16,-2-2 0,-1 0 0,0 0 0,-1-1 16,0 0-16,0 0 0,1 2 0,-1-1 0,-1 1 15,2-1-15,-1 1 0,0 0 0,-1-2 0,-1 2 16,0 0-16,1 0 0,-2 0 0,0 0 0,-2-1 0,1 1 16,0 0-16,-2 0 0,0 0 0,0 0 0,0 4 15,0-2-15,-1 0 0,0 5 0,0-1 0,0 1 16,-5 1-16,1 0 0,1 0 0,0 6 0,2-1 15,0-1-15,-6 4 0,2-1 0,0 0 0,-2 3 16,3 0-16,0 0 0,0 2 0,0-1 0,1-1 0,-2 4 16,1-1-16,-1 0 0,0-1 0,1 0 0,-1 0 15,1-2-15,1 1 0,0 0 0,-1-4 0,1 1 16,0 0-16,2-4 0,0 1 0,-1-1 0,-3-2 16,2 0-16,0-1 0,1-1 0,0 0 0,1-1 15,-2 0-15,1-2 0,0 0 0,-2-3 0,1-1 0,0 0 16,0-3-16,1 1 0,1 0 0,1-4 0,1 1 15,0 0-15,-1-2 0,1 2 0,0-1 0,-1-2 16,1-1-16,0 0 0,0-2 0,0-1 0,0 1 16,1-3-16,1 0 0,0 1 0,5-1 0,-1 2 15,0-1-15,-3 12 0,3-11 0,0-1 0,0 0 0,6 3 16,-3 0-16,0-1 0,3-1 0,1 1 0,-1 1 16,2 0-16,0 2 0,-1 0 0,3 1 0,-1 0 15,0 0-15,4 0 0,-3 0 0,1-1 0,5 4 16,0 1-16,0 0 0,0-1 0,1 1 0,-1 0 0,-11 1 15,-3 1-15,0-1 0,7-2 0,0 1 0,-1-1 16,5-2-16,-2 1 0,1 0 0,0-3 0,0 0 16,-1 1-16,-14 6 0,0 0 0,0 0 0</inkml:trace>
  <inkml:trace contextRef="#ctx0" brushRef="#br0" timeOffset="220099.672">26839 17470 0,'0'0'0,"15"21"0,-6-8 16,-6-8-16,-7 40 16,1-20-1,-11 34-15,5-27 16,9-32-16,0 0 0,0 0 0,-2 5 0,1-1 15,0 0-15,-7 15 0,0-2 0,-1 1 0,3-8 16,2 0-16,0 0 0,-6 10 0,-1-2 0,1 1 16,3-9-16,2 0 0,-1 0 0,6-10 0,-7 16 15,1 0-15,0-1 0,1-7 0,1 0 0,1-1 16,1-2-16,1-3 0,0 1 0,1-3 0,-1 2 0,1-1 16,0-1-16,-2 10 0,0-1 0,0 0 0</inkml:trace>
  <inkml:trace contextRef="#ctx0" brushRef="#br0" timeOffset="220666.2884">26584 17674 0,'1'-2'0,"8"-5"0,-4-2 16,11 5-16,2 7 16,3 4-16,14 7 15,7 2 1,-42-16-16,0 0 0,0 0 0,14 8 0,0-2 0,-1 1 15,3 2-15,-1-1 0,1 0 0,1 1 0,-1-1 16,-1 0-16,1-2 0,-2-1 0,1 0 0,-1-1 16,0 0-16,-1 0 0,1-5 0,-2 1 0,0-1 15,1 1-15,-3 0 0,0 0 0,-1-2 0,-3 0 16,0 0-16,0-4 0,-1 1 0,-1 0 0,0-1 0,-2 1 16,0 0-16,-3-3 0,0 1 0,0 0 0,-3 1 15,0 0-15,-1 0 0,-1-1 0,2 0 0,0 0 16,-5 3-16,1-1 0,1 1 0,-1 1 0,2 0 15,-1 0-15,-3 7 0,1-2 0,0 1 0,-2 3 16,1-1-16,0 0 0,-1 1 0,2 1 0,0-1 0,-2 4 16,1 0-16,0 0 0,0 3 0,3-1 0,0 0 15,-2 2-15,1-1 0,1 1 0,3 0 0,0-1 16,0 1-16,4-14 0,-1 11 0,1 0 0,0 0 16,5 0-16,-2 0 0,0 0 0,6-1 0,1 0 15,-1 0-15,4-2 0,-1 0 0,-1 0 0,4-2 0,-3-2 16,0 0-16,5-1 0,-3 0 0,1 0 0,-1-6 15,-1 1-15,-1 1 0,5-3 0,-1 0 0,1 1 16,-1-4-16,0 0 0,-1 1 0,0-1 0,-1 1 16,1 0-16,-1 0 0,0 2 0,-1-1 0,4 1 15,-1-1-15,1 1 0,-3 2 0,0 1 0,-1 0 0,-13 1 16,11 2-16,1-1 0,-1 0 0,-1 4 0,1-1 16,-1 0-16,1 8 0,-1-1 0,-1 1 0,-2 2 15,1-1-15,-1 1 0,0 3 0,-1 0 0,0 0 16,-1 3-16,-2-1 0,0 1 0,-5 2 0,0-1 0,0 1 15,-4-3-15,3-1 0,0 0 0,-8-4 0,0-1 16,1 0-16,-7-7 0,-1 0 0,0 0 0,-8-12 16,1 0-16,0 1 0</inkml:trace>
  <inkml:trace contextRef="#ctx0" brushRef="#br0" timeOffset="287016.5339">13178 7365 0,'0'0'0,"0"0"0,0 0 16,0 0-1,0 0-15,0 0 16,0 0-16,0 0 16,0 0-16,0 0 0,0 0 0,20-12 0,-3 2 0,1 0 15,-18 10-15,11-7 0,-1 1 0,1 0 0,-11 6 16,26-6-16,-2 1 0,1 1 0,-25 4 0,28-5 16,-2 1-16,0 0 0,-26 4 0,14-3 0,-1 2 15,-1 0-15,-12 1 0,6-2 0,-2 2 0,0 0 16,-4 0-16,21-3 0,-1 1 0,-1 0 0,-7 0 0,-1 0 15,1 1-15,-12 1 0,0 0 0,0 0 0,28-4 16,-1 0-16,0-1 0,-27 5 0,0 0 0,37-7 16,-1 1-16,-1 0 0,-35 6 0,38-6 0,-1 2 15,0-1-15,-37 5 0,0 0 0,37-5 0,-1 3 16,0-2-16,48 0 0,-3-1 0,1 1 0,-82 4 0,74-1 16,0-2-16,-1 1 0,-19 1 0,-1 0 0,-1 0 15,-52 1-15,24 0 0,0-1 0,0 0 0,-24 1 16,0 0-16,29-3 0,-1-1 0,1 1 0,-29 3 15,0 0-15,31-4 0,-1 2 0,0-2 0,-30 4 16,40 3-16,-1-1 0,0 0 0,-39-2 0,61 8 0,-1-2 16,0 0-16,-5 0 0,0-2 0,-1 1 0,-54-5 15,0 0-15,40 1 0,-1 0 0,0 0 0,-39-1 16,0 0-16,0 0 0,18 1 0,-1-1 0,1 0 16,-18 0-16,38 4 0,-2-1 0,1 0 0,-37-3 15,47 8-15,1 1 0,-1-2 0,16 4 0,-2-2 0,0 1 16,-61-10-16,0 0 0,52 4 0,0-1 0,-1 0 15,-51-3-15,24 1 0,0-1 0,0 1 0,21 4 16,0 0-16,1 1 0,-46-6 0,51 4 0,-3 0 16,1 0-16,-3-2 0,-1 1 0,-1-1 0,-44-2 0,0 0 15,40-3-15,0 1 0,-1 0 0,-39 2 0,0 0 16,0 0-16,50-3 0,-3-1 0,1 1 0,-48 3 16,0 0-16,0 0 0,54-1 0,-1 1 0,0 0 15,3 6-15,0-1 0,-1 1 0,-55-6 0,78 8 16,-2-1-16,1 0 0,-77-7 0,67 3 0,-2 1 0,0-1 15,-33-1-15,-2-1 0,0 0 0,4 0 0,-1 0 16,0 0-16,-33-1 0,36 0 0,-1 1 0,0-1 16,-35 0-16,37 0 0,-1-1 0,0 1 0,7-2 15,-3 2-15,0 0 0,-40 0 0,0 0 0,40-4 16,-1 1-16,0-1 0,-39 4 0,0 0 0,0 0 0,53-7 16,-2 2-16,-1-2 0,-1 10 0,-3-1 0,1 1 15,-47-3-15,60 7 0,-2-1 0,0 1 0,13 1 16,0 0-16,1 1 0,-72-9 0,59 4 0,-1 0 15,0-1-15,-31 0 0,0-2 0,0 0 0,-27-1 0,0 0 16,0 0-16,39-6 0,-1 1 0,1 0 0,-39 5 16,35-5-16,0 0 0,0 0 0,-35 5 0,0 0 15,0 0-15,46-2 0,-2 1 0,0-1 0,-44 2 16,0 0-16,44 1 0,-3 0 0,0 0 0,-41-1 16,0 0-16,50 1 0,-1-1 0,-1 1 0,-48-1 15,0 0-15,0 0 0,57 2 0,-1 0 0,0-1 0,-56-1 16,57 2-16,-1-1 0,1-1 0,-57 0 0,0 0 15,59 2-15,-1-1 0,0-1 0,-58 0 0,0 0 16,57 1-16,-1-1 0,-1 0 0,-55 0 0,0 0 16,57 1-16,-2-1 0,0 1 0,-55-1 0,0 0 15,0 0-15,53-1 0,-2 1 0,1-1 0,-52 1 0,0 0 16,51 0-16,-1 0 0,1 0 0,-51 0 0,0 0 16,49-1-16,1 1 0,0-1 0,-50 1 0,0 0 15,46 0-15,1-1 0,-1 0 0,-46 1 0,0 0 16,45 0-16,-3 0 0,0 0 0,-42 0 0,0 0 0,38-1 15,-1 1-15,0 0 0,-37 0 0,37-1 0,-2 1 16,0-1-16,-35 1 0,0 0 0,0 0 0,18 0 16,0 0-16,-1 0 0,-17 0 0,31 1 0,-1-1 15,0 1-15,-30-1 0,18 1 0,-3 0 0,1 0 16,5 0-16,0 1 0,0 0 0,-21-2 0,0 0 0,11 1 16,1 0-16,-1 0 0,-11-1 0,4 1 0,0-1 15,0 0-15,-2 0 0,-1 0 0,0 0 0,-1 0 16,5-3-16,-3 0 0,0 1 0,-2 2 0,2-1 15,-1-1-15,0 1 0,-1 1 0,0 0 0,0 0 16</inkml:trace>
  <inkml:trace contextRef="#ctx0" brushRef="#br0" timeOffset="287733.3853">19004 5888 0,'0'0'0,"0"0"16,0 0-16,0 0 15,0 0-15,0 0 16,0 0 0,33 48-16,-33-48 0,0 0 15,0 0-15,7 11 0,0 0 0,-1-2 0,-6-9 16,4 5-16,-2-1 0,0-1 0,3 15 0,-1 1 15,0-3-15,-4-16 0,4 11 0,-2-1 0,0 1 16,-1-7-16,0 1 0,0-1 0,-1-4 0,0 0 0,4 21 16,0-1-16,0-1 0,-4-19 0,0 0 0,2 12 15,0 0-15,0 1 0,-2-13 0,5 24 0,-1 0 16,0 0-16,-4-24 0,3 13 0,-1 0 0,0 0 16,-2-13-16,7 22 0,-2 0 0,1-1 0,-6-21 15,0 0-15,4 11 0,-1 2 0,0-2 0,-3-11 0</inkml:trace>
  <inkml:trace contextRef="#ctx0" brushRef="#br0" timeOffset="288083.3348">19385 5850 0,'0'0'0,"0"0"0,0 0 0,0 0 15,0 0 1,41 92-16,-17 3 16,-24-95-16,0 0 0,0 0 0,0 0 15,0 0-15,5 25 0,-2 1 0,0-1 0,6 0 0,1-1 16,-1 0-16,-9-24 0,6 23 0,0-1 0,0 1 15,-6-23-15,6 18 0,-3-1 0,0 1 0,-3-18 16,4 15-16,-1-1 0,0 0 0,2-3 0,-2 2 16,0-2-16,1-4 0,-2-2 0,0 2 0,-2-7 15,1 4-15,-1-2 0,0 0 0,-1-2 0,1 0 0,0 0 16,0 0-16,-1-1 0,1 1 0,0 0 0,0 0 16,0 0-16,0 0 0</inkml:trace>
  <inkml:trace contextRef="#ctx0" brushRef="#br0" timeOffset="288316.5594">19243 6152 0,'16'-18'0,"-1"2"16,15-3-1,11 2 1,17 14-16,-6-6 16,-52 9-16,0 0 0,0 0 15,0 0-15,14-2 0,1 0 0,-1 0 0</inkml:trace>
  <inkml:trace contextRef="#ctx0" brushRef="#br0" timeOffset="288733.0727">19769 6196 0,'8'-15'0,"-2"-2"0,12-8 15,0 7 1,3-10-16,-10 3 15,-6 3 1,-5 22-16,0 0 0,0 0 0,0 0 0,0-4 0,0-1 16,0 0-16,0 5 0,0-5 0,0 0 0,0 1 15,0 4-15,-4-4 0,2 2 0,-1-1 0,-3 4 16,1 0-16,0 0 0,-1 1 0,1-2 0,-1 0 0,6 0 16,-6 2-16,1-1 0,0 1 0,-2 2 0,1 0 15,1 1-15,2 1 0,0-1 0,0 2 0,3-7 16,-3 9-16,1 0 0,0 0 0,-1 0 0,1 0 15,0 0-15,-1 4 0,3-1 0,0 1 0,0-13 16,3 14-16,-3 0 0,0 1 0,3-2 0,0 0 0,0 1 16,2-1-16,-1-2 0,0 1 0,-4-12 0,9 10 15,-3 0-15,0 0 0,-6-10 0,6 5 0,0-1 16,1 1-16,11 1 0,-1 1 0,-1-2 0,-16-5 16,0 0-16,20 2 0,-3-1 0,1 0 0,4-2 15,-1 1-15,1 0 0,-22 0 0</inkml:trace>
  <inkml:trace contextRef="#ctx0" brushRef="#br0" timeOffset="289216.6092">20202 6001 0,'-11'-1'0,"3"5"0,5 5 15,-9 10-15,-2-3 16,-4 14 0,-2 14-16,20-44 15,0 0-15,0 0 0,-5 14 0,2-1 0,0-1 16,3-12-16,1 11 0,-1 0 0,0-1 0,2 0 0,-2 0 16,0-1-16,2-3 0,0-3 0,0 1 0,-2-4 15,3 4-15,0-2 0,0 0 0,1-4 0,-1 0 16,0 0-16,1 0 0,0-1 0,0 1 0,-4 2 15,4-8-15,-1 2 0,0-2 0,2 1 0,-2 1 16,0 1-16,1-4 0,-1 2 0,0-2 0,2 1 16,-2 0-16,1 1 0,-4 7 0,4-8 0,-2 1 15,0 0-15,1 3 0,-2 1 0,0-1 0,1 1 0,0 0 16,0 0-16,-2 3 0,3 0 0,-2-1 0,0 1 16,3 1-16,0 1 0,-1-1 0,3 3 0,-1-1 15,0 0-15,-5-3 0,6 3 0,0 1 0,-1 0 16,-5-4-16,7 5 0,-2 1 0,0-1 0,4 2 0,-3 0 15,0-1-15,-2-3 0,-1 1 0,0-1 0,-3-3 16,13 5-16,-2-1 0,0 1 0,-1-1 0,-1-1 16,0-1-16,2 0 0,-1-1 0,0 0 0,1-5 15,-3-1-15,0 1 0,-8 4 0,0 0 0,4-4 16,0 2-16,1-1 0,-5 3 0,3-1 0,-2 1 0,0-2 16,-1 2-16</inkml:trace>
  <inkml:trace contextRef="#ctx0" brushRef="#br0" timeOffset="289749.7876">20519 6018 0,'-14'1'0,"1"8"0,-8 1 15,3 11 1,3-6-16,-7 9 16,7 14-1,15-38-15,0 0 0,0 0 0,-3 11 0,0 2 16,0-2-16,3-11 0,0 9 0,0 1 0,0-1 15,3-1-15,0-1 0,0 1 0,4-4 0,-3-1 16,0 1-16,-4-4 0,5-2 0,-1 1 0,0 0 16,2-4-16,-1 2 0,0-2 0,3 0 0,-2 0 0,1 0 15,1-3-15,-2 1 0,0 0 0,-2 3 0,-2 1 16,0-1-16,-2 4 0,0 0 0,9-17 0,-1 2 16,0-1-16,2 0 0,-3 0 0,0 0 0,-7 16 15,6-19-15,0 2 0,1 0 0,-3 2 0,-1 0 16,0 1-16,-3 14 0,0 0 0,2-13 0,-1 0 0,0 0 15,-2-2-15,0 0 0,0 1 0,1 14 0,-2-13 16,1 1-16,0 0 0,2 2 0,-1 1 0,0 0 16,-1 0-16,1 1 0,0 1 0,0 7 0,-1-6 15,0 1-15,0 0 0,1 5 0,-3-5 0,1 1 16,0 0-16,2 4 0,1 3 0,-1-2 0,0 0 16,3 4-16,-1-1 0,0 0 0,-2-4 0,2 6 0,-1 0 15,0 0-15,3 2 0,-1 1 0,0 0 0,5 3 16,-3-2-16,0 0 0,-5-10 0,6 14 0,-1-1 15,0 1-15,0-1 0,-2 0 0,0-1 0,2 4 16,-2-2-16,0 0 0,0-8 0,-1 1 0,0-1 0,4 11 16,-2 0-16,0 0 0,-4-17 0,5 14 0,0 1 15,0-1-15,4 0 0,-3-1 0,0 0 0,-2-3 16,-1 1-16,0-1 0,5 0 0,-2 0 0,0 0 16,-2-3-16,0 0 0,0-1 0,-4-6 0,5 6 15,0 0-15,-1-1 0,-2-1 0,0-3 0,0 2 16,0-1-16,-2-2 0,0 1 0</inkml:trace>
  <inkml:trace contextRef="#ctx0" brushRef="#br0" timeOffset="290416.5266">20888 6096 0,'11'-21'0,"5"-7"16,3 2-16,-3 2 15,5 4-15,-9 3 16,-1-3 0,-11 20-16,0 0 0,0 0 0,0 0 0,1-5 15,0 1-15,0-2 0,-2 2 0,1 0 0,0-2 0,-3 3 16,0-1-16,-1 1 0,4 3 0,-4-2 0,0 2 16,0-2-16,-1 4 0,2-2 0,0 0 0,-4 1 15,2 1-15,0 0 0,-1 3 0,2-1 0,0 1 16,4-5-16,-6 7 0,3-1 0,0 1 0,-3 2 0,2 2 15,0-2-15,1 2 0,1-3 0,0 1 0,0 2 16,0 0-16,1-1 0,1-10 0,0 0 0,-2 10 16,2-1-16,0 0 0,6 6 0,-1-3 0,0 1 15,-5-13-15,9 15 0,-1-1 0,1 1 0,-1-5 16,-1 1-16,0-2 0,2-4 0,-1 0 0,0 1 0,5-4 16,-2 0-16,0 0 0,-11-2 0,11-3 0,-1 1 15,0 1-15,-10 1 0,10-7 0,-2 1 0,0 1 16,4-2-16,-1 0 0,0 0 0,-11 7 0,9-10 15,-1 1-15,0 0 0,-1-2 0,-1 0 0,-1 1 0,0-3 16,-2 0-16,0 1 0,-3 12 0,5-13 0,-2 0 16,0 1-16,0-1 0,-1 1 0,0-2 0,0 3 15,0 1-15,0 0 0,-2 10 0,2-8 0,0 0 16,0 1-16,0 2 0,-2 0 0,0 1 0,1 1 16,-1 2-16,0-1 0,0 2 0,0 0 0,0 0 15,1 2-15,0 1 0,0-1 0,-1-2 0,3 7 0,-2-2 16,0 0-16,3 6 0,-1-1 0,0 0 0,0 0 15,-1 0-15,0 0 0,2 0 0,-2-1 0,0 0 16,-2-9-16,4 12 0,-2 0 0,1-1 0,1 0 16,-2-1-16,0-1 0,1 2 0,-1-2 0,0 0 0,1-2 15,-2-1-15,0 1 0,-1-7 0,3 3 0,-1-1 16,0 0-16,-1 0 0,1-1 0,-1-1 0,0-3 16,-1 1-16,0-2 0,-1-1 0,0-1 0,-1 1 15,2 5-15,-1-7 0,0 1 0,0 1 0,0-5 16,1 1-16,0 0 0,1-2 0,-1 0 0,0 0 0,0 11 15,1-14-15,0 1 0,0 1 0,2 4 0,-3-1 16,0 2-16,0 7 0,2-12 0,0 2 0,0 0 16,3 1-16,0 0 0,0-1 0</inkml:trace>
  <inkml:trace contextRef="#ctx0" brushRef="#br0" timeOffset="298549.8332">9667 8850 0,'0'0'0,"0"0"16,0 0-16,0 0 15,0 0-15,33-34 16,-12 14-1,-21 20-15,0 0 0,0 0 0,0 0 0,14-5 16,-1 0-16,-1 0 0,-12 5 0,7-3 0,0 0 16,1 1-16,-4 1 0,-2 1 0,0-1 0,-2 1 0,16-4 15,0 1-15,-1-1 0,-15 4 0,11-3 0,-3 1 16,0 0-16,-8 2 0,5-1 0,-1 0 0,-1 1 16,15-4-16,1 3 0,-1-2 0,-18 3 0,27-4 15,-1-2-15,0 2 0,-26 4 0,15-3 0,-2 1 16,0 0-16,5-1 0,0 0 0,-1 0 0,-17 3 0,30-3 15,0 0-15,0 0 0,-30 3 0,34-3 0,-1-1 16,0 0-16,-33 4 0,18-1 0,-2-1 0,1 0 16,-17 2-16,33-5 0,0 2 0,0-1 0,3 2 15,-1-1-15,1 0 0,-36 3 0,36-3 0,-1-1 16,0 1-16,-35 3 0,42-4 0,0 0 0,-1 0 0,0 0 16,0 0-16,-1 0 0,-40 4 0,71-6 0,0-1 15,-1 1-15,-11 1 0,0 1 0,0-1 0,-59 5 16,46-3-16,1 1 0,-1-1 0,-4 2 0,-2 0 15,0-1-15,-40 2 0,39 2 0,1-1 0,-1 0 16,-39-1-16,39 2 0,1 0 0,-1 0 0,-39-2 0,38 5 16,0-2-16,1 1 0,2-1 0,-1-2 0,1 1 15,-41-2-15,40 3 0,0-2 0,0 2 0,-40-3 16,44 0-16,-3 0 0,1 0 0,-1-2 0,-2 1 16,0 1-16,-39 0 0,42-3 0,-1 2 0,0 0 15,-41 1-15,40-2 0,-1 1 0,0 1 0,1-2 0,-2 0 16,0 1-16,-38 1 0,38-2 0,-2 2 0,1-2 15,2-1-15,-1 1 0,0 0 0,-38 2 0,40-2 16,-1-2-16,0 1 0,0 1 0,1 1 0,-1-1 16,0 0-16,-1 0 0,-1-1 0,-37 3 0,38-1 15,0-1-15,0 0 0,1-1 0,-1 2 0,0-1 0,-38 2 16,42-3-16,-2 1 0,0-1 0,-3 0 0,1 0 16,-1 2-16,-37 1 0,0 0 0,19-2 0,-1 1 15,0 0-15,-18 1 0,40-3 0,0 0 0,0 0 16,15-1-16,-1 1 0,0-1 0,-54 4 0,0 0 0,55-6 15,-2 0-15,1 1 0,-5 0 0,-1 2 0,1-1 16,-49 4-16,0 0 0,47-6 0,0 1 0,-1 0 16,-46 5-16,48-5 0,-1 1 0,1 1 0,4-2 15,-2 1-15,1 0 0,-51 4 0,46-5 0,-1 3 16,-1-1-16,-5 2 0,-1-1 0,0 1 0,-38 1 0,34-4 16,0 1-16,0-2 0,-2 3 0,-1-1 0,0 2 15,-31 1-15,31-3 0,0 2 0,0-1 0,-2 1 16,0-1-16,0 1 0,-29 1 0,28-1 0,0-1 15,0 0-15,-1 0 0,-1 1 0,0-1 0,-26 2 16,25-2-16,1 0 0,0 1 0,0-2 0,-1 1 0,-1 0 16,-24 2-16,13-2 0,-1 1 0,1 0 0,-13 1 15,0 0-15,26-4 0,-2 1 0,1-2 0,-11 1 16,-1 2-16,0 0 0,-13 2 0,31 0 0,-1 0 16,0 0-16,9-4 0,-2 3 0,0-1 0,-37 2 15,0 0-15,0 0 0,20-2 0,-2 1 0,1 0 0,-19 1 16,14-4-16,-1 1 0,-1-1 0,9 7 0,-3-2 15,1 0-15,-19-1 0,24 4 0,-1-1 0,-1 0 16,-9-1-16,-2-1 0,0 1 0,-11-2 0,16-3 16,-2 0-16,1 0 0,-7 0 0,-1 2 0,1-1 15,-8 2-15,11-1 0,0 1 0,1 0 0,-6 0 16,0 0-16,0 0 0,-6 0 0,2 0 0,0 0 0,1 0 16,7-2-16,-1 1 0,0 0 0,-9 1 0,7-1 15,-2 1-15,0 0 0,7-2 0,1 1 0,-1 0 16,-12 1-16,7-1 0,0 0 0,-1 1 0,10-1 15,1 0-15,-1 0 0,-16 1 0,11 0 0,-3 0 16,0 0-16,17-1 0,-1-1 0,0 1 0,-24 1 0,14 0 16,0 0-16,-1-1 0,10 1 0,-3 0 0,1 0 15,4-1-15,0 0 0,0 0 0,-25 1 0,13-1 16,-1 1-16,1 0 0,13-1 0,-2 1 0,1 0 16,-25 0-16,14-1 0,-1 1 0,1 0 0,14 0 15,1 0-15,0 0 0,-29 0 0,17 0 0,-2 0 16,1 0-16,14 0 0,-2 0 0,0 0 0,-28 0 0,16 1 15,0-1-15,-1 0 0,17-1 0,0 0 0,0 0 16,-1-2-16,-1 1 0,0 1 0,-30 1 0,16-2 16,-2 2-16,1-1 0,17 2 0,-1 0 0,0 0 15,-31-1-15,31 1 0,-2-1 0,0 0 0,14-1 0,-2-1 16,1 1-16,-8 1 0,0 0 0,0 0 0,-34 0 16,17 0-16,-2 0 0,1 0 0,11 0 0,-1 0 15,1 0-15,-27 0 0,16 0 0,-3 0 0,1 0 16,7 0-16,1 0 0,0 0 0,-22 0 0,13 0 15,-1 0-15,-1 0 0,-7 1 0,0-1 0,0 0 0,-4 0 16,11 0-16,-1 0 0,0 0 0,-3 0 0,-2 0 16,0 0-16,-2 0 0,-1 0 0,0 0 0,-2 0 15,6 2-15,1-2 0,-1 0 0</inkml:trace>
  <inkml:trace contextRef="#ctx0" brushRef="#br0" timeOffset="311566.7816">30511 9881 0,'-63'11'15,"26"-3"-15,37-8 0,-14 3 16</inkml:trace>
  <inkml:trace contextRef="#ctx0" brushRef="#br0" timeOffset="314083.0765">8679 11042 0,'0'0'0,"0"0"0,0 0 16,0 0-16,65 1 15,-27 2 1,22-3-16,-60 0 0,0 0 16,0 0-16,0 0 0,24-2 0,0 2 0,-1 0 15,-10 0-15,-1 0 0,1 0 0,-13 0 0,25-1 0,1-1 16,0 0-16,6-1 0,-1 0 0,0 2 0,-31 1 16,52-6-16,0 3 0,-1-1 0,-51 4 0,29-2 15,-2 0-15,0 1 0,-17-1 0,1 2 0,-1-1 16,-10 1-16,30-3 0,0 1 0,0 0 0,-30 2 15,34-3-15,-2 0 0,0 1 0,-1-1 0,0 0 0,0 1 16,-31 2-16,38-4 0,-2 1 0,1 0 0,-37 3 16,63-5-16,0 0 0,0 1 0,-5 0 0,-3 0 15,1-1-15,-56 5 0,51-4 0,-1 1 0,-1 1 16,-1-1-16,-3 0 0,1 0 0,-2 0 0,-2 2 16,1-1-16,-43 2 0,44-2 0,-1 1 0,-1 0 0,0 0 15,0 0-15,-1 0 0,-41 1 0,41-2 0,1 1 16,-1 0-16,-41 1 0,44-1 0,-2 1 0,0-1 15,3 0-15,-1 1 0,1 0 0,-45 0 0,43-1 16,0 1-16,1 0 0,-1-2 0,1 2 0,-1-1 0,2-1 16,-3 1-16,0 0 0,-42 1 0,42-2 0,-2 1 15,0-1-15,-40 2 0,41-1 0,-1-1 0,0 1 16,-40 1-16,42-2 0,-2 1 0,0 0 0,5 1 16,-3-1-16,0 0 0,3 0 0,-1 0 0,1 0 15,-45 1-15,41-1 0,-2 1 0,1 0 0,2 1 0,-2-1 16,1 0-16,-41 0 0,36 5 0,0-2 0,0 1 15,1 1-15,-1-2 0,1 1 0,-2-1 0,0-2 16,0 0-16,-35-1 0,36 2 0,-2 1 0,0-1 16,2 1-16,-2 0 0,0-1 0,-34-2 0,35 4 0,0-1 15,0-1-15,0 0 0,-1-1 0,1 0 0,0 1 16,0 0-16,0 0 0,-35-2 0,35 1 0,-2 0 16,0 0-16,1-1 0,-1 0 0,1 0 0,-34 0 15,32-3-15,-1 1 0,0 0 0,0-2 0,-2 0 0,-1 1 16,0-1-16,0 1 0,0-1 0,-28 4 0,32-4 15,0-1-15,0 0 0,-14 2 0,-3 1 0,1 1 16,9-7-16,-1 1 0,1 0 0,-25 7 0,15-4 16,-3 0-16,1-1 0,5 1 0,0 0 0,-1-2 15,-17 6-15,10-2 0,-1 0 0,0 0 0,-4 1 16,-1 1-16,-1-1 0,9-4 0,-1-1 0,1 1 16,-5 2-16,-1 0 0,0 0 0</inkml:trace>
  <inkml:trace contextRef="#ctx0" brushRef="#br0" timeOffset="315966.6104">16860 10978 0,'39'0'0,"-16"0"15,-14 0 1,44-2-16,16 0 15,-34 2 1,21 0-16,-56 0 0,0 0 16,0 0-16,0 0 0,23 2 0,0-2 0,0 0 15,-23 0-15,27 0 0,-1 2 0,-1-2 0,5 1 16,-2 0-16,0 1 0,-28-2 0,34 0 0,-1 0 0,1 0 16,-34 0-16,34 2 0,-2-1 0,0-1 0,-32 0 15,58 1-15,-2-1 0,1 0 0,-4 1 0,0-1 16,-1 0-16,-52 0 0,0 0 0,0 0 0,26 1 15,-1-1-15,0 0 0,-25 0 0,46-1 0,1 0 16,-1 1-16,11-1 0,-2-1 0,0 1 0,3-1 0,-1 2 16,-1-1-16,-56 1 0,48-1 0,-2-1 0,1 0 15,-47 2-15,0 0 0,39-4 0,0 2 0,1-1 16,-1 2-16,-1-1 0,1 1 0,-39 1 0,0 0 16,0 0-16,43-1 0,-1-1 0,1 0 0,-43 2 15,46-3-15,1 0 0,-1 1 0,-46 2 0,59-2 0,-2 1 16,0 0-16,-57 1 0,58-2 0,-1 0 0,-1 0 15,-56 2-15,58-2 0,0 1 0,0 1 0,-58 0 16,55-2-16,-1 1 0,-1 0 0,-53 1 0,0 0 16,52-1-16,-1 0 0,-1 1 0,4 1 0,-2-1 15,-1 0-15,-51 0 0,57 0 0,-1 1 0,0 0 0,-6 0 16,-1 0-16,0 0 0,-49-1 0,43 1 0,-1-1 16,1 0-16,-43 0 0,0 0 0,36 0 0,-1 1 15,0 0-15,8 1 0,-1-2 0,0 0 0,-42 0 16,0 0-16,47 2 0,-1-2 0,1 0 0,1 1 0,1 0 15,0 1-15,-49-2 0,49 2 0,1 0 0,-1 1 16,-49-3-16,47 0 0,-3 1 0,1-1 0,-2 2 16,-1-1-16,-1 0 0,-41-1 0,46 2 0,1-2 15,-1 1-15,-46-1 0,42 1 0,-1 1 0,1-1 16,-42-1-16,0 0 0,38 0 0,-1 1 0,0 0 0,-37-1 16,44 1-16,-3 0 0,0-1 0,-41 0 0,50 1 15,-3-1-15,1 0 0,-48 0 0,52 1 0,-1 0 16,1 1-16,-52-2 0,55 0 0,-3 1 0,1 0 15,-53-1-15,0 0 0,46 0 0,-1 2 0,1-2 0,-46 0 16,44 0-16,1 1 0,-1-1 0,-44 0 0,47 1 16,-1 0-16,-1 0 0,-45-1 0,48 0 0,0 1 15,-1-1-15,3 3 0,-2-2 0,1 1 0,-49-2 16,0 0-16,49 1 0,1-1 0,0 0 0,-50 0 16,42 0-16,0 0 0,1 0 0,-43 0 0,41-1 15,0 1-15,1 0 0,-42 0 0,41-1 0,-2 1 0,1 0 16,-40 0-16,45-1 0,-1 1 0,-1 0 0,-43 0 15,47-1-15,-2 1 0,0-1 0,1 0 0,-2 0 16,1 0-16,-45 1 0,37-2 0,-1 2 0,0-1 16,-36 1-16,32-1 0,0-1 0,1 2 0,-33 0 15,32-2-15,-1 0 0,0 0 0,-31 2 0,37-3 0,-1 1 16,0 1-16,-36 1 0,0 0 0,41-2 0,-1 0 16,-1 0-16,-39 2 0,42-2 0,0 0 0,-1 1 15,-41 1-15,42-3 0,1 0 0,-1 0 0,-42 3 16,0 0-16,42-2 0,-3-1 0,0 0 0,-2 0 0,1 1 15,-1 0-15,-37 2 0,37-3 0,-2 2 0,0-1 16,-35 2-16,18-1 0,-1 0 0,1 0 0,-18 1 16,34-2-16,0-1 0,0 1 0,-34 2 0,34-2 15,-1 1-15,1 0 0,-34 1 0,34-2 0,-1 2 16,0-1-16,-33 1 0,33-2 0,-2 2 0,0 0 0,-31 0 16,32-2-16,-1 2 0,0 0 0,-31 0 0,33 0 15,-2-1-15,0 0 0,-31 1 0,32 0 0,-1-1 16,0 1-16,-31 0 0,34-2 0,-2 2 0,0-1 15,-1 0-15,-1 1 0,0 0 0,-30 0 0,29-2 16,-1 1-16,0-1 0,-28 2 0,0 0 0,15-1 0,-1 0 16,-1 0-16,-13 1 0,28-3 0,0 1 0,0 0 15,4 1-15,-1-1 0,0 0 0,-31 2 0,32-2 16,-1 1-16,0 0 0,-31 1 0,31-2 0,0 1 16,0 0-16,-31 1 0,32-2 0,-2 1 0,0 1 15,-30 0-15,31-2 0,0 1 0,0 1 0,1 0 0,-1 0 16,0 0-16,-31 0 0,33-1 0,-2 1 0,0 0 15,-14 0-15,-2 0 0,1 0 0,-16 0 0,31 4 16,-2 0-16,0-1 0,-29-3 0,16 3 0,0-1 16,-1 0-16,-15-2 0,31 1 0,-1 0 0,0 1 0,-30-2 15,18 0-15,-3 1 0,1 0 0,-16-1 0,34 2 16,-2 1-16,0-1 0,-32-2 0,31 1 0,-1 0 16,0-1-16,-3-1 0,0 0 0,0 0 0,-14 0 15,-1 1-15,1 0 0,-13 0 0,22-1 0,-1 1 16,1 0-16,-9-1 0,-1 1 0,-1 0 0,-11 0 0,16 0 15,-1 0-15,1 0 0,-8-1 0,0 1 0,0 0 16,-3 0-16,-2 0 0,0 0 0,-3 0 0,20-4 16,0 1-16,0 0 0,-7 1 0,-1 0 0,-1 1 15,-6-1-15,-1 1 0,0 1 0,-4 0 0,2-1 16,-1 1-16,0 0 0,2 0 0,-3 0 0,0 0 0,3 2 16,-2 0-16,0-1 0,1 1 0,-1-1 0,0-1 15</inkml:trace>
  <inkml:trace contextRef="#ctx0" brushRef="#br0" timeOffset="322166.441">23132 17573 0,'0'0'0,"0"0"0,0 0 0,0 0 16,0 0-1,0 0-15,47 24 16,-18-11-16,-29-13 0,0 0 16,0 0-16,16 6 0,-1 1 0,-1-1 0,-6-2 15,1-1-15,-1 0 0,-8-3 0,15 10 0,1 0 16,-1 0-16,-5-3 0,-2-2 0,0 1 0,-4-3 15,-1-2-15,1 1 0,-4-2 0,14 8 0,-2-1 0,1 1 16,-6-4-16,0 0 0,1 0 0,9 4 0,-1-2 16,-1 1-16,-15-7 0,9 5 0,0-2 0,-1 1 15,9 1-15,1 0 0,0 0 0,-9-1 0,0-1 16,1 0-16,13 2 0,0-2 0,0 1 0,-9-1 16,-1-2-16,-1 1 0,-12-2 0,20-1 0,-2 1 15,1 0-15,-8-1 0,-1 0 0,-1 1 0,15-6 0,-1 2 16,1 0-16,-24 4 0,14-3 0,-2 0 0,0 1 15,6-8-15,0 1 0,-1 0 0,-7 4 0,-1 0 16,-1 1-16,11-13 0,-1 0 0,1 0 0,-19 17 0,10-10 16,1 0-16,-1 0 0,2-7 0,0 0 15,-1-1-15,2-4 0,-1 1 0,-1-1 0,-5 10 0,1 2 16,-1-1-16,1-12 0,-1-1 0,0 0 0,-2 10 16,-1 1-16,0 0 0,2-13 0,-1 1 0,0 0 15,-4 25-15,3-14 0,-1 0 0,0 0 0,-3-14 16,1 1-16,0 0 0,0 27 0,-2-15 0,2 0 15,0-1-15,0 16 0,-5-33 0,1 0 0,0 1 0,-4 1 16,1 1-16,1-1 0,6 31 0,-5-14 0,2-1 16,0 1-16,3 14 0,-14-30 0,2 1 0,0 0 15,-3 2-15,1 0 0,-1 1 0,15 26 0,-8-12 16,1-1-16,-1 1 0,-12-12 0,1 0 0,1 0 16,18 24-16,-12-13 0,1 1 0,-1 0 0,-8-4 0,1-1 15,1 1-15,-6 1 0,1 1 0,0-1 0,23 15 16,-12-7-16,1-1 0,-1 1 0,-10-1 0,1 1 15,-1-1-15,-5 2 0,2 0 0,1 0 0,11 3 16,1 0-16,-1 0 0,-11 4 0,1 0 0,0 0 0,-3 3 16,0-1-16,1-1 0,11 1 0,2-2 0,-1 0 15,13-1-15,0 0 0,0 0 0,-33 16 0,1-2 16,0 1-16,14-6 0,0-1 0,0 1 0,-5 9 16,1-1-16,0 0 0,10-7 0,0 0 0,1-1 15,-9 12-15,2 0 0,-1 0 0,8-10 0,2 1 16,-1 0-16,-3 11 0,-1 0 0,1 0 0,13-23 0,0 0 15,0 0-15,-15 35 0,1-2 0,0 1 0,6-16 16,1 0-16,0-1 0,0 12 0,1 0 0,1-1 16,5-28-16,0 0 0,0 0 0,-3 44 0,1-1 15,0 0-15,3-6 0,0-1 0,0 0 0,1-19 0,-2-1 16,0 0-16,10 17 0,-3-2 0,0 1 0,4-3 16,-1 0-16,-1 1 0,-3-17 0,-2 1 0,0-1 15,13 15-15,-2-2 0,1 0 0,-6-10 0,-1-2 16,-1 1-16,11 2 0,-1 1 0,0-1 0,5 0 0,-1-1 15,0-1-15,-10-7 0,-1 0 0,-1-1 0,15 0 16,-3 0-16,1 0 0,6-3 0,-1-1 0,0 1 16,-28-4-16,0 0 0,0 0 0</inkml:trace>
  <inkml:trace contextRef="#ctx0" brushRef="#br0" timeOffset="326733.3505">24401 17782 0,'0'0'0,"0"0"0,0 0 16,0 0-16,0 0 15,0 0-15,0 0 16,0 0-1,0 0-15,0 0 0,0 0 0,0 0 0,0 0 0,0 0 16,0 0-16,0 0 0,0 0 0,7 9 0,-2 0 16,0 0-16,-2-4 0,0 0 0,0 0 0,-3-5 15,1 15-15,-1-1 0,0 0 0,-1-6 0,1 0 16,0-1-16,0-4 0,0 0 0,0 0 0,0-1 0,0-2 16,0 1-16,0-1 0,0 1 0,0-1 0,0 0 15,7 6-15,1 0 0,-1-1 0,-3-1 0,0 0 16,0-1-16,-4-3 0,12 1 0,-3 0 0,0-1 15,-4 0-15,1 0 0,-1 0 0,7-3 0,0 0 16,-1 0-16,-11 3 0,6-2 0,0 1 0,0 0 0,6-5 16,-1 1-16,1 1 0,-5 0 0,-2 2 0,0 0 15,-5 2-15,9-5 0,1 3 0,-1-1 0,-3 1 16,-2 1-16,1 0 0,-5 1 0,2-1 0,0 0 16,0 1-16,0 0 0,-2 0 0,0 0 0,6 4 15,-1-1-15,0 0 0,-2 0 0,1 0 0,-1-1 0,-6 8 16,0-1-16,1 0 0,0-2 0,0-2 0,0 0 15,-3 10-15,0-1 0,0 0 0,2-6 0,1-1 16,-1 1-16,3-8 0,-1 3 0,0 0 0,0 0 16,-4 9-16,0 1 0,0-1 0,2-5 0,0 0 15,0-1-15,-2 8 0,3-2 0,0 1 0,2-13 0,-2 8 16,1-1-16,0 0 0,4 8 0,-2 0 0,0 1 16,1-8-16,-1 0 0,0 1 0,-1-9 0,12 5 15,-2 0-15,1 0 0,-11-5 0,0 0 0,0 0 16</inkml:trace>
  <inkml:trace contextRef="#ctx0" brushRef="#br0" timeOffset="327099.6442">25027 18090 0,'4'-5'0,"0"-5"0,2 0 0,-2 0 15,-2 2-15,-4 1 16,-15 3-1,5 2-15,12 2 0,0 0 0,-7-1 16,1 1-16,0 0 0,-3 2 0,1 1 0,0-1 16,-2 1-16,1 0 0,1 0 0,-2 1 0,1-1 15,1 1-15,8-4 0,-9 7 0,0 0 0,-1 0 0,2 2 16,1-2-16,-1 1 0,5-3 0,0 1 16,0 0-16,2 1 0,0-1 0,0 0 0,4 0 0,-1-2 15,0 0-15,3-2 0,0 0 0,-1 1 0,2-2 16,-1 1-16,0 0 0,5 0 0,-3-1 0,0 0 15,1 0-15,1-1 0,-1 0 0,2 1 0,-2-1 16,1 0-16,-1-4 0,0 2 0,1 0 0,-1-4 16,-2 2-16,0-1 0,2-1 0,-1 0 0,-1 0 0,0-2 15,-1 0-15,0 1 0,-4-1 0,-1 0 0,0 0 16,-4 1-16,2-1 0,0 1 0,-4-2 0,0 0 16,0 1-16,-4-3 0,2 1 0,0 0 0,3 5 15,0 1-15,1-1 0</inkml:trace>
  <inkml:trace contextRef="#ctx0" brushRef="#br0" timeOffset="327966.6458">24057 18270 0,'10'-14'0,"1"-3"0,-5 3 16,1-7-1,-4 8-15,4-9 16,-8 2-16,-1 8 15,2 12-15,0 0 0,0 0 0,-3-6 16,0 1-16,0-1 0,-2 4 0,0 0 0,0-1 0,-5 1 16,2 1-16,0 0 0,-2 0 0,1 1 0,1 0 15,-1 2-15,0 0 0,1 0 0,-1 1 0,1-1 16,-1 1-16,-2 6 0,1-1 0,-1 0 0,11-8 16,-8 8-16,1-2 0,0 0 0,0 5 0,2-2 15,0 1-15,1-3 0,2 0 0,0 0 0,4 0 0,0-1 16,0 1-16,3 0 0,0 1 0,0-1 0,5 0 15,-2-2-15,0 0 0,4 1 0,-2-1 0,0-1 16,1 1-16,-1-3 0,0 1 0,3-1 0,-3-2 16,0 0-16,-1-2 0,-1 0 0,0 0 0,0-1 15,0 1-15,-1 0 0,-7 2 0,6-8 0,0 0 0,1 0 16,-3 0-16,0 0 0,0 0 0,0-2 0,-2 0 16,0 1-16,-3 0 0,1 1 0,0-1 0,-3-2 15,0 0-15,0 1 0,0 1 0,1 2 0,0-1 16,-4 0-16,3 1 0,0-1 0,0 4 0,0 0 0,0 0 15,-1 1-15,2 0 0,0 0 0,0 1 0,1 1 16,0 0-16,1 1 0,-3-1 0,3 1 0,0 0 16,3 1-16,-2-1 0,0 1 0,5 1 0,-1-2 15,0 1-15,3 2 0,-1 1 0,-1-1 0,5 2 16,-2 0-16,1-1 0,-4-1 0,-2-2 0,0 1 0,13 8 16,-3 0-16,1 0 0,2-2 0,-1-1 0,-1 1 15,-3-3-15,-3 0 0,0 1 0,0-1 0,-2 0 16,0-1-16,-1 1 0,-2-2 0,1 1 0,-1 1 15,0-1-15,0 0 0,-3 1 0,0-2 0,0 1 16,-3 5-16,2-1 0,0 0 0,-3 2 0,1-1 0,0 0 16,-7 5-16,3-1 0,0 0 0,-3 3 0,-1-1 15,1 1-15,-2 0 0,-1-1 0,1 1 0,11-16 16,-5 6-16,2 0 0,0-1 0,-7 7 0,3-2 16,0 0-16,-3 5 0,-1-1 0,1 0 0,0-2 15,1 0-15,1 1 0,3-5 0,0-1 0,-1 1 16,0 0-16,1-1 0,0 1 0,5-8 0,-7 9 0,2-1 15,-1 1-15,1-2 0,0 1 0,0-1 0,1-3 16,2-1-16,0 1 0,4-7 0,-2 1 0,0-1 16,0 3-16,4-7 0,0 0 0,0 0 0,-4 7 15,0 0-15,0 0 0,4-8 0,0 1 0,0-1 0,-1 4 16,-1 0-16,0 1 0,-2 3 0,0 0 0,0 0 16,3-4-16,-1 0 0,0 1 0,-1 4 0,-1-1 15,0 0-15</inkml:trace>
  <inkml:trace contextRef="#ctx0" brushRef="#br0" timeOffset="328483.1622">24312 18218 0,'0'0'0,"0"0"0,23 3 16,-9 0-16,25 15 15,-18-7 1,19 27-16,-18-15 16,-22-23-16,0 0 0,0 0 0,6 9 0,-2-1 15,0 0-15,-2-3 0,0-1 0,0 0 0,0 7 16,0 0-16,0 0 0,-2-11 0,1 7 0,1-1 0,-1 0 15,-7 1-15,2-1 0,0 1 0,1-3 0,1-1 16,0 0-16,-9-2 0,1-1 0,1 0 0,9 0 16,-6 0-16,1 0 0,-1 0 0,-8-5 0,1 1 15,1 0-15,5 2 0,0-1 0,-1 1 0,-3-3 16,1 1-16,-1 0 0,5 1 0,1 2 0,0-1 0,5 2 16,-2-2-16,0 2 0,0-1 0,0 1 0,2 0 15,0 0-15,2-5 0,-2 1 0,0 0 0,2 1 16,-2 1-16,0 0 0,10-5 0,0 1 0,1 1 15,-4 1-15,-1 1 0,0 0 0,12 0 0,-3-1 16,1 1-16,-16 3 0,10-2 0,-1 0 0,-1 1 0,11-1 16,0 1-16,0 1 0,-8-2 0,-1 1 0,1 1 15,7-2-15,-1 0 0,-1 0 0,-16 2 0,10-2 16,-1 1-16,0 0 0,-4 0 0,-1 1 0,-1 0 16,6 1-16,0 0 0,1-1 0,-10 0 0,6 1 15,-1-1-15,0 1 0,-3-1 0,0 0 0,0 0 0,-4 7 16,2 0-16,0 0 0,-1-3 0,1 0 0,0-1 15,0-3-15,-6 11 0,0 0 0,0-1 0,1-4 16,2 0-16,0 0 0,-5 7 0,0-2 0,-1 1 16,9-12-16,-5 7 0,1-1 0,0 0 0,-3 5 15,2-2-15,-1 1 0,3-4 0,0-1 0,0 0 0,1-3 16,1 0-16,0 0 0,1-2 0,-1 2 0,1-2 16,0 1-16,0-1 0,0 0 0,0 0 0,5 5 15,0-1-15,0 0 0,-1-1 0,-1 0 0,0 0 16</inkml:trace>
  <inkml:trace contextRef="#ctx0" brushRef="#br0" timeOffset="328874.0781">24569 18379 0,'0'-6'0,"5"0"0,4 5 15,9 0-15,1 2 16,6 6-16,8 7 16,5-3-16,-38-11 0,0 0 15,0 0-15,14 7 0,-2 0 0,1-1 0,0-1 16,1-1-16,-1 0 0,2 3 0,-1-1 0,1-1 15,-4 0-15,0 0 0,1-1 0,-1 1 0,-2 0 16,1-1-16,-1 0 0,-2-1 0,0 0 0,-2 0 16,-2-2-16,0 1 0,-1-1 0,-1-1 0,0 1 0,-4 2 15,0-2-15,0 1 0,-4 0 0,2-1 0,0 0 16,-4 0-16,1 1 0,1-1 0,-3 0 0,2 1 16,-1 0-16,-2-2 0,2 0 0,-1 0 0,1 5 15,0-1-15,-1 0 0,1 3 0,2-1 0,0-1 16,2-1-16,1-1 0,1 0 0,1-1 0,1-1 0,0 0 15,-3 9-15,1 0 0,0 0 0,2-1 0,0 0 16,0 0-16,4 0 0,-1 0 0,0-1 0,2 0 16,0-1-16,0 0 0,4-2 0,-1-1 0,0 0 15,3-3-15,0 0 0,-1-1 0,2-3 0,-1 0 16,-1 1-16,-9 2 0,13-8 0,-1 1 0,-1-1 0,-11 8 16,0 0-16,0 0 0,7-4 0,0 0 0,-1-1 15,-4 4-15,0-1 0,0 0 0,0 2 0,-2 0 16,0 0-16,1-1 0,-1 1 0,0 0 0,0 0 15,0 0-15,0 0 0</inkml:trace>
  <inkml:trace contextRef="#ctx0" brushRef="#br0" timeOffset="329418.2598">24952 18367 0,'0'0'0,"1"0"0,6 5 16,7 7-16,6 7 16,-2 6-16,10-2 15,1 10-15,-29-33 16,0 0-16,0 0 0,10 8 0,-1-1 0,-1 1 0,0 1 15,-1-2-15,1 1 0,0-1 0,-2 0 0,0 0 16,-1 0-16,-1-1 0,-1 1 0,-1-4 0,-1 0 16,0 0-16,0-2 0,-1 0 0,0 0 0,0-2 15,0 1-15,0 0 0,-3-2 0,1 1 0,0-1 16,-2-1-16,1 1 0,0-1 0,-3 2 0,1-1 16,0 0-16,-1 0 0,-1 1 0,1 0 0,-2-1 0,2 2 15,-1-1-15,7 1 0,-9-1 0,2 0 0,0 0 16,-3 0-16,1 0 0,0 0 0,2 4 0,0-1 15,1 0-15,0 2 0,1-2 0,0 0 0,2 2 16,-1-1-16,1 1 0,0 2 0,1-2 0,0 1 0,2 0 16,0-1-16,0 0 0,3 0 0,0 1 0,0 0 15,5-1-15,-2 0 0,0-1 0,2 2 0,1-1 16,-1 0-16,2 0 0,-1-1 0,1 0 0,-1 1 16,-1 0-16,1-1 0,0-1 0,-2 0 0,0-1 15,4 2-15,-1-2 0,0 0 0,0 0 0,-2-1 0,0 0 16,-1 0-16,1 0 0,-1 0 0,-2 1 0,0-1 15,0 1-15,1 0 0,-1-1 0,0 1 0,-2 0 16,-1-1-16,0 0 0,1 2 0,-1-1 0,0 0 16,0 1-16,0-2 0,-1 1 0,1 1 0,-2-1 0,0 0 15,2 2-15,-2 0 0,0-1 0,4 1 0,-1 0 16,0 0-16,1-1 0,0-1 0,0 0 0,1 1 16,-2-1-16,0-1 0,2 1 0,0-1 0,0 0 15,2 2-15,-1-2 0,-1 0 0,3 1 0,-1-1 16,1 0-16,0-1 0,-2 1 0,0 0 0,4 0 15,-3 0-15,0 0 0,3 0 0,0 1 0,-1-1 0,-1 0 16,0 0-16,1 0 0,0 4 0,-2-2 0,1 0 16,0 1-16,-1-1 0,0 0 0,-13-4 0,1 0 15,0-1-15</inkml:trace>
  <inkml:trace contextRef="#ctx0" brushRef="#br0" timeOffset="391166.4502">26507 14189 0,'0'0'0,"0"0"0,0 0 0,-59 23 15,23-9-15,-22 36 16,27-22-1,19-18-15,12-10 0,0 0 0,0 0 16,-16 19-16,0 0 0,1 1 0,-3 1 0,2 1 0,-1-1 16,17-21-16,-16 22 0,1-1 0,1 0 0,-2 2 15,1-2-15,-1 1 0,0 3 0,0 0 0,1 0 16,-1 1-16,2-1 0,-1 0 0,2 0 0,1-1 16,1 1-16,-1 3 0,-1 0 0,1 0 0,2 0 15,1 0-15,0 0 0,0 0 0,0-1 0,1 0 0,8-27 16,-8 32-16,1-1 0,-1 0 0,3-1 0,0-1 15,0 1-15,1 4 0,0-1 0,-1 0 0,3-1 16,0 0-16,0 0 0,1 4 0,0-1 0,0 1 16,2-2-16,-1-1 0,0 0 0,2 5 0,0-1 0,0 0 15,1-1-15,1 0 0,-1-1 0,-3-35 0,6 40 16,-2 0-16,0 0 0,3-1 0,-1-1 0,-1-1 16,4 6-16,-2-1 0,0 0 0,3-3 0,-1 0 15,0 0-15,4 3 0,-3 0 0,0-1 0,3-3 16,-2-1-16,1 0 0,3 3 0,-1-1 0,-1 1 0,1-6 15,0 0-15,-1 1 0,5 0 0,-3 0 16,1 0-16,0-5 0,0-1 0,-1 0 0,5 2 0,-2-1 16,-1-1-16,1-2 0,-1-1 0,1-1 0,2 2 15,-1-1-15,1 0 0,-10-12 0,0-1 0,1 0 16,14 12-16,-3 0 0,1-1 0,4 0 0,-2-1 16,0-1-16,-1-2 0,0-1 0,0 0 0,5 0 15,-2-1-15,0 1 0,-2-3 0,1-1 0,0 0 0,3 1 16,0-1-16,0-1 0,-2-2 0,0-1 0,0 1 15,4 0-15,-2-2 0,-1 1 0,0-3 0,-1 0 16,0 0-16,5 0 0,-2-1 0,0 1 0,-1-3 16,-1 1-16,0-1 0,3-1 0,0 0 0,0 0 15,-1-1-15,-1-1 0,0 1 0,3-2 0,-1 1 0,0 0 16,-1-1-16,-2-1 0,0 0 0,4-2 0,-1 0 16,0 0-16,-1-2 0,-2 1 0,-1 0 0,4-3 15,0 1-15,0 0 0,-3-2 0,0 1 0,0 0 16,2-2-16,0 0 0,0-1 0,-3-1 0,0 1 0,0-1 15,3-2-15,-2 1 0,-1-1 0,2-1 0,-2 0 16,0 1-16,-13 5 0,-2 1 0,0 1 0,18-12 16,0 0-16,0 0 0,0-3 0,-2 0 0,0 1 15,-2 1-15,-1 0 0,0 0 0,0-4 0,1 2 16,0-1-16,-2 1 0,-2 0 0,-1 1 0,2-6 0,-1 2 16,-1 0-16,0 1 0,-2 1 0,-1 0 0,-18 21 15,0 0-15,0 0 0,26-35 0,0 1 0,0 0 16,-13 15-16,1 1 0,-1 0 0,5-13 0,-1 0 15,1 1-15,-1 1 0,-1-1 0,-1 0 0,0 3 16,-3 0-16,1-1 0,0-4 0,0 0 0,-1 1 0,-3 0 16,1 0-16,-1 1 0,1-6 0,-1 1 0,1 0 15,-3 2-15,-2 0 0,0 0 0,2-5 0,-3 0 16,0 1-16,-1 2 0,-1 1 0,0 1 0,1-4 16,-2 1-16,0-1 0,1 3 0,-1 1 0,0 0 15,-1-4-15,0 1 0,0 0 0,-3 3 0,1 0 0,0 1 16,-2-5-16,0 1 0,0 0 0,0 4 0,-1 0 15,1 0-15,-2-3 0,0 1 0,0 0 0,-4 3 16,3 0-16,0-1 0,-4-2 0,1 0 0,1 0 16,-1 3-16,-1 1 0,1 0 0,-3-4 0,1 1 15,1 0-15,-3 2 0,3 2 0,0 0 0,-6-3 0,3 1 16,-1 1-16,0 2 0,1 2 0,1-1 0,-4-2 16,1 2-16,-1 0 0,1 2 0,1 1 0,1 0 15,-4 0-15,2 0 0,-1 0 0,-2 2 0,2 0 16,-1 1-16,1 0 0,-1 1 0,1 0 0,-5-2 0,1 1 15,0 0-15,-1 2 0,1-1 0,0 0 0,-1 3 16,1-1-16,0 1 0,-6-2 0,3 2 0,-1-1 16,-3 2-16,2 0 0,0 1 0,-1 1 0,2 0 15,-1 1-15,-5-2 0,2 1 0,0-1 0,0 3 16,0 0-16,0 1 0,-3-1 0,1 1 0,0 0 0,0 1 16,2 2-16,0-1 0,-5 0 0,2 2 0,0-1 15,0 2-15,1 1 0,0 1 0,-4 1 0,0 0 16,-1 0-16,4 3 0,0 0 0,0 0 0,-3 2 15,1 0-15,0 0 0,2 1 0,1 0 0,0 0 16,-3 2-16,1 0 0,0 0 0,1 1 0,2 1 0,0-1 16,-6 2-16,3 0 0,0 0 0,2 2 0,1-2 15,0 0-15,-5 3 0,2 0 0,0 0 0,3 1 16,1-2-16,0 1 0,-3 1 0,0 1 0,0 0 16,2 0-16,2 0 0,0-1 0,-4 3 0,2-1 15,0 1-15,1 0 0,3-2 0,-1 1 0,-3 3 0,2-1 16,0 0-16,3 0 0,0-1 0,0 0 0,1 4 15,-1-1-15,0 1 0,13-9 0,0-1 0,1-1 16,-13 16-16,2 0 0,1 0 0,1 3 0,3-1 16,-1 0-16</inkml:trace>
  <inkml:trace contextRef="#ctx0" brushRef="#br0" timeOffset="393966.6699">29958 14197 0,'0'0'0,"0"0"0,0 0 0,0 0 16,12 48-16,-5-19 15,6 36-15,-7-31 16,-6-34-16,0 0 0,0 0 0,1 4 15,0 1-15,0 0 0,1 8 0,-2-1 0,0 0 16,1-5-16,-1 0 0,0 0 0,2 9 0,-2-1 16,0 1-16,1-7 0,-1-1 0,0 1 0,-2 6 15,2-1-15,0 1 0,-2-8 0,2 1 0,0-1 0,0-4 16,0 0-16,0 0 0,0-1 0,0-2 0,0 1 16,0-1-16,0 0 0,-1 10 0,0-1 0,0 1 15</inkml:trace>
  <inkml:trace contextRef="#ctx0" brushRef="#br0" timeOffset="394233.4543">29675 14358 0,'30'-42'0,"-3"9"0,26-16 0,1 2 15,7 3-15,-8-3 16,4 5 0,-3 8-16,-54 34 0,0 0 0,0 0 0,18-11 15,-2 0-15,1 1 0,-1 1 0,-1 0 0,-1 0 16,2 2-16,-1 1 0,1 1 0,-4-2 0,0 0 16,-1 1-16,-11 6 0,9-7 0,1 1 0,-1 0 15,-6-1-15,-1 1 0,0-1 0</inkml:trace>
  <inkml:trace contextRef="#ctx0" brushRef="#br0" timeOffset="394616.5473">30447 13843 0,'1'0'0,"4"13"0,5 7 0,3 7 15,-2 7-15,2 15 16,1 6-16,-14-55 16,0 0-16,0 0 0,0 0 0,5 31 15,0-1-15,0 1 0,-1-4 0,0 0 0,-1 0 16,-3-27-16,3 16 0,-2 1 0,0-1 0,3-2 0,0 1 15,0 0-15,0 0 0,-2 0 0,0-1 0,4-5 16,-3 0-16,0-1 0,1-2 0,-1-1 0,0 0 16,2-4-16,-1 0 0,1 1 0,0-2 0,-2 1 15,0-1-15,8-1 0,-1-1 0,-1 1 0,1-8 16,0 1-16,-1 0 0,8-2 0,-1 1 0,-1-1 0,0-6 16,-1 0-16,1 1 0,6 0 0,-3 1 0,1 0 15,4-3-15,-1 2 0,1-1 0,4 0 0,0 0 16,0 0-16,2 2 0,-3-1 0,1 1 0</inkml:trace>
  <inkml:trace contextRef="#ctx0" brushRef="#br0" timeOffset="400033.3977">24562 16477 0,'0'0'0,"0"0"0,0 0 15,0 0-15,0 0 16,0 0-16,-49-15 15,19 7 1,30 8-16,0 0 0,0 0 0,0 0 0,-14-5 0,1 1 0,1 1 16,4 1-16,1 0 0,0 1 0,4 0 0,1 0 15,0 0-15,0 0 0,2 1 0,0 0 0,-1 0 16,1 0-16,0 0 0,0 0 0,0 0 0,0 0 16,0 0-16,0 0 0,0 0 0,2-2 0,-2 2 15,0-1-15,2 1 0,-2-1 0,0 1 0,0-2 0,0 2 16,0 0-16,9 3 0,-2-2 0,1 1 0,-4 0 15,0-1-15,0 0 0,6 6 0,1-2 0,-1 0 16,-3-1-16,-2-1 0,1 0 0,-3-1 0,-1-1 16,0 0-16,8 10 0,0-1 0,1 0 0,-5-3 15,-1-1-15,0 0 0,11 10 0,-3 1 0,1-1 16,-6-6-16,-1-1 0,0-1 0,22 25 0,0-1 0,0 0 16,-1-2-16,-1 0 0,0-1 0,-13-14 0,-1-1 15,-1 0-15,11 8 0,-1-1 0,-1 0 0,4-2 16,-2 1-16,0-1 0,-11-9 0,-1-2 0,1 1 0,16 8 15,-2-1-15,-1-1 0,-10-6 0,-1 0 0,1 0 16,7-2-16,0 0 0,0 0 0,3-2 0,0-1 16,-1 0-16,-10-2 0,-2 0 0,1 0 0,7-5 15,1 0-15,0 1 0,2-4 0,0 0 0,0 0 16,-10 3-16,-1-1 0,-1 1 0,14-9 0,-2 1 0,-1 0 16,-8 4-16,-2 1 0,1-1 0,11-8 0,1 0 15,0 0-15,-11 6 0,0 2 0,-1-1 0,13-9 16,-2 1-16,0 0 0,-11 6 0,1 1 0,-1 0 15,7-4-15,-1 0 0,1 0 0,-10 6 0,1 0 0,-1 0 16,14-8-16,-3 0 0,1 1 0,5-2 0,0 1 16,0 0-16,-27 15 0,29-13 0,-1 1 0,-1 0 15,-12 6-15,-2 0 0,1 1 0,7 4 0,1 1 16,0 0-16,-11 1 0,1-1 0,-1 1 0,2 12 16,0 0-16,-1 1 0,-6-6 0,1 0 0,-1-1 15,3 12-15,0-1 0,1 0 0,-4-8 0,-1 0 0,0-1 16,1 8-16,-1-1 0,-1 0 0,-1-8 0,-1 1 15,0 0-15,5 1 0,-2-1 0,1 0 0,-2-3 16,-1-2-16,0 1 0,5 3 0,0 0 0,1-1 16,-3-2-16,-2-1 0,0 0 0,8-2 0,-3-1 15,0 0-15,-3 0 0,0-1 0,-1 0 0,7-3 16,-1 0-16,1 0 0,-6 1 0,0 0 0,0 1 0,8-3 16,-2 0-16,1 1 0,-5 0 0,-1 2 0,0 0 15,11-5-15,-1 0 0,-1 1 0,-6 2 0,0 0 16,-1 0-16,5-3 0,1 1 0,-1-1 0,-5 3 15,-1 1-15,0-1 0,9-1 0,-2 1 0,1 0 16,-7 2-16,0 0 0,1-1 0,3 6 0,1-1 0,-1 0 16,-6 0-16,0-1 0,1 0 0,3 8 0,-1 0 15,1 0-15,-6-4 0,0 0 0,0 0 0,9 7 16,-3-1-16,0 1 0,-3-6 0,-2 0 0,0-1 16,5 8-16,-1-1 0,-1 0 0,-3-6 0,-2 0 15,0 0-15,6 1 0,-1 0 0,0 1 0,-2-4 0,-3-1 16,0 0-16,8 3 0,1 0 0,-1 0 0,-4-3 15,0 0-15,-1 0 0,7-1 0,-1 0 0,-1 0 16,-4-2-16,-1 0 0,-1 0 0,8 0 0,-1 0 16,-1 0-16,-4 0 0,-2-1 0,1 0 0,9-3 15,1 1-15,-1 0 0,-5 1 0,-3 0 0,0 0 0,7-1 16,-1 1-16,1 0 0,-7 0 0,-1 1 0,0 0 16,10 2-16,-3 0 0,1 1 0,-6-2 0,-2 0 15,1 1-15,5 6 0,-1 1 0,1-1 0,-6-3 16,0 0-16,1 0 0,2 12 0,-1-2 0,0 0 15,-3-6-15,-1-1 0,0 1 0,7 11 0,-1 0 0,-1-1 16,-3-8-16,-2 0 0,1-1 0,4 10 0,-1-1 16,1 0-16,-4-8 0,-1-1 0,0 0 0,9 7 15,-2-1-15,0 1 0,-3-8 0,-3-1 0,0 0 16,11 2-16,-2 0 0,1 0 0,-7-5 0,-1 0 16,0 1-16,11 1 0,0 0 0,-1 0 0,-7-3 0,-1 0 15,0 0-15,12-3 0,0 0 0,-1 0 0,-7 0 16,-3-1-16,0 0 0,16-4 0,-1 1 0,0 0 15,-10 1-15,-3 0 0,0 1 0,14-6 0,-2 0 16,0 0-16,-11 2 0,0 1 0,-1 0 0,18-10 0,-2 0 16,0 0-16,0-2 0,0 1 0,0-1 0,-3 1 15,-1 1-15,-1-1 0,2-1 0,0 0 0,0 0 16,-2-1-16,-3 0 0,1 1 0,-1-1 0,-1 0 16,1 1-16,0-3 0,-1 1 0,1 0 0,-1-1 0,-1 0 15,1-1-15,-10 11 0,0 1 0,-1 0 0,10-14 16,-1 1-16,1-1 0,-9 10 0,0 1 0,1 0 15,-11 11-15,0 0 0,0 0 0,14-15 0,-1 1 16,-1 1-16,6-3 0,-2 1 0,1 1 0,-9 6 16,0 0-16,1 0 0</inkml:trace>
  <inkml:trace contextRef="#ctx0" brushRef="#br0" timeOffset="400584.1956">28878 17783 0,'0'0'0,"0"0"0,0 0 0,0 0 16,-11 18-16,6-8 16,25 31-16,-7-18 15,-13-23-15,0 0 0,0 0 0,13 23 16,-3 0-16,0 0 0,-10-23 0,7 13 0,-2-1 0,0 0 16,-2-6-16,-1-1 0,0 1 0,5 8 0,1-2 15,-1 1-15,-3-5 0,0-1 0,0 0 0,16 22 16,-3-2-16,1 0 0,-8-11 0,1 0 0,-1 0 15,-10-16-15,21 26 0,-1 0 0,1 1 0,-10-13 16,1 0-16,-1 0 0,-7-8 0,0 0 0,1-1 0,8 6 16,0-1-16,1 0 0,-14-10 0,9 7 0,-2-1 15,1-1-15,-5-2 0,0-2 0,0 1 0,-6-12 16,1 0-16,0 1 0,2 9 0,-3-6 0,2 0 16,-1 0-16,2 6 0,0 0 0,0 0 0</inkml:trace>
  <inkml:trace contextRef="#ctx0" brushRef="#br0" timeOffset="400899.9782">28889 17828 0,'-5'-45'0,"8"-11"16,6 3-16,9 1 16,6 0-16,9 9 15,1 16-15,2 8 16,-36 19-16,0 0 0,0 0 0,0 0 15,12-3-15,1 1 0,-1 0 0,2 1 0,-3 1 16,0 0-16,0 2 0,-3 0 0,0 0 0,2 2 0,-1-1 16,0-1-16,-1 5 0,0 0 0,-1-1 0,-1 4 15,-1 0-15,0 0 0,-1 5 0,-1-1 0,0 0 16,-3-14-16,0 18 0,0 0 0,0 1 0,-4 1 16,2 1-16,-1-1 0,-1 2 0,2-1 0,0 0 15,-4 0-15,0 0 0,0 0 0,-2-1 0,3 1 0,0-1 16,-2 0-16,2-1 0,-1 1 0,-1-5 0,1-1 15,0 1-15,6-15 0,0 0 0,-13 8 0,3-1 16,0 0-16</inkml:trace>
  <inkml:trace contextRef="#ctx0" brushRef="#br0" timeOffset="401200.3019">29270 17127 0,'0'0'0,"-1"0"0,3 4 0,4 6 16,1 7-16,7 9 15,4 12 1,5 9-16,-23-47 0,0 0 0,0 0 0,9 18 15,-2 0-15,0 0 0,2 1 0,-3 1 0,0-1 16,4 1-16,-1 0 0,-1 0 0,2 1 0,0-2 16,-1 1-16,-9-20 0,11 19 0,-1-1 0,-1 0 0,0-2 15,0-1-15,1 0 0,-2-5 0,-2 0 0,0-1 16,-1-5-16,-3-1 0,0 0 0,-4-7 0,2 1 16,0-1-16</inkml:trace>
  <inkml:trace contextRef="#ctx0" brushRef="#br0" timeOffset="401966.5772">29479 17083 0,'-9'-5'0,"1"1"0,5 3 0,2 0 15,-1 5-15,-3 10 16,2 10-16,-1 7 15,4-31-15,0 0 0,1 12 0,-1-1 16,0 0-16,2 1 0,-2 0 0,0 0 0,-1-3 16,0 1-16,0-1 0,1 0 0,0 0 0,0 0 15,1-1-15,0-1 0,0 0 0,0-1 0,0-1 0,0 0 16,1-1-16,0-2 0,0 0 0,1-2 0,-2 0 16,0 0-16,4 1 0,-2-1 0,0 1 0,1-1 15,-1 0-15,0 0 0,1-2 0,0 0 0,-1 0 16,3-2-16,-2 1 0,0 0 0,1 1 0,0 1 0,1 0 15,0-1-15,0 0 0,0 0 0,1 1 0,0 0 16,-1 1-16,1-2 0,0 1 0,1 0 0,-1 2 16,-1-1-16,0 1 0,9 1 0,-2-1 0,1 0 15,0 2-15,-2-1 0,1 0 0,-2 1 0,0 0 16,-1 0-16,-2 0 0,0-1 0,1 0 0,1 0 0,-1 1 16,1 0-16,-3-1 0,0-1 0,0 0 0,2 1 15,-1-1-15,0-1 0,-2 1 0,1 0 0,-1 0 16,-1-1-16,-2 0 0,0 0 0,1-2 0,0 1 15,0 0-15,2-3 0,-3 1 0,0 0 0,1-7 0,0 1 16,0 0-16,-2-3 0,-1 0 0,0 1 0,-4-1 16,2 1-16,0 0 0,0-6 0,0 2 0,0 0 15,-3 0-15,2 0 0,0 0 0,1-2 0,0 1 16,0-1-16,-6-1 0,1 0 0,1 0 0,-3-2 16,0 1-16,-1 0 0,5 2 0,0 1 0,0 0 0,4 16 15,0 0-15,0 0 0,-13-20 0,-1 1 0,1 0 16,0 5-16,2 1 0,0 0 0,2 6 0,3 0 15,0 0-15,3 4 0,0 0 0,0 0 0,-2 1 16,2 1-16,0 0 0,1 2 0,1-1 0,0 0 16,-1 1-16,2 0 0,0-1 0,2 1 0,-2-1 0,0 0 15,3 4-15,0 0 0,0 1 0,2 3 0,-2 0 16,0 0-16,3 4 0,0 0 0,0-1 0,6 0 16,-3 0-16,0-1 0,-1 1 0,-1-1 0,0 0 15,-1 1-15,-2-1 0,0-1 0,3 1 0,-3-2 16,0 1-16,0-1 0,-1-1 0,0 1 0,2-1 0,-1 1 15,-1 0-15,2 1 0,0 0 0,0 0 0,5 4 16,0-1-16,-1 0 0,0 0 0,1 1 0,-1-1 16,-1-2-16,0 1 0,-1-1 0,2 1 0,-1-1 15,1 1-15,-1-3 0,-1 0 0,0 0 0,0-3 16,-2-1-16,0 0 0,-4-4 0,0 1 0,0-1 0,-6-4 16,1 1-16,0-1 0,4 4 0,0 0 0,0 0 15</inkml:trace>
  <inkml:trace contextRef="#ctx0" brushRef="#br0" timeOffset="402133.2502">29782 17055 0,'0'0'0,"12"-42"16,20-12 0,-14 27-16,16-32 15,33-38-15,24-25 16,-91 122-16,0 0 0,0 0 15,38-49-15,-3-1 0,0 1 0</inkml:trace>
  <inkml:trace contextRef="#ctx0" brushRef="#br0" timeOffset="421316.3169">9182 16180 0,'0'0'0,"0"0"0,0 0 16,0 0-16,0 0 15,0 0-15,0 0 16,0 0-16,0 0 0,0 0 16,0 0-16,0 0 0,0 0 0,0 0 0,0 0 15,0 0-15,0 0 0,0 0 0,0 0 0,0 0 16,12-11-16,-3 1 0,0-1 0,-3 4 0,1 2 0,-1-1 16,-3 3-16,-1 1 0,0-1 0,0 2 0,-2 0 15,0 0-15,1 1 0,-1 0 0,0 0 0,-1-6 16,1 1-16,0 0 0,0 2 0,0 0 0,0 0 15,0 2-15,0-1 0,0 1 0,0 1 0,0-1 16,0 0-16,0 1 0,0 0 0,0 0 0,-11 1 16,1 0-16,1-1 0,3 0 0,0 0 0,-1 0 0,4 1 15,1-1-15,0 0 0,0 0 0,2 0 0,0 0 16,-1 0-16,1 0 0,0 0 0,0 0 0,0 0 16,0 0-16,0 0 0,0 0 0,0 0 0,-6 11 15,2-1-15,0 0 0,0-4 0,1 0 0,1 0 0,1-3 16,0-1-16,0 1 0,0-1 0,1-2 0,0 1 15,-1-1-15,1 0 0,0 0 0,7 4 0,1 0 16,-1 0-16,-2-1 0,-1-1 0,0-1 0,-1 0 16,-2 1-16,1-1 0,4-7 0,0 1 0,0-1 15,-1 4-15,-2-1 0,0 0 0,0 2 0,-2-1 16,0 1-16,0 0 0,-1 1 0,0-1 0,1-8 0,-1 0 16,0 0-16,0 3 0,0 1 0,0-1 0,0 3 15,0 1-15,0-1 0,0 3 0,0-1 0,0 0 16,-7-6-16,1 1 0,0-1 0,1 2 0,2 1 15,0 1-15,0 1 0,2 0 0,0 1 0,0 0 16,1 1-16,0 0 0,-10-2 0,1 1 0,0 1 0,2-1 16,2 0-16,0 1 0,3 0 0,0 0 0,0 0 15,0-1-15,2 1 0,0-1 0,0 1 0,0 0 16,0 0-16</inkml:trace>
  <inkml:trace contextRef="#ctx0" brushRef="#br0" timeOffset="422335.4563">11943 15888 0,'0'0'0,"0"0"0,0 0 16,0 0-16,0 0 15,0 0-15,0 0 16,0 0-16,0 0 16,0 0-16,0 0 0,0 0 0,0 0 0,0 0 15,0 0-15,0 0 0,0 0 0,0 0 0,0 0 16,-1 1-16,1 0 0,0 0 0,-1 1 0,1-1 0,0 0 16,0 0-16,0-1 0,0 0 0,0 0 0,0 0 15,0 0-15,-9 9 0,1-1 0,0 0 0,2-2 16,2-2-16,-1 1 0,3-3 0,0 0 0,0-1 15,0 0-15,2 0 0,0-1 0,0 1 0,0-1 16,0 0-16,0 0 0,0 0 0,0 0 0,2 8 16,0 0-16,0 0 0,0-4 0,-1 1 0,1-1 15,0-2-15,-2 0 0,0 0 0,7 1 0,0 1 16,0-1-16,-3 0 0,1-1 0,-1 0 0,-1-2 16,-2 1-16,0-1 0,9-1 0,-1 0 0,1 0 15,-4 0-15,-1 0 0,0 1 0,-5 0 0,2 0 0,0 0 16,1 0-16,-1-2 0,-2 2 0,0 0 0,9-6 15,-1 0-15,0-1 0,-1 4 0,-3-1 0,0 1 16,-1 1-16,-1 0 0,0 0 0,-5-6 0,0 1 16,0-1-16,1 4 0,0-1 0,0 0 0,2 5 0,-1-1 15,0-1-15,0 0 0,-8-3 0,1 2 0,0-1 16,2 2-16,1 0 0,1-1 0,-6 5 0,2-2 16,-1 0-16,4 0 0,1 0 0,0 0 0,1 1 15,2-1-15,0 0 0,1 0 0,-2 0 0,2 0 16,0 0-16,-6 9 0,-1-1 0,1-1 0,1-2 0,2-1 15,0 0-15,1-2 0,1 0 0,0 0 0,6 4 16,-1 0-16,0 0 0,-4-6 0,4 4 0,-2-1 16,0 0-16,6 4 0,-1 0 0,0-1 0,-3-2 15,0-1-15,0 0 0,-2-1 0,1-1 0,-1 1 16,-1-1-16,-1-1 0,0 0 0,1 0 0,-1 0 0,0 0 16,0 0-16,0 0 0,0 0 0,0 0 0</inkml:trace>
  <inkml:trace contextRef="#ctx0" brushRef="#br0" timeOffset="423849.5735">9140 16230 0,'0'0'0,"0"0"0,0 0 16,0 0-16,0 0 15,0 0-15,0 0 16,0 0-16,0 0 16,0 0-16,0 0 0,0 0 0,0 0 0,0 0 15,0 0-15,0 0 0,0 0 0,0 0 0,0 0 0,0 0 16,3 6-16,-1-1 0,0 1 0,1-2 0,-2-1 15,0 1-15,1-2 0,-2-1 0,0 0 0,0 0 16,0-1-16,0 0 0,0 1 0,0-1 0,0 0 16,1 0-16,-1 0 0,0 0 0,0 0 0,0 0 0,0 0 15,0 0-15,0 0 0,0 0 0,0 0 0,0 0 16,0 0-16,0 0 0,0 0 0,0 0 0,0 0 16,0 0-16,0 0 0,0 0 0,0 0 0,0 0 15,-3 4-15,0 0 0,0 0 0,1-1 0,1-1 16,0 0-16,-1 0 0,2-1 0,0-1 0,-1 1 0,1-1 15,0 0-15,0 0 0,0 0 0,0 0 0,0 0 16,0 0-16,0 0 0,0 0 0,0 0 0,0 0 16,0 0-16,0 0 0,0 0 0,0 0 0,0 0 15,0 0-15,-6 6 0,-1-1 0,1 0 0,1-1 16,2-1-16,0 0 0,1-1 0,1-1 0,0 0 0,-9 7 16,3-2-16,0 1 0,2-2 0,1-1 0,-1 0 15,2-2-15,2 0 0,0-1 0,-8 6 0,0-1 16,-1 1-16,-7 4 0,1 0 0,1-1 0,7-3 15,-1-2-15,1 1 0,-8 4 0,1-1 0,-1 0 0,8-4 16,0-1-16,0 1 0,-14 6 0,0-1 0,1 0 16,8-3-16,1-2 0,-1 0 0,-6 5 0,-1 0 15,0 0-15,9-4 0,0-2 0,0 1 0,-8 4 16,-1 1-16,0-1 0,8-4 0,2 0 0,-1 0 16,-23 14-16,2 1 0,0-1 0,-1 1 0,2-1 15,0 0-15,16-9 0,-1 0 0,2 0 0,-13 10 16,3 0-16,0 0 0,10-8 0,1-1 0,2 0 0,-7 4 15,3 0-15,-1 0 0,8-6 0,0-2 0,0 1 16,-8 9-16,2 0 0,-1-1 0,7-6 0,1 0 16,-1-1-16,5-6 0,0 1 0,0-1 0,-9 13 15,0-1-15,1 0 0,4-5 0,2-2 0,-3 1 0,-1 3 16,1 0-16,-1 1 0,4-7 0,1 0 0,-2 1 16,3-4-16,2-1 0,0-1 0,-2 6 0,-1 0 15,0-1-15,1-2 0,2 0 0,0-1 0,-1-1 16,2 0-16,0-1 0,-1 0 0,1-1 0,0 0 15,0 1-15,0-1 0,0 0 0,0 0 0,0 0 16,0 0-16,0 0 0,0 0 0,0 0 0,0 0 0,0 0 16,0 0-16,3 2 0,-1 0 0,0-1 0,2 1 15,-3-1-15,0-1 0,2 1 0,-3 0 0,0 0 16,0-1-16,0 0 0,0 0 0,0 0 0,0 0 16,0 0-16,0 0 0,0 0 0,0 0 0,-2-10 15,1 0-15,0 0 0,-2 3 0,3 1 0,0 0 0,-1 3 16,1 1-16,0 0 0,-11-3 0,2 2 0,-3-1 15,5 1-15,1 1 0,0 1 0,-9 2 0,3-1 16,0 0-16,3 1 0,3-1 0,0 0 0,-8 5 16,3 0-16,0 1 0,3-3 0,2 0 0,0-1 0,-2 8 15,-2-1-15,2 0 0,3-2 0,1-2 0,0 0 16,-5 8-16,3-1 0,0-1 0,1-4 0,2-1 16,0 0-16,4 7 0,0-1 0,0 1 0,0-6 15,1 0-15,-2-1 0,9 4 0,-2-1 0,1 0 16,-2-3-16,-2-2 0,0 1 0,8 0 0,-3 0 0,0 1 15,-3-3-15,-1 0 0,1-1 0,6 4 0,-2 0 16,1 0-16,-4-2 0,-2-1 0,0 0 0,6-2 16,-1 0-16,0 0 0,-2 0 0,-3-1 0,0 0 15,3-4-15,-1 0 0,1 0 0,-3 1 0,-2 1 16,0 0-16,1-9 0,0 1 0,0-1 0,-1 5 0,-1 0 16,-1 0-16,1-12 0,0 0 0,-2 1 0</inkml:trace>
  <inkml:trace contextRef="#ctx0" brushRef="#br0" timeOffset="424733.1523">9146 16182 0,'0'0'0,"0"0"0,0 0 15,0 0-15,0 0 16,13-23-16,-3 8 16,-7 10-16,-3 5 0,0 0 15,0 0-15,1-1 0,-1 0 0,0 1 0,-1-11 16,1 1-16,0 0 0,-1 4 0,1 0 0,0 0 16,-5-5-16,-1 0 0,1 0 0,2 4 0,0 2 0,0-1 15,-8-5-15,1 1 0,1 0 0,9 10 0,-6-6 16,0 1-16,-1 0 0,4 2 0,1 1 0,0 0 15,-8-3-15,-1 0 0,1 0 0,3 2 0,2 0 16,0 0-16,1 1 0,2 1 0,0 0 0,0 0 0,2 1 16,0 0-16,-12-1 0,2 0 0,-1 1 0,5-1 15,0 0-15,0 1 0,1 0 0,3 0 0,0 0 16,-5 3-16,0 0 0,0 1 0,1-1 0,2-1 16,0 1-16,2-2 0,1-1 0,0 1 0,-1-1 15,2 0-15,0 0 0,8 7 0,-1-2 0,1 0 0,-3-1 16,-1 0-16,0-1 0,8 0 0,-3-2 0,0 1 15,-2-1-15,-1 0 0,-1-1 0,-3 1 0,0-1 16,0 0-16,5-5 0,0 1 0,1 0 0,-4 0 16,0 2-16,0 0 0,-4 2 0,3-10 0,0 2 15,0 0-15,0 3 0,-2 1 0,0 0 0,-1 4 0,-7-18 16,2 0-16,0 0 0,5 18 0,-11-22 0,0 2 16,1-1-16,10 21 0,-16-31 0,3 0 0,0 0 15,13 31-15,0 0 0,-8-17 0,1 2 0,0-1 16</inkml:trace>
  <inkml:trace contextRef="#ctx0" brushRef="#br0" timeOffset="425133.0267">8082 14655 0,'-2'-20'0,"-7"-3"0,6 2 0,-1 0 15,-1 1-15,-8-2 16,0 2-16,-3 4 16,16 16-16,0 0 0,0 0 0,-8-3 15,0 0-15,0 0 0,1 2 0,1 1 0,0 0 16,2 0-16,-2 0 0,0 0 0,0 4 0,2-1 15,0-1-15,2 2 0,-2 0 0,1-1 0,2 2 16,0 0-16,0-1 0,0 2 0,-1 0 0,1 0 0,2 0 16,1 1-16,-1-1 0,4-1 0,0-2 0,-2 1 15,4 0-15,-2 0 0,1 0 0,-1 1 0,-1-1 16,0 0-16,2 0 0,-1-1 0,1 0 0,1 1 16,-1-1-16,0 0 0,0 2 0,-2 0 0,1 0 15,0 1-15,-1-1 0,0 0 0,-1 2 0,-1-2 0,0 0 16,-6 0-16,2 0 0,1-1 0,-3-2 0,3 0 15,0-1-15</inkml:trace>
  <inkml:trace contextRef="#ctx0" brushRef="#br0" timeOffset="427974.4619">9330 16412 0,'0'0'0,"0"0"0,0 0 0,0 0 16,0 0 0,-1 51-16,0-19 15,-3 17-15,4-49 0,0 0 0,0 0 0,-1 10 16,1-2-16,0 1 0,-1-5 0,1-1 0,0 0 15,-5 14-15,1 0 0,1-1 0,0-6 0,1 0 16,0-1-16,0-5 0,2 0 0,0-1 0,-1-2 16,1 0-16,0 0 0,-2 13 0,2-2 0,0 0 0,-2-4 15,2-1-15,0 0 0,0-3 0,0-2 0,0 1 16,-1-2-16,1 0 0,0 0 0,0-1 0,0 0 16,0 0-16,0 0 0,0 1 0,0-1 0,0 0 15,0 0-15,0 0 0,0 0 0,0 0 0</inkml:trace>
  <inkml:trace contextRef="#ctx0" brushRef="#br0" timeOffset="428266.2233">9366 16354 0,'27'-7'16,"-4"5"-16,1 5 0,0 13 15,0 5-15,-5 0 16,-12 0-16,-6 1 15,-1-22-15,0 0 0,0 0 0,-4 9 0,2-1 16,0-1-16,-6-1 0,3-1 0,0 0 0,-3 0 16,2 0-16,-1 0 0,2-4 0,1 0 0,0 1 15,-5-2-15,1 0 0,1 0 0,-4-4 0,2 1 0,-1 0 16,1 5-16,0 0 0,-1 0 0,-1-3 0,1 0 16,-1 1-16,3-3 0,0 1 0,0 0 0,-1-1 15,1-1-15,0 1 0,4-2 0,0 1 0,1-1 0,2 0 16,0 0-16,0 0 0,4-1 0,0 1 0,1 0 15,5-2-15,-2 1 0,0 1 0,-7 5 0,0 0 16,0 0-16</inkml:trace>
  <inkml:trace contextRef="#ctx0" brushRef="#br0" timeOffset="428499.9762">9694 16330 0,'1'0'0,"0"6"0,3 1 0,-5 10 16,-3 5-16,0 2 16,-3 3-16,-8 0 15,15-27-15,0 0 0,0 0 0,-4 10 0,1 0 16,0 0-16,-3 1 0,3-1 0,0-1 0,-1 0 16,1-1-16,0-1 0,1-2 0,2 1 0,0-1 15,1-4-15,0-1 0,0 1 0,-1-1 0,0 0 16,0 0-16,2-1 0,-2 1 0,0 0 0,2 0 0,-2 0 15,0 0-15</inkml:trace>
  <inkml:trace contextRef="#ctx0" brushRef="#br0" timeOffset="428883.2725">9817 16437 0,'-2'1'0,"2"1"0,-1-2 0,0 2 16,1 1-16,-8 2 15,-6 4-15,-5-4 16,19-5-16,0 0 0,-7 2 16,1-2-16,0 1 0,-1 1 0,1-1 0,0 0 15,-1 1-15,2-1 0,-1 1 0,1-1 0,0-1 0,0 1 16,2 1-16,0 0 0,0 0 0,1 0 0,1-2 16,0 1-16,0 0 0,1 0 0,0 0 0,1 4 15,-1-1-15,0 1 0,3-1 0,-2-1 0,0-1 16,3 3-16,-1-3 0,0 1 0,3 3 0,0-1 0,1-1 15,-4-1-15,0 0 0,0 0 0,7 5 0,1-1 16,-1 0-16,-2 0 0,-1 0 0,1 0 0,0 0 16,0 0-16,1 0 0,-2 0 0,-2-1 0,0 1 15,1-2-15,-2-1 0,1 0 0,0-1 0,-1-1 16,0 1-16,2 0 0,-1 0 0,1-1 0,-1-1 16,-1-1-16,0 1 0,1-4 0,-1 1 0,0 0 0,2-4 15,-1 1-15,0-1 0,-2 3 0,-1 0 0,0 0 16,-1 1-16,0 2 0,0-1 0,0 0 0,-1 1 15,0 0-15</inkml:trace>
  <inkml:trace contextRef="#ctx0" brushRef="#br0" timeOffset="429133.0112">10019 16365 0,'1'0'0,"-1"2"0,-2 8 0,3 3 15,1 8-15,3 1 16,-11 5-1,0-1-15,6-26 0,0 0 0,0 0 0,-2 10 16,2-1-16,0 1 0,-3-3 0,2 0 0,0 0 16,0 1-16,1-1 0,0 1 0,0-2 0,0-1 15,0 1-15,-2-1 0,0 0 0,0 0 0,2-5 16,0 0-16,0 0 0,-2 4 0,1-2 0,0 0 16,0 0-16,1-1 0,0-1 0,-2 2 0,2-2 0,0 0 15,0 1-15,0-1 0,0 1 0,-6-14 0,2 0 16,0 1-16,0 4 0,2 0 0,0 1 0,0 3 15,1 1-15,0 1 0,0 0 0,1 2 0,0-1 16</inkml:trace>
  <inkml:trace contextRef="#ctx0" brushRef="#br0" timeOffset="429232.588">9898 16433 0,'32'0'0,"9"1"0,-1 2 16,12-7-16,10-9 15</inkml:trace>
  <inkml:trace contextRef="#ctx0" brushRef="#br0" timeOffset="431182.8372">10210 16307 0,'0'0'0,"0"0"16,0 0-16,0 0 16,0 0-16,0 0 15,0 0-15,0 0 16,0 0-16,0 0 0,0 0 0,0 0 0,0 0 16,0 0-16,0 0 0,0 0 0,0 0 0,0 0 15,0 0-15,0 0 0,5-2 0,-2-1 0,0 1 0,0 0 16,-1 1-16,0 0 0,7 0 0,1 0 0,-1 1 15,-2 0-15,-2 0 0,1 0 0,-4 0 0,0 0 16,0 0-16,0 0 0,-2 0 0,0 0 0,8-1 16,0-1-16,1 1 0,-3 0 0,-2 1 0,0 0 15,11-2-15,-1 2 0,1-1 0,-7 1 0,0-1 0,0 0 16,12-2-16,-2 1 0,-1 0 0,-6 0 0,-1 0 16,-1 1-16,35-2 0,-1 1 0,0 0 0,-18 0 15,0 2-15,0-1 0,-15 0 0,-1 1 0,1-1 16,24-7-16,0 2 0,0 0 0,-13 2 0,-3 0 15,1 1-15,-6 0 0,1 1 0,-1 0 0,-6 1 0,-1 0 16,-1 1-16,9-2 0,1 0 0,-1 1 0,-5-1 16,-1 1-16,-1 1 0,7-4 0,-1 1 0,-1 0 15,-5 1-15,1 1 0,-1 0 0,5-4 0,0 2 16,-1-1-16,-4 2 0,0 0 0,-1 0 0,-2 1 16,-2 1-16,0-1 0,0 0 0,-2 1 0,0 0 0,1 0 15,-1 0-15,0 0 0,0 0 0,0 0 0,0 0 16,0 0-16,0 0 0,0 0 0,-1-5 0,0 2 15,0-1-15,-1 1 0,2 2 0,0-1 0,0 1 16,0 0-16,0 0 0,0 1 0,0 0 0,0 0 0,-1 0 16,1 0-16,0 0 0,-6-8 0,-1 0 0,1-1 15,6 9-15</inkml:trace>
  <inkml:trace contextRef="#ctx0" brushRef="#br0" timeOffset="431499.6848">10769 16083 0,'0'0'0,"0"0"0,0 0 15,0 0-15,0 0 16,0 0-16,0 0 16,0 0-16,0 0 0,0 0 15,0 0-15,0 0 0,0 0 0,0 0 0,0 0 0,0 0 16,0 0-16,0 0 0,0 0 0,0 0 0,29-5 16,0 0-16,-1 0 0,-1 2 0,-1 1 0,0 0 15,-6 5-15,-3-1 0,1 0 0,-2 1 0,0-1 16,-1 1-16,-2 1 0,-2 0 0,0-1 0,1 2 0,-1-2 15,1 1-15,-1 1 0,-1-1 0,1 0 0,-3 1 16,-1-1-16,0 0 0,1 1 0,-1 0 0,0 0 16,1 1-16,-1 0 0,-1 1 0,-2 1 0,-1 0 15,0-1-15,1 2 0,-1-2 0,0 1 0,-1 2 16,-2 0-16,0 0 0,-1 1 0,1 0 0,0-1 0,-3 2 16,2-2-16,0 1 0,-3 0 0,0-1 0,0-1 15,-5 0-15,1 0 0,1 0 0,-3 0 0,2-1 16,-1 0-16,-1-5 0,2-2 0,-1 1 0</inkml:trace>
  <inkml:trace contextRef="#ctx0" brushRef="#br0" timeOffset="432202.044">8612 15956 0,'7'-10'0,"-4"-9"16,-10-12-16,2 15 15,-9-9 1,-6-12-16,-3-9 16,23 46-16,0 0 0,0 0 15,0 0-15,-6-10 0,1 0 0,1 1 0,4 9 16,-7-13-16,2 1 0,0-1 0,-3-2 0,1 1 16,0-1-16,-1 3 0,1 0 0,1 0 0,6 12 0,-7-14 15,1 2-15,0 0 0,-5-7 0,2 1 0,0-1 16,-1 2-16,2 0 0,0 0 0,1 3 0,0 1 15,1 0-15,-1-2 0,2 1 0,0 0 0,5 14 16,-8-13-16,3 1 0,0-1 0,-2 1 0,1 1 0,-1 0 16,2 3-16,0 0 0,0 1 0,4 0 0,0 2 15,0 0-15,1 2 0,0 0 0,0 0 0,1 1 16,-1 1-16,0 0 0,0 1 0,0 0 0,1-2 16,-1 2-16,0-1 0</inkml:trace>
  <inkml:trace contextRef="#ctx0" brushRef="#br0" timeOffset="432583.9284">8389 15298 0,'1'4'0,"-1"-2"0,1-2 0,-1 0 16,0 0-16,0 0 16,0 1-16,-3-4 15,3 3-15,0 0 0,0 0 0,-5 0 16,1 0-16,0 0 0,-4-1 0,1 0 0,1-1 15,-2 1-15,1 0 0,0 0 0,-2 0 0,2 1 16,0 0-16,-4 0 0,3-1 0,0 1 0,-2-2 0,1 2 16,1-1-16,-1-2 0,0 1 0,-1 0 0,1 2 15,1 1-15,-1-1 0,-1 0 0,2-1 0,-1 1 16,-2-2-16,2 1 0,-1 1 0,2 0 0,2 0 16,1 0-16,-3 3 0,0-2 0,1 1 0,2 0 0,0 1 15,0-1-15,0-1 0,3-1 0,0 0 0,0 1 16,1-1-16,0 0 0,2 3 0,-1-1 0,0 0 15,-3 2-15,2 0 0,0 0 0,3 2 0,-1-1 16,0-1-16,2 3 0,0 0 0,0-1 0,4 4 16,0-1-16,-2 0 0,0 2 0,0-1 0,1 1 0,1 1 15,-2 0-15,1 0 0,1 4 0,0-1 0,-1 0 16,1 3-16,-1-2 0,0 0 0,0-2 0,-2 0 16,0-1-16,-1-7 0,-1 0 0,0 0 0</inkml:trace>
  <inkml:trace contextRef="#ctx0" brushRef="#br0" timeOffset="433549.5833">8870 16665 0,'0'5'0,"-6"-1"15,-7 6 1,-6 10-16,-4 2 16,-6 4-16,-7-4 15,-2 4-15,38-26 0,0 0 0,0 0 16,-12 10-16,1 0 0,0 0 0,-2 1 0,3-1 16,-1 0-16,-1-2 0,1 1 0,-1 0 0,-3 1 15,0-1-15,1 0 0,3 0 0,1 0 0,1-1 0,0 1 16,-3-1-16,2 0 0,1-1 0,1 0 0,1-1 15,7-6-15,0 0 0,0 0 0,-11 7 0,0 0 16,1 0-16,2-2 0,2-1 0,-1 0 0,1 2 16,1-2-16,0 0 0,1-1 0,1-1 0,0 0 0,-1 0 15,3-1-15,0-1 0,0-2 0,1 0 0,0-1 16,1 0-16,-1 1 0,0 0 0,5-5 0,-2 2 16,0 0-16,1-2 0,-1 2 0,0 0 0,1-3 15,0 1-15,0-1 0,-1 4 0,-1 0 0,0 1 16,-1 1-16,0 1 0,0 0 0,0-1 0,-1 2 0,0 0 15,0-1-15,0 1 0,0 0 0,1 0 0,0 0 16,0 0-16,5-14 0,-1 0 0,0 1 0,1 3 16,-2 1-16,0 0 0,-4 4 0,0 1 0,0 0 15,-4 4-15,2 0 0,0 0 0,-1 1 0,1-1 16,1 0-16,0 0 0,1 0 0,0 0 0,-1 1 0,1-1 16,0 0-16,0 0 0,0 0 0,0 0 0,-1 0 15,0 0-15,0 0 0,-2 4 0,0-2 0,0 1 16,-1 3-16,1-1 0,0-1 0,0 2 0,0-2 15,1 1-15,-4 3 0,2-1 0,1 0 0,-3 1 16,3-1-16,0 0 0,-3 3 0,1-1 0,0 0 0,-3 0 16,2-2-16,-1 1 0,3 0 0,0-2 0,0 1 15,-1 2-15,1-1 0,0 0 0,-3 0 0,3-2 16,-2 1-16,2-1 0,2 1 0,0-1 0,1-3 16,0 1-16,0-1 0,3 1 0,0-1 0,0 1 15,2 1-15,-2-2 0,0 1 0,3-3 0,0 1 16,1 0-16,2-1 0,0 0 0,0 0 0,5 1 0,-2-1 15,1-1-15,-8-10 0,0 0 0,0 1 0,6 4 16,1 1-16,-1 0 0,7 1 0,-3 2 0,0 0 16,3-3-16,0 0 0,-1 0 0,-4 4 0,1 0 15,-1 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D4574A-1CCF-4424-A7AB-FAD21A16F78F}" type="datetimeFigureOut">
              <a:rPr lang="en-IN" smtClean="0"/>
              <a:t>28-08-2026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2D5C26-5C1D-4F03-B83D-CE8A6A38FE2D}" type="slidenum">
              <a:rPr lang="en-IN" smtClean="0"/>
              <a:t>‹#›</a:t>
            </a:fld>
            <a:endParaRPr lang="en-IN"/>
          </a:p>
        </p:txBody>
      </p:sp>
    </p:spTree>
    <p:extLst>
      <p:ext uri="{BB962C8B-B14F-4D97-AF65-F5344CB8AC3E}">
        <p14:creationId xmlns:p14="http://schemas.microsoft.com/office/powerpoint/2010/main" val="3920305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293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036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3031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7647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9868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038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008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8991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7280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7983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1915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6551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585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5588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16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0327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9779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31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8492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1501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6257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20529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8753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5389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11826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3136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3258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0559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04603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2135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9383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43998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32965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52697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2883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088DE-02E3-42F4-9DD5-FA1A1BF7CC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72448A-9491-45F6-9FEF-591EDF0B62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DE7506-06C6-4AA2-B2CA-ECEBBC30ACCC}"/>
              </a:ext>
            </a:extLst>
          </p:cNvPr>
          <p:cNvSpPr>
            <a:spLocks noGrp="1"/>
          </p:cNvSpPr>
          <p:nvPr>
            <p:ph type="dt" sz="half" idx="10"/>
          </p:nvPr>
        </p:nvSpPr>
        <p:spPr/>
        <p:txBody>
          <a:bodyPr/>
          <a:lstStyle/>
          <a:p>
            <a:fld id="{69D8C28A-1FFB-4578-8916-64D6CA3FD3A2}" type="datetime1">
              <a:rPr lang="en-IN" smtClean="0"/>
              <a:t>28-08-2026</a:t>
            </a:fld>
            <a:endParaRPr lang="en-IN"/>
          </a:p>
        </p:txBody>
      </p:sp>
      <p:sp>
        <p:nvSpPr>
          <p:cNvPr id="5" name="Footer Placeholder 4">
            <a:extLst>
              <a:ext uri="{FF2B5EF4-FFF2-40B4-BE49-F238E27FC236}">
                <a16:creationId xmlns:a16="http://schemas.microsoft.com/office/drawing/2014/main" id="{30EBD2BE-D678-42E1-8180-4F6E85A19EEB}"/>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3CBB8315-A15B-494C-B92E-6ED89C5134C9}"/>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445184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1A0B-E477-4050-9C36-530A5D3C3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7C5DC8-D260-45AB-B9D7-D15D7BF551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624C49-BBA5-4FA8-B234-2D5BFB0104D6}"/>
              </a:ext>
            </a:extLst>
          </p:cNvPr>
          <p:cNvSpPr>
            <a:spLocks noGrp="1"/>
          </p:cNvSpPr>
          <p:nvPr>
            <p:ph type="dt" sz="half" idx="10"/>
          </p:nvPr>
        </p:nvSpPr>
        <p:spPr/>
        <p:txBody>
          <a:bodyPr/>
          <a:lstStyle/>
          <a:p>
            <a:fld id="{4A12C6CC-4266-44E5-B0E6-B108B993158D}" type="datetime1">
              <a:rPr lang="en-IN" smtClean="0"/>
              <a:t>28-08-2026</a:t>
            </a:fld>
            <a:endParaRPr lang="en-IN"/>
          </a:p>
        </p:txBody>
      </p:sp>
      <p:sp>
        <p:nvSpPr>
          <p:cNvPr id="5" name="Footer Placeholder 4">
            <a:extLst>
              <a:ext uri="{FF2B5EF4-FFF2-40B4-BE49-F238E27FC236}">
                <a16:creationId xmlns:a16="http://schemas.microsoft.com/office/drawing/2014/main" id="{99BA7B99-C96C-473B-A8F5-606E5B9BA00F}"/>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E8DE7E9D-42B7-43EA-8DBA-8C52BFE52A65}"/>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873418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9BB2A-D1D3-4EE9-B93D-959DFB6C2F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0B4CDB-489F-42CA-9DA0-05F8465EC9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B1FB0E-AD1A-4545-90B8-333A59379F9A}"/>
              </a:ext>
            </a:extLst>
          </p:cNvPr>
          <p:cNvSpPr>
            <a:spLocks noGrp="1"/>
          </p:cNvSpPr>
          <p:nvPr>
            <p:ph type="dt" sz="half" idx="10"/>
          </p:nvPr>
        </p:nvSpPr>
        <p:spPr/>
        <p:txBody>
          <a:bodyPr/>
          <a:lstStyle/>
          <a:p>
            <a:fld id="{A5119336-404D-4FEF-8116-1C2CCF74F396}" type="datetime1">
              <a:rPr lang="en-IN" smtClean="0"/>
              <a:t>28-08-2026</a:t>
            </a:fld>
            <a:endParaRPr lang="en-IN"/>
          </a:p>
        </p:txBody>
      </p:sp>
      <p:sp>
        <p:nvSpPr>
          <p:cNvPr id="5" name="Footer Placeholder 4">
            <a:extLst>
              <a:ext uri="{FF2B5EF4-FFF2-40B4-BE49-F238E27FC236}">
                <a16:creationId xmlns:a16="http://schemas.microsoft.com/office/drawing/2014/main" id="{BAB201BF-6FA0-4684-AF68-97865AB4971F}"/>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72E5899E-EE50-4FE9-B1FC-B4BDFE01D7EA}"/>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816190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64B08-8E42-4E61-AC8D-1BCB0CD006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15E3C5-19F5-4B6C-9FE1-AB4FF13802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EFAA22-D24A-4F30-B4F0-1B5C4EDACB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E4E38C-23AD-4897-A941-0835DE1B79F3}"/>
              </a:ext>
            </a:extLst>
          </p:cNvPr>
          <p:cNvSpPr>
            <a:spLocks noGrp="1"/>
          </p:cNvSpPr>
          <p:nvPr>
            <p:ph type="dt" sz="half" idx="10"/>
          </p:nvPr>
        </p:nvSpPr>
        <p:spPr/>
        <p:txBody>
          <a:bodyPr/>
          <a:lstStyle/>
          <a:p>
            <a:fld id="{F385E2F2-9419-4661-8E11-C14725C791E1}" type="datetime1">
              <a:rPr lang="en-IN" smtClean="0"/>
              <a:t>28-08-2026</a:t>
            </a:fld>
            <a:endParaRPr lang="en-IN"/>
          </a:p>
        </p:txBody>
      </p:sp>
      <p:sp>
        <p:nvSpPr>
          <p:cNvPr id="6" name="Footer Placeholder 5">
            <a:extLst>
              <a:ext uri="{FF2B5EF4-FFF2-40B4-BE49-F238E27FC236}">
                <a16:creationId xmlns:a16="http://schemas.microsoft.com/office/drawing/2014/main" id="{642F2D75-CA03-4DFF-9B70-4C9604FEEC3B}"/>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D2C2D737-4115-4F0B-95B9-61BB90B6EDE6}"/>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887453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F3E24-1D53-4BE6-B43A-A1C4613456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91A242-07A8-46EB-8330-CD53004FCE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00F90B-89EB-4AA9-AD48-D26A1D6D5E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88C9E5-B522-42A8-BC60-02D54F23A8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141BE0-7E8B-41D2-B7C9-EF774F868F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17A80D-FC3D-4CB4-8B29-F38FFEE426D0}"/>
              </a:ext>
            </a:extLst>
          </p:cNvPr>
          <p:cNvSpPr>
            <a:spLocks noGrp="1"/>
          </p:cNvSpPr>
          <p:nvPr>
            <p:ph type="dt" sz="half" idx="10"/>
          </p:nvPr>
        </p:nvSpPr>
        <p:spPr/>
        <p:txBody>
          <a:bodyPr/>
          <a:lstStyle/>
          <a:p>
            <a:fld id="{FC5BB53A-C3EA-418B-BA41-70356B3ABA16}" type="datetime1">
              <a:rPr lang="en-IN" smtClean="0"/>
              <a:t>28-08-2026</a:t>
            </a:fld>
            <a:endParaRPr lang="en-IN"/>
          </a:p>
        </p:txBody>
      </p:sp>
      <p:sp>
        <p:nvSpPr>
          <p:cNvPr id="8" name="Footer Placeholder 7">
            <a:extLst>
              <a:ext uri="{FF2B5EF4-FFF2-40B4-BE49-F238E27FC236}">
                <a16:creationId xmlns:a16="http://schemas.microsoft.com/office/drawing/2014/main" id="{90B28636-7B14-4E26-8588-E3AD0B76D6EB}"/>
              </a:ext>
            </a:extLst>
          </p:cNvPr>
          <p:cNvSpPr>
            <a:spLocks noGrp="1"/>
          </p:cNvSpPr>
          <p:nvPr>
            <p:ph type="ftr" sz="quarter" idx="11"/>
          </p:nvPr>
        </p:nvSpPr>
        <p:spPr/>
        <p:txBody>
          <a:bodyPr/>
          <a:lstStyle/>
          <a:p>
            <a:r>
              <a:rPr lang="en-IN"/>
              <a:t>Internet of Things</a:t>
            </a:r>
          </a:p>
        </p:txBody>
      </p:sp>
      <p:sp>
        <p:nvSpPr>
          <p:cNvPr id="9" name="Slide Number Placeholder 8">
            <a:extLst>
              <a:ext uri="{FF2B5EF4-FFF2-40B4-BE49-F238E27FC236}">
                <a16:creationId xmlns:a16="http://schemas.microsoft.com/office/drawing/2014/main" id="{E96A5509-2EBE-4F04-AC81-5A807BFADD85}"/>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375973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8466D-A341-43FD-B2B8-AEC5882E6F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A37C17-80C1-4E7F-A416-A29A91762B53}"/>
              </a:ext>
            </a:extLst>
          </p:cNvPr>
          <p:cNvSpPr>
            <a:spLocks noGrp="1"/>
          </p:cNvSpPr>
          <p:nvPr>
            <p:ph type="dt" sz="half" idx="10"/>
          </p:nvPr>
        </p:nvSpPr>
        <p:spPr/>
        <p:txBody>
          <a:bodyPr/>
          <a:lstStyle/>
          <a:p>
            <a:fld id="{1E1EBCE5-3905-408F-8683-5B24200E1480}" type="datetime1">
              <a:rPr lang="en-IN" smtClean="0"/>
              <a:t>28-08-2026</a:t>
            </a:fld>
            <a:endParaRPr lang="en-IN"/>
          </a:p>
        </p:txBody>
      </p:sp>
      <p:sp>
        <p:nvSpPr>
          <p:cNvPr id="4" name="Footer Placeholder 3">
            <a:extLst>
              <a:ext uri="{FF2B5EF4-FFF2-40B4-BE49-F238E27FC236}">
                <a16:creationId xmlns:a16="http://schemas.microsoft.com/office/drawing/2014/main" id="{2455CC51-76DE-4D94-845A-0AFFDFD59A00}"/>
              </a:ext>
            </a:extLst>
          </p:cNvPr>
          <p:cNvSpPr>
            <a:spLocks noGrp="1"/>
          </p:cNvSpPr>
          <p:nvPr>
            <p:ph type="ftr" sz="quarter" idx="11"/>
          </p:nvPr>
        </p:nvSpPr>
        <p:spPr/>
        <p:txBody>
          <a:bodyPr/>
          <a:lstStyle/>
          <a:p>
            <a:r>
              <a:rPr lang="en-IN"/>
              <a:t>Internet of Things</a:t>
            </a:r>
          </a:p>
        </p:txBody>
      </p:sp>
      <p:sp>
        <p:nvSpPr>
          <p:cNvPr id="5" name="Slide Number Placeholder 4">
            <a:extLst>
              <a:ext uri="{FF2B5EF4-FFF2-40B4-BE49-F238E27FC236}">
                <a16:creationId xmlns:a16="http://schemas.microsoft.com/office/drawing/2014/main" id="{CBEF0EDA-6F6F-413F-A5C2-42F3CCEE0455}"/>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01737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B8E448-BC32-4739-9966-7717E0A0DF45}"/>
              </a:ext>
            </a:extLst>
          </p:cNvPr>
          <p:cNvSpPr>
            <a:spLocks noGrp="1"/>
          </p:cNvSpPr>
          <p:nvPr>
            <p:ph type="dt" sz="half" idx="10"/>
          </p:nvPr>
        </p:nvSpPr>
        <p:spPr/>
        <p:txBody>
          <a:bodyPr/>
          <a:lstStyle/>
          <a:p>
            <a:fld id="{4EE934BD-A684-4722-8B4F-DAEEC4E7EBBA}" type="datetime1">
              <a:rPr lang="en-IN" smtClean="0"/>
              <a:t>28-08-2026</a:t>
            </a:fld>
            <a:endParaRPr lang="en-IN"/>
          </a:p>
        </p:txBody>
      </p:sp>
      <p:sp>
        <p:nvSpPr>
          <p:cNvPr id="3" name="Footer Placeholder 2">
            <a:extLst>
              <a:ext uri="{FF2B5EF4-FFF2-40B4-BE49-F238E27FC236}">
                <a16:creationId xmlns:a16="http://schemas.microsoft.com/office/drawing/2014/main" id="{3B924FE3-068D-4D91-B654-A5A6E18778A2}"/>
              </a:ext>
            </a:extLst>
          </p:cNvPr>
          <p:cNvSpPr>
            <a:spLocks noGrp="1"/>
          </p:cNvSpPr>
          <p:nvPr>
            <p:ph type="ftr" sz="quarter" idx="11"/>
          </p:nvPr>
        </p:nvSpPr>
        <p:spPr/>
        <p:txBody>
          <a:bodyPr/>
          <a:lstStyle/>
          <a:p>
            <a:r>
              <a:rPr lang="en-IN"/>
              <a:t>Internet of Things</a:t>
            </a:r>
          </a:p>
        </p:txBody>
      </p:sp>
      <p:sp>
        <p:nvSpPr>
          <p:cNvPr id="4" name="Slide Number Placeholder 3">
            <a:extLst>
              <a:ext uri="{FF2B5EF4-FFF2-40B4-BE49-F238E27FC236}">
                <a16:creationId xmlns:a16="http://schemas.microsoft.com/office/drawing/2014/main" id="{F0502D42-4A5C-4B69-8461-816E03DAE3CD}"/>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430182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8801C-7325-424A-8C2C-9A5849BBE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1A867C-8BBD-489A-B5C0-BAEA8D3FE5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8EB1AC-9DA2-4BB5-968A-A2DC2492E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05E402-6DAE-40D1-ACDF-925FD463C1F7}"/>
              </a:ext>
            </a:extLst>
          </p:cNvPr>
          <p:cNvSpPr>
            <a:spLocks noGrp="1"/>
          </p:cNvSpPr>
          <p:nvPr>
            <p:ph type="dt" sz="half" idx="10"/>
          </p:nvPr>
        </p:nvSpPr>
        <p:spPr/>
        <p:txBody>
          <a:bodyPr/>
          <a:lstStyle/>
          <a:p>
            <a:fld id="{3ED347C9-A10C-4B05-B504-207DA8C1C0C7}" type="datetime1">
              <a:rPr lang="en-IN" smtClean="0"/>
              <a:t>28-08-2026</a:t>
            </a:fld>
            <a:endParaRPr lang="en-IN"/>
          </a:p>
        </p:txBody>
      </p:sp>
      <p:sp>
        <p:nvSpPr>
          <p:cNvPr id="6" name="Footer Placeholder 5">
            <a:extLst>
              <a:ext uri="{FF2B5EF4-FFF2-40B4-BE49-F238E27FC236}">
                <a16:creationId xmlns:a16="http://schemas.microsoft.com/office/drawing/2014/main" id="{4B46764D-807B-46A6-A591-CE6826A61ADC}"/>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ADD31CD2-A095-479B-8525-8DD1B4F6EE40}"/>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3636874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FC328-20F0-4E7A-AFAB-6B5097B23C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78BB41-9CDE-46CE-B794-74F6AC15DF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D1E87E-7D64-4BF4-988E-A39B4447F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5FAF36-4438-41EC-82F4-73750E9B77A2}"/>
              </a:ext>
            </a:extLst>
          </p:cNvPr>
          <p:cNvSpPr>
            <a:spLocks noGrp="1"/>
          </p:cNvSpPr>
          <p:nvPr>
            <p:ph type="dt" sz="half" idx="10"/>
          </p:nvPr>
        </p:nvSpPr>
        <p:spPr/>
        <p:txBody>
          <a:bodyPr/>
          <a:lstStyle/>
          <a:p>
            <a:fld id="{BB214B1E-2ABD-4953-B2F6-B87DD80E45C7}" type="datetime1">
              <a:rPr lang="en-IN" smtClean="0"/>
              <a:t>28-08-2026</a:t>
            </a:fld>
            <a:endParaRPr lang="en-IN"/>
          </a:p>
        </p:txBody>
      </p:sp>
      <p:sp>
        <p:nvSpPr>
          <p:cNvPr id="6" name="Footer Placeholder 5">
            <a:extLst>
              <a:ext uri="{FF2B5EF4-FFF2-40B4-BE49-F238E27FC236}">
                <a16:creationId xmlns:a16="http://schemas.microsoft.com/office/drawing/2014/main" id="{2C54C9B8-3C50-4AD0-A985-1F267A113DAE}"/>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4829684B-6CCF-49EB-A9D9-D45859368B62}"/>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308865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3CA8-E2F2-41DA-8DB9-8EFC7BC111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5B9410-CC73-442B-A469-7E22B8A41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52FFCA-BEFE-48DF-903F-E6DCF53D3721}"/>
              </a:ext>
            </a:extLst>
          </p:cNvPr>
          <p:cNvSpPr>
            <a:spLocks noGrp="1"/>
          </p:cNvSpPr>
          <p:nvPr>
            <p:ph type="dt" sz="half" idx="10"/>
          </p:nvPr>
        </p:nvSpPr>
        <p:spPr/>
        <p:txBody>
          <a:bodyPr/>
          <a:lstStyle/>
          <a:p>
            <a:fld id="{221C6CCD-0A15-4CC9-8620-11634987BB0D}" type="datetime1">
              <a:rPr lang="en-IN" smtClean="0"/>
              <a:t>28-08-2026</a:t>
            </a:fld>
            <a:endParaRPr lang="en-IN"/>
          </a:p>
        </p:txBody>
      </p:sp>
      <p:sp>
        <p:nvSpPr>
          <p:cNvPr id="5" name="Footer Placeholder 4">
            <a:extLst>
              <a:ext uri="{FF2B5EF4-FFF2-40B4-BE49-F238E27FC236}">
                <a16:creationId xmlns:a16="http://schemas.microsoft.com/office/drawing/2014/main" id="{56E16B27-18FD-40E3-9982-D4349777FAA0}"/>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83B26EFA-C14B-43DB-A319-D5BCF0B0F9FB}"/>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3364704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FEA463-7474-487B-A376-A96F74B587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DA06FD-4A32-4816-A362-6D4963CCC1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524000-2373-4981-9882-24315A48D98C}"/>
              </a:ext>
            </a:extLst>
          </p:cNvPr>
          <p:cNvSpPr>
            <a:spLocks noGrp="1"/>
          </p:cNvSpPr>
          <p:nvPr>
            <p:ph type="dt" sz="half" idx="10"/>
          </p:nvPr>
        </p:nvSpPr>
        <p:spPr/>
        <p:txBody>
          <a:bodyPr/>
          <a:lstStyle/>
          <a:p>
            <a:fld id="{DD11711E-E038-4528-AF79-0B8804CCEA36}" type="datetime1">
              <a:rPr lang="en-IN" smtClean="0"/>
              <a:t>28-08-2026</a:t>
            </a:fld>
            <a:endParaRPr lang="en-IN"/>
          </a:p>
        </p:txBody>
      </p:sp>
      <p:sp>
        <p:nvSpPr>
          <p:cNvPr id="5" name="Footer Placeholder 4">
            <a:extLst>
              <a:ext uri="{FF2B5EF4-FFF2-40B4-BE49-F238E27FC236}">
                <a16:creationId xmlns:a16="http://schemas.microsoft.com/office/drawing/2014/main" id="{F479F36E-430A-4FF1-A40A-963F7FFEF5C6}"/>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B365343A-C930-4225-975C-9E237024C818}"/>
              </a:ext>
            </a:extLst>
          </p:cNvPr>
          <p:cNvSpPr>
            <a:spLocks noGrp="1"/>
          </p:cNvSpPr>
          <p:nvPr>
            <p:ph type="sldNum" sz="quarter" idx="12"/>
          </p:nvPr>
        </p:nvSpPr>
        <p:spPr/>
        <p:txBody>
          <a:bodyPr/>
          <a:lstStyle/>
          <a:p>
            <a:fld id="{8C8984E1-0E55-4616-883B-06D6393B24F3}" type="slidenum">
              <a:rPr lang="en-IN" smtClean="0"/>
              <a:t>‹#›</a:t>
            </a:fld>
            <a:endParaRPr lang="en-IN"/>
          </a:p>
        </p:txBody>
      </p:sp>
    </p:spTree>
    <p:extLst>
      <p:ext uri="{BB962C8B-B14F-4D97-AF65-F5344CB8AC3E}">
        <p14:creationId xmlns:p14="http://schemas.microsoft.com/office/powerpoint/2010/main" val="255451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A0B8E-9B6F-41BD-ACA6-01F970025A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E3C390-4529-4A7F-8196-13C0DDD2D8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B933DA-7540-44D4-B0D5-4F0BDB29C7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4DD758-FF7C-47C9-B4F4-AC87269042D2}" type="datetime1">
              <a:rPr lang="en-IN" smtClean="0"/>
              <a:t>28-08-2026</a:t>
            </a:fld>
            <a:endParaRPr lang="en-IN"/>
          </a:p>
        </p:txBody>
      </p:sp>
      <p:sp>
        <p:nvSpPr>
          <p:cNvPr id="5" name="Footer Placeholder 4">
            <a:extLst>
              <a:ext uri="{FF2B5EF4-FFF2-40B4-BE49-F238E27FC236}">
                <a16:creationId xmlns:a16="http://schemas.microsoft.com/office/drawing/2014/main" id="{EC4CC6CF-B8F1-4BD0-8ACA-AFC67A2450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Internet of Things</a:t>
            </a:r>
          </a:p>
        </p:txBody>
      </p:sp>
      <p:sp>
        <p:nvSpPr>
          <p:cNvPr id="6" name="Slide Number Placeholder 5">
            <a:extLst>
              <a:ext uri="{FF2B5EF4-FFF2-40B4-BE49-F238E27FC236}">
                <a16:creationId xmlns:a16="http://schemas.microsoft.com/office/drawing/2014/main" id="{EE285135-F4B3-4839-972B-D647D88BC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8984E1-0E55-4616-883B-06D6393B24F3}" type="slidenum">
              <a:rPr lang="en-IN" smtClean="0"/>
              <a:t>‹#›</a:t>
            </a:fld>
            <a:endParaRPr lang="en-IN"/>
          </a:p>
        </p:txBody>
      </p:sp>
    </p:spTree>
    <p:extLst>
      <p:ext uri="{BB962C8B-B14F-4D97-AF65-F5344CB8AC3E}">
        <p14:creationId xmlns:p14="http://schemas.microsoft.com/office/powerpoint/2010/main" val="4044009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Link_layer"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customXml" Target="../ink/ink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sciencedirect.com/topics/computer-science/datagram"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en.wikipedia.org/wiki/Maximum_transmission_unit"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0080" y="1122362"/>
            <a:ext cx="11338560" cy="2911157"/>
          </a:xfrm>
        </p:spPr>
        <p:txBody>
          <a:bodyPr>
            <a:normAutofit/>
          </a:bodyPr>
          <a:lstStyle/>
          <a:p>
            <a:r>
              <a:rPr lang="en-US" b="1" dirty="0"/>
              <a:t>Internet of Things: </a:t>
            </a:r>
            <a:r>
              <a:rPr lang="en-US" b="1" dirty="0" smtClean="0"/>
              <a:t>IPV6</a:t>
            </a:r>
            <a:br>
              <a:rPr lang="en-US" b="1" dirty="0" smtClean="0"/>
            </a:br>
            <a:r>
              <a:rPr lang="en-US" b="1" dirty="0" err="1" smtClean="0"/>
              <a:t>Lect</a:t>
            </a:r>
            <a:r>
              <a:rPr lang="en-US" b="1" dirty="0" smtClean="0"/>
              <a:t> </a:t>
            </a:r>
            <a:r>
              <a:rPr lang="en-US" b="1" smtClean="0"/>
              <a:t>#09 - 11</a:t>
            </a:r>
            <a:endParaRPr lang="en-US" b="1" dirty="0"/>
          </a:p>
        </p:txBody>
      </p:sp>
      <p:sp>
        <p:nvSpPr>
          <p:cNvPr id="3" name="Subtitle 2"/>
          <p:cNvSpPr>
            <a:spLocks noGrp="1"/>
          </p:cNvSpPr>
          <p:nvPr>
            <p:ph type="subTitle" idx="1"/>
          </p:nvPr>
        </p:nvSpPr>
        <p:spPr>
          <a:xfrm>
            <a:off x="1524000" y="3602038"/>
            <a:ext cx="9144000" cy="2691186"/>
          </a:xfrm>
        </p:spPr>
        <p:txBody>
          <a:bodyPr/>
          <a:lstStyle/>
          <a:p>
            <a:endParaRPr lang="en-US" b="1" dirty="0"/>
          </a:p>
          <a:p>
            <a:endParaRPr lang="en-US" b="1" dirty="0"/>
          </a:p>
          <a:p>
            <a:r>
              <a:rPr lang="en-US" b="1" dirty="0"/>
              <a:t>Prof. </a:t>
            </a:r>
            <a:r>
              <a:rPr lang="en-US" b="1" dirty="0" err="1"/>
              <a:t>Suchismita</a:t>
            </a:r>
            <a:r>
              <a:rPr lang="en-US" b="1" dirty="0"/>
              <a:t> </a:t>
            </a:r>
            <a:r>
              <a:rPr lang="en-US" b="1" dirty="0" err="1"/>
              <a:t>Chinara</a:t>
            </a:r>
            <a:endParaRPr lang="en-US" b="1" dirty="0"/>
          </a:p>
          <a:p>
            <a:r>
              <a:rPr lang="en-US" b="1" dirty="0"/>
              <a:t>Dept. of Computer Science </a:t>
            </a:r>
            <a:r>
              <a:rPr lang="en-US" b="1" dirty="0" err="1"/>
              <a:t>Engg</a:t>
            </a:r>
            <a:r>
              <a:rPr lang="en-US" b="1" dirty="0"/>
              <a:t>.</a:t>
            </a:r>
          </a:p>
          <a:p>
            <a:r>
              <a:rPr lang="en-US" b="1" dirty="0"/>
              <a:t>National Institute of Technology Rourkela-769008</a:t>
            </a:r>
          </a:p>
        </p:txBody>
      </p:sp>
      <p:sp>
        <p:nvSpPr>
          <p:cNvPr id="4" name="Date Placeholder 3"/>
          <p:cNvSpPr>
            <a:spLocks noGrp="1"/>
          </p:cNvSpPr>
          <p:nvPr>
            <p:ph type="dt" sz="half" idx="10"/>
          </p:nvPr>
        </p:nvSpPr>
        <p:spPr/>
        <p:txBody>
          <a:bodyPr/>
          <a:lstStyle/>
          <a:p>
            <a:fld id="{4CFDE190-2CF6-433D-B3A5-4CD4FA6BFABC}" type="datetime1">
              <a:rPr lang="en-IN" smtClean="0"/>
              <a:t>28-08-2026</a:t>
            </a:fld>
            <a:endParaRPr lang="en-US"/>
          </a:p>
        </p:txBody>
      </p:sp>
      <p:sp>
        <p:nvSpPr>
          <p:cNvPr id="5" name="Footer Placeholder 4"/>
          <p:cNvSpPr>
            <a:spLocks noGrp="1"/>
          </p:cNvSpPr>
          <p:nvPr>
            <p:ph type="ftr" sz="quarter" idx="11"/>
          </p:nvPr>
        </p:nvSpPr>
        <p:spPr/>
        <p:txBody>
          <a:bodyPr/>
          <a:lstStyle/>
          <a:p>
            <a:r>
              <a:rPr lang="en-US"/>
              <a:t>Internet of Things</a:t>
            </a:r>
          </a:p>
        </p:txBody>
      </p:sp>
      <p:sp>
        <p:nvSpPr>
          <p:cNvPr id="6" name="Slide Number Placeholder 5"/>
          <p:cNvSpPr>
            <a:spLocks noGrp="1"/>
          </p:cNvSpPr>
          <p:nvPr>
            <p:ph type="sldNum" sz="quarter" idx="12"/>
          </p:nvPr>
        </p:nvSpPr>
        <p:spPr/>
        <p:txBody>
          <a:bodyPr/>
          <a:lstStyle/>
          <a:p>
            <a:fld id="{CB11CA4D-55D5-43B2-9EAD-DBFCD82C487F}" type="slidenum">
              <a:rPr lang="en-US" smtClean="0"/>
              <a:t>1</a:t>
            </a:fld>
            <a:endParaRPr lang="en-US"/>
          </a:p>
        </p:txBody>
      </p:sp>
    </p:spTree>
    <p:extLst>
      <p:ext uri="{BB962C8B-B14F-4D97-AF65-F5344CB8AC3E}">
        <p14:creationId xmlns:p14="http://schemas.microsoft.com/office/powerpoint/2010/main" val="171535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4741"/>
          </a:xfrm>
        </p:spPr>
        <p:txBody>
          <a:bodyPr/>
          <a:lstStyle/>
          <a:p>
            <a:pPr algn="ctr"/>
            <a:r>
              <a:rPr lang="en-US" b="1" dirty="0" smtClean="0"/>
              <a:t>IPV6 address format</a:t>
            </a:r>
            <a:endParaRPr lang="en-IN" b="1" dirty="0"/>
          </a:p>
        </p:txBody>
      </p:sp>
      <p:pic>
        <p:nvPicPr>
          <p:cNvPr id="7" name="Content Placeholder 6"/>
          <p:cNvPicPr>
            <a:picLocks noGrp="1" noChangeAspect="1"/>
          </p:cNvPicPr>
          <p:nvPr>
            <p:ph idx="1"/>
          </p:nvPr>
        </p:nvPicPr>
        <p:blipFill>
          <a:blip r:embed="rId2"/>
          <a:stretch>
            <a:fillRect/>
          </a:stretch>
        </p:blipFill>
        <p:spPr>
          <a:xfrm>
            <a:off x="1267191" y="1454454"/>
            <a:ext cx="3401524" cy="2059301"/>
          </a:xfrm>
          <a:prstGeom prst="rect">
            <a:avLst/>
          </a:prstGeom>
        </p:spPr>
      </p:pic>
      <p:sp>
        <p:nvSpPr>
          <p:cNvPr id="4" name="Date Placeholder 3"/>
          <p:cNvSpPr>
            <a:spLocks noGrp="1"/>
          </p:cNvSpPr>
          <p:nvPr>
            <p:ph type="dt" sz="half" idx="10"/>
          </p:nvPr>
        </p:nvSpPr>
        <p:spPr/>
        <p:txBody>
          <a:bodyPr/>
          <a:lstStyle/>
          <a:p>
            <a:fld id="{6B3487A5-6A08-4BCD-889B-CA12EAA2F92B}" type="datetime1">
              <a:rPr lang="en-IN" smtClean="0"/>
              <a:t>28-08-2026</a:t>
            </a:fld>
            <a:endParaRPr lang="en-IN"/>
          </a:p>
        </p:txBody>
      </p:sp>
      <p:sp>
        <p:nvSpPr>
          <p:cNvPr id="5" name="Footer Placeholder 4"/>
          <p:cNvSpPr>
            <a:spLocks noGrp="1"/>
          </p:cNvSpPr>
          <p:nvPr>
            <p:ph type="ftr" sz="quarter" idx="11"/>
          </p:nvPr>
        </p:nvSpPr>
        <p:spPr/>
        <p:txBody>
          <a:bodyPr/>
          <a:lstStyle/>
          <a:p>
            <a:r>
              <a:rPr lang="en-IN" dirty="0" smtClean="0"/>
              <a:t>Internet of Things</a:t>
            </a:r>
            <a:endParaRPr lang="en-IN" dirty="0"/>
          </a:p>
        </p:txBody>
      </p:sp>
      <p:sp>
        <p:nvSpPr>
          <p:cNvPr id="6" name="Slide Number Placeholder 5"/>
          <p:cNvSpPr>
            <a:spLocks noGrp="1"/>
          </p:cNvSpPr>
          <p:nvPr>
            <p:ph type="sldNum" sz="quarter" idx="12"/>
          </p:nvPr>
        </p:nvSpPr>
        <p:spPr/>
        <p:txBody>
          <a:bodyPr/>
          <a:lstStyle/>
          <a:p>
            <a:fld id="{E511AEB9-D6FC-49D6-9EFD-DF69E16FDA8B}" type="slidenum">
              <a:rPr lang="en-IN" smtClean="0"/>
              <a:t>2</a:t>
            </a:fld>
            <a:endParaRPr lang="en-IN"/>
          </a:p>
        </p:txBody>
      </p:sp>
      <p:pic>
        <p:nvPicPr>
          <p:cNvPr id="8" name="Picture 7"/>
          <p:cNvPicPr>
            <a:picLocks noChangeAspect="1"/>
          </p:cNvPicPr>
          <p:nvPr/>
        </p:nvPicPr>
        <p:blipFill>
          <a:blip r:embed="rId3"/>
          <a:stretch>
            <a:fillRect/>
          </a:stretch>
        </p:blipFill>
        <p:spPr>
          <a:xfrm>
            <a:off x="5338033" y="1454454"/>
            <a:ext cx="6545134" cy="1783312"/>
          </a:xfrm>
          <a:prstGeom prst="rect">
            <a:avLst/>
          </a:prstGeom>
        </p:spPr>
      </p:pic>
      <p:sp>
        <p:nvSpPr>
          <p:cNvPr id="11" name="Rectangle 10"/>
          <p:cNvSpPr/>
          <p:nvPr/>
        </p:nvSpPr>
        <p:spPr>
          <a:xfrm>
            <a:off x="759069" y="3656120"/>
            <a:ext cx="10881946" cy="2800767"/>
          </a:xfrm>
          <a:prstGeom prst="rect">
            <a:avLst/>
          </a:prstGeom>
        </p:spPr>
        <p:txBody>
          <a:bodyPr wrap="square">
            <a:spAutoFit/>
          </a:bodyPr>
          <a:lstStyle/>
          <a:p>
            <a:pPr marL="285750" indent="-285750" algn="just">
              <a:buFont typeface="Arial" panose="020B0604020202020204" pitchFamily="34" charset="0"/>
              <a:buChar char="•"/>
            </a:pPr>
            <a:r>
              <a:rPr lang="en-US" sz="2000" dirty="0">
                <a:solidFill>
                  <a:srgbClr val="000000"/>
                </a:solidFill>
                <a:latin typeface="Arial" panose="020B0604020202020204" pitchFamily="34" charset="0"/>
              </a:rPr>
              <a:t>The prefix describes the </a:t>
            </a:r>
            <a:r>
              <a:rPr lang="en-US" sz="2000" b="1" dirty="0">
                <a:solidFill>
                  <a:srgbClr val="000000"/>
                </a:solidFill>
                <a:latin typeface="Arial" panose="020B0604020202020204" pitchFamily="34" charset="0"/>
              </a:rPr>
              <a:t>public topology</a:t>
            </a:r>
            <a:r>
              <a:rPr lang="en-US" sz="2000" dirty="0">
                <a:solidFill>
                  <a:srgbClr val="000000"/>
                </a:solidFill>
                <a:latin typeface="Arial" panose="020B0604020202020204" pitchFamily="34" charset="0"/>
              </a:rPr>
              <a:t> that is usually allocated to your site by an ISP or Regional Internet Registry (RIR</a:t>
            </a:r>
            <a:r>
              <a:rPr lang="en-US" sz="2000" dirty="0" smtClean="0">
                <a:solidFill>
                  <a:srgbClr val="000000"/>
                </a:solidFill>
                <a:latin typeface="Arial" panose="020B0604020202020204" pitchFamily="34" charset="0"/>
              </a:rPr>
              <a:t>)</a:t>
            </a:r>
          </a:p>
          <a:p>
            <a:pPr marL="285750" indent="-285750" algn="just">
              <a:buFont typeface="Arial" panose="020B0604020202020204" pitchFamily="34" charset="0"/>
              <a:buChar char="•"/>
            </a:pPr>
            <a:r>
              <a:rPr lang="en-US" sz="2000" dirty="0" smtClean="0"/>
              <a:t>The </a:t>
            </a:r>
            <a:r>
              <a:rPr lang="en-US" sz="2000" dirty="0"/>
              <a:t>subnet ID describes the </a:t>
            </a:r>
            <a:r>
              <a:rPr lang="en-US" sz="2000" b="1" dirty="0"/>
              <a:t>private topology</a:t>
            </a:r>
            <a:r>
              <a:rPr lang="en-US" sz="2000" dirty="0"/>
              <a:t>, also known as the </a:t>
            </a:r>
            <a:r>
              <a:rPr lang="en-US" sz="2000" b="1" dirty="0"/>
              <a:t>site </a:t>
            </a:r>
            <a:r>
              <a:rPr lang="en-US" sz="2000" b="1" dirty="0" smtClean="0"/>
              <a:t>topology</a:t>
            </a:r>
          </a:p>
          <a:p>
            <a:pPr marL="285750" indent="-285750" algn="just">
              <a:buFont typeface="Arial" panose="020B0604020202020204" pitchFamily="34" charset="0"/>
              <a:buChar char="•"/>
            </a:pPr>
            <a:r>
              <a:rPr lang="en-IN" sz="2000" dirty="0" smtClean="0"/>
              <a:t>For example in IPV6 address - </a:t>
            </a:r>
            <a:r>
              <a:rPr lang="en-IN" sz="2000" dirty="0" smtClean="0">
                <a:solidFill>
                  <a:srgbClr val="FF0000"/>
                </a:solidFill>
              </a:rPr>
              <a:t>2001:0db8:3c4d:0015:0000:0000:1a2f:1a2b</a:t>
            </a:r>
          </a:p>
          <a:p>
            <a:pPr algn="just"/>
            <a:r>
              <a:rPr lang="en-US" sz="2000" dirty="0" smtClean="0"/>
              <a:t>	The first 48 bits </a:t>
            </a:r>
            <a:r>
              <a:rPr lang="en-IN" sz="2000" dirty="0" smtClean="0">
                <a:solidFill>
                  <a:srgbClr val="FF0000"/>
                </a:solidFill>
              </a:rPr>
              <a:t>2001:0db8:3c4d </a:t>
            </a:r>
            <a:r>
              <a:rPr lang="en-IN" sz="2000" dirty="0" smtClean="0"/>
              <a:t>contain the site prefix, representing the public topology.</a:t>
            </a:r>
          </a:p>
          <a:p>
            <a:pPr algn="just"/>
            <a:r>
              <a:rPr lang="en-US" sz="2000" dirty="0" smtClean="0"/>
              <a:t>	The next 16 bits </a:t>
            </a:r>
            <a:r>
              <a:rPr lang="en-IN" sz="2000" dirty="0" smtClean="0">
                <a:solidFill>
                  <a:srgbClr val="FF0000"/>
                </a:solidFill>
              </a:rPr>
              <a:t>0015 </a:t>
            </a:r>
            <a:r>
              <a:rPr lang="en-IN" sz="2000" dirty="0" smtClean="0"/>
              <a:t>contain the subnet ID, representing the private topology for the site</a:t>
            </a:r>
          </a:p>
          <a:p>
            <a:pPr algn="just"/>
            <a:r>
              <a:rPr lang="en-US" sz="2000" dirty="0" smtClean="0"/>
              <a:t>	The lower order 64 bits </a:t>
            </a:r>
            <a:r>
              <a:rPr lang="en-IN" sz="2000" dirty="0" smtClean="0">
                <a:solidFill>
                  <a:srgbClr val="FF0000"/>
                </a:solidFill>
              </a:rPr>
              <a:t>0000:0000:1a2f:1a2b </a:t>
            </a:r>
            <a:r>
              <a:rPr lang="en-IN" sz="2000" dirty="0" smtClean="0"/>
              <a:t>contain the interface ID.</a:t>
            </a:r>
            <a:endParaRPr lang="en-IN" sz="2000" dirty="0"/>
          </a:p>
          <a:p>
            <a:pPr algn="just"/>
            <a:r>
              <a:rPr lang="en-US" dirty="0" smtClean="0"/>
              <a:t> </a:t>
            </a:r>
            <a:endParaRPr lang="en-IN" dirty="0" smtClean="0"/>
          </a:p>
          <a:p>
            <a:pPr algn="just"/>
            <a:endParaRPr lang="en-IN" dirty="0"/>
          </a:p>
        </p:txBody>
      </p:sp>
    </p:spTree>
    <p:extLst>
      <p:ext uri="{BB962C8B-B14F-4D97-AF65-F5344CB8AC3E}">
        <p14:creationId xmlns:p14="http://schemas.microsoft.com/office/powerpoint/2010/main" val="1464388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0617-9C4D-458A-A06C-DD3074BC8ECE}"/>
              </a:ext>
            </a:extLst>
          </p:cNvPr>
          <p:cNvSpPr>
            <a:spLocks noGrp="1"/>
          </p:cNvSpPr>
          <p:nvPr>
            <p:ph type="title"/>
          </p:nvPr>
        </p:nvSpPr>
        <p:spPr>
          <a:xfrm>
            <a:off x="838200" y="365126"/>
            <a:ext cx="10515600" cy="816928"/>
          </a:xfrm>
        </p:spPr>
        <p:txBody>
          <a:bodyPr>
            <a:normAutofit fontScale="90000"/>
          </a:bodyPr>
          <a:lstStyle/>
          <a:p>
            <a:r>
              <a:rPr lang="en-IN" b="0" i="0" dirty="0" smtClean="0">
                <a:solidFill>
                  <a:srgbClr val="161616"/>
                </a:solidFill>
                <a:effectLst/>
                <a:latin typeface="IBM Plex Sans" panose="020B0503050203000203" pitchFamily="34" charset="0"/>
              </a:rPr>
              <a:t/>
            </a:r>
            <a:br>
              <a:rPr lang="en-IN" b="0" i="0" dirty="0" smtClean="0">
                <a:solidFill>
                  <a:srgbClr val="161616"/>
                </a:solidFill>
                <a:effectLst/>
                <a:latin typeface="IBM Plex Sans" panose="020B0503050203000203" pitchFamily="34" charset="0"/>
              </a:rPr>
            </a:br>
            <a:r>
              <a:rPr lang="en-IN" b="0" i="0" dirty="0" smtClean="0">
                <a:solidFill>
                  <a:srgbClr val="161616"/>
                </a:solidFill>
                <a:effectLst/>
                <a:latin typeface="Arial" panose="020B0604020202020204" pitchFamily="34" charset="0"/>
                <a:cs typeface="Arial" panose="020B0604020202020204" pitchFamily="34" charset="0"/>
              </a:rPr>
              <a:t>IPv6 </a:t>
            </a:r>
            <a:r>
              <a:rPr lang="en-IN" b="0" i="0" dirty="0">
                <a:solidFill>
                  <a:srgbClr val="161616"/>
                </a:solidFill>
                <a:effectLst/>
                <a:latin typeface="Arial" panose="020B0604020202020204" pitchFamily="34" charset="0"/>
                <a:cs typeface="Arial" panose="020B0604020202020204" pitchFamily="34" charset="0"/>
              </a:rPr>
              <a:t>address formats</a:t>
            </a:r>
            <a:br>
              <a:rPr lang="en-IN" b="0" i="0" dirty="0">
                <a:solidFill>
                  <a:srgbClr val="161616"/>
                </a:solidFill>
                <a:effectLst/>
                <a:latin typeface="Arial" panose="020B0604020202020204" pitchFamily="34" charset="0"/>
                <a:cs typeface="Arial" panose="020B0604020202020204" pitchFamily="34" charset="0"/>
              </a:rPr>
            </a:br>
            <a:endParaRPr lang="en-IN"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83F8F2D-0D0C-4532-9616-C7F7F9EF4F9B}"/>
              </a:ext>
            </a:extLst>
          </p:cNvPr>
          <p:cNvSpPr>
            <a:spLocks noGrp="1"/>
          </p:cNvSpPr>
          <p:nvPr>
            <p:ph idx="1"/>
          </p:nvPr>
        </p:nvSpPr>
        <p:spPr>
          <a:xfrm>
            <a:off x="838200" y="1361440"/>
            <a:ext cx="10515600" cy="4815523"/>
          </a:xfrm>
        </p:spPr>
        <p:txBody>
          <a:bodyPr>
            <a:normAutofit fontScale="92500"/>
          </a:bodyPr>
          <a:lstStyle/>
          <a:p>
            <a:r>
              <a:rPr lang="en-US" b="0" i="0" dirty="0">
                <a:solidFill>
                  <a:srgbClr val="161616"/>
                </a:solidFill>
                <a:effectLst/>
                <a:latin typeface="Arial" panose="020B0604020202020204" pitchFamily="34" charset="0"/>
                <a:cs typeface="Arial" panose="020B0604020202020204" pitchFamily="34" charset="0"/>
              </a:rPr>
              <a:t>The size and format of the IPv6 address expand addressing capability.</a:t>
            </a:r>
          </a:p>
          <a:p>
            <a:r>
              <a:rPr lang="en-US" b="0" i="0" dirty="0">
                <a:solidFill>
                  <a:srgbClr val="161616"/>
                </a:solidFill>
                <a:effectLst/>
                <a:latin typeface="Arial" panose="020B0604020202020204" pitchFamily="34" charset="0"/>
                <a:cs typeface="Arial" panose="020B0604020202020204" pitchFamily="34" charset="0"/>
              </a:rPr>
              <a:t>The IPv6 address size is 128 bits</a:t>
            </a:r>
            <a:r>
              <a:rPr lang="en-US" b="0" i="0" dirty="0" smtClean="0">
                <a:solidFill>
                  <a:srgbClr val="161616"/>
                </a:solidFill>
                <a:effectLst/>
                <a:latin typeface="Arial" panose="020B0604020202020204" pitchFamily="34" charset="0"/>
                <a:cs typeface="Arial" panose="020B0604020202020204" pitchFamily="34" charset="0"/>
              </a:rPr>
              <a:t>.</a:t>
            </a:r>
          </a:p>
          <a:p>
            <a:r>
              <a:rPr lang="en-US" dirty="0"/>
              <a:t>Most IPv6 addresses do not occupy all of their possible 128 bits. This condition results in fields that are padded with zeros or contain only zeros</a:t>
            </a:r>
            <a:endParaRPr lang="en-US" dirty="0">
              <a:solidFill>
                <a:srgbClr val="161616"/>
              </a:solidFill>
              <a:latin typeface="Arial" panose="020B0604020202020204" pitchFamily="34" charset="0"/>
              <a:cs typeface="Arial" panose="020B0604020202020204" pitchFamily="34" charset="0"/>
            </a:endParaRPr>
          </a:p>
          <a:p>
            <a:r>
              <a:rPr lang="en-US" b="0" i="0" dirty="0">
                <a:solidFill>
                  <a:srgbClr val="161616"/>
                </a:solidFill>
                <a:effectLst/>
                <a:latin typeface="Arial" panose="020B0604020202020204" pitchFamily="34" charset="0"/>
                <a:cs typeface="Arial" panose="020B0604020202020204" pitchFamily="34" charset="0"/>
              </a:rPr>
              <a:t>The preferred IPv6 address representation is: </a:t>
            </a:r>
            <a:r>
              <a:rPr lang="en-IN" b="0" i="0" dirty="0">
                <a:solidFill>
                  <a:srgbClr val="161616"/>
                </a:solidFill>
                <a:effectLst/>
                <a:latin typeface="Arial" panose="020B0604020202020204" pitchFamily="34" charset="0"/>
                <a:cs typeface="Arial" panose="020B0604020202020204" pitchFamily="34" charset="0"/>
              </a:rPr>
              <a:t>x:x:x:x:x:x:x:x,Where each x </a:t>
            </a:r>
            <a:r>
              <a:rPr lang="en-US" b="0" i="0" dirty="0">
                <a:solidFill>
                  <a:srgbClr val="161616"/>
                </a:solidFill>
                <a:effectLst/>
                <a:latin typeface="Arial" panose="020B0604020202020204" pitchFamily="34" charset="0"/>
                <a:cs typeface="Arial" panose="020B0604020202020204" pitchFamily="34" charset="0"/>
              </a:rPr>
              <a:t>is the hexadecimal values of the eight 16-bit pieces of the address.</a:t>
            </a:r>
          </a:p>
          <a:p>
            <a:r>
              <a:rPr lang="en-IN" b="0" i="0" dirty="0">
                <a:solidFill>
                  <a:srgbClr val="161616"/>
                </a:solidFill>
                <a:effectLst/>
                <a:latin typeface="Arial" panose="020B0604020202020204" pitchFamily="34" charset="0"/>
                <a:cs typeface="Arial" panose="020B0604020202020204" pitchFamily="34" charset="0"/>
              </a:rPr>
              <a:t>IPv6 addresses range from</a:t>
            </a:r>
            <a:endParaRPr lang="en-US" dirty="0">
              <a:solidFill>
                <a:srgbClr val="161616"/>
              </a:solidFill>
              <a:latin typeface="Arial" panose="020B0604020202020204" pitchFamily="34" charset="0"/>
              <a:cs typeface="Arial" panose="020B0604020202020204" pitchFamily="34" charset="0"/>
            </a:endParaRPr>
          </a:p>
          <a:p>
            <a:pPr marL="0" indent="0">
              <a:buNone/>
            </a:pPr>
            <a:r>
              <a:rPr lang="en-IN" b="0" i="0" dirty="0">
                <a:solidFill>
                  <a:srgbClr val="161616"/>
                </a:solidFill>
                <a:effectLst/>
                <a:latin typeface="IBM Plex Mono" panose="020B0509050203000203" pitchFamily="49" charset="0"/>
              </a:rPr>
              <a:t>0000:0000:0000:0000:0000:0000:0000:0000 to</a:t>
            </a:r>
          </a:p>
          <a:p>
            <a:pPr marL="0" indent="0">
              <a:buNone/>
            </a:pPr>
            <a:r>
              <a:rPr lang="en-IN" b="0" i="0" dirty="0" err="1">
                <a:solidFill>
                  <a:srgbClr val="161616"/>
                </a:solidFill>
                <a:effectLst/>
                <a:latin typeface="IBM Plex Mono" panose="020B0509050203000203" pitchFamily="49" charset="0"/>
              </a:rPr>
              <a:t>ffff:ffff:ffff:ffff:ffff:ffff:ffff:ffff</a:t>
            </a:r>
            <a:endParaRPr lang="en-IN" dirty="0"/>
          </a:p>
        </p:txBody>
      </p:sp>
      <p:sp>
        <p:nvSpPr>
          <p:cNvPr id="9" name="Date Placeholder 8">
            <a:extLst>
              <a:ext uri="{FF2B5EF4-FFF2-40B4-BE49-F238E27FC236}">
                <a16:creationId xmlns:a16="http://schemas.microsoft.com/office/drawing/2014/main" id="{8B56A5F0-5481-4D08-817C-EA2F64FC0603}"/>
              </a:ext>
            </a:extLst>
          </p:cNvPr>
          <p:cNvSpPr>
            <a:spLocks noGrp="1"/>
          </p:cNvSpPr>
          <p:nvPr>
            <p:ph type="dt" sz="half" idx="10"/>
          </p:nvPr>
        </p:nvSpPr>
        <p:spPr/>
        <p:txBody>
          <a:bodyPr/>
          <a:lstStyle/>
          <a:p>
            <a:fld id="{A6E74AF7-A299-4160-9F29-5973CB4F5055}" type="datetime1">
              <a:rPr lang="en-IN" smtClean="0"/>
              <a:t>28-08-2026</a:t>
            </a:fld>
            <a:endParaRPr lang="en-IN"/>
          </a:p>
        </p:txBody>
      </p:sp>
      <p:sp>
        <p:nvSpPr>
          <p:cNvPr id="10" name="Footer Placeholder 9">
            <a:extLst>
              <a:ext uri="{FF2B5EF4-FFF2-40B4-BE49-F238E27FC236}">
                <a16:creationId xmlns:a16="http://schemas.microsoft.com/office/drawing/2014/main" id="{A01231CD-AEB7-4476-B271-5E06A4E6770C}"/>
              </a:ext>
            </a:extLst>
          </p:cNvPr>
          <p:cNvSpPr>
            <a:spLocks noGrp="1"/>
          </p:cNvSpPr>
          <p:nvPr>
            <p:ph type="ftr" sz="quarter" idx="11"/>
          </p:nvPr>
        </p:nvSpPr>
        <p:spPr/>
        <p:txBody>
          <a:bodyPr/>
          <a:lstStyle/>
          <a:p>
            <a:r>
              <a:rPr lang="en-IN"/>
              <a:t>Internet of Things</a:t>
            </a:r>
          </a:p>
        </p:txBody>
      </p:sp>
      <p:sp>
        <p:nvSpPr>
          <p:cNvPr id="11" name="Slide Number Placeholder 10">
            <a:extLst>
              <a:ext uri="{FF2B5EF4-FFF2-40B4-BE49-F238E27FC236}">
                <a16:creationId xmlns:a16="http://schemas.microsoft.com/office/drawing/2014/main" id="{4B581E4D-81CE-47EE-A72E-AB5F4E8F2590}"/>
              </a:ext>
            </a:extLst>
          </p:cNvPr>
          <p:cNvSpPr>
            <a:spLocks noGrp="1"/>
          </p:cNvSpPr>
          <p:nvPr>
            <p:ph type="sldNum" sz="quarter" idx="12"/>
          </p:nvPr>
        </p:nvSpPr>
        <p:spPr/>
        <p:txBody>
          <a:bodyPr/>
          <a:lstStyle/>
          <a:p>
            <a:fld id="{69948768-2CD0-45F0-94EF-956D876D0313}" type="slidenum">
              <a:rPr lang="en-IN" smtClean="0"/>
              <a:t>3</a:t>
            </a:fld>
            <a:endParaRPr lang="en-IN"/>
          </a:p>
        </p:txBody>
      </p:sp>
    </p:spTree>
    <p:extLst>
      <p:ext uri="{BB962C8B-B14F-4D97-AF65-F5344CB8AC3E}">
        <p14:creationId xmlns:p14="http://schemas.microsoft.com/office/powerpoint/2010/main" val="3957573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7A1C4-6EF3-4D9A-B199-7513F3B26C93}"/>
              </a:ext>
            </a:extLst>
          </p:cNvPr>
          <p:cNvSpPr>
            <a:spLocks noGrp="1"/>
          </p:cNvSpPr>
          <p:nvPr>
            <p:ph type="title"/>
          </p:nvPr>
        </p:nvSpPr>
        <p:spPr>
          <a:xfrm>
            <a:off x="838200" y="246185"/>
            <a:ext cx="10515600" cy="850071"/>
          </a:xfrm>
        </p:spPr>
        <p:txBody>
          <a:bodyPr/>
          <a:lstStyle/>
          <a:p>
            <a:r>
              <a:rPr lang="en-IN" b="0" i="0" dirty="0">
                <a:solidFill>
                  <a:srgbClr val="161616"/>
                </a:solidFill>
                <a:effectLst/>
                <a:latin typeface="Arial" panose="020B0604020202020204" pitchFamily="34" charset="0"/>
                <a:cs typeface="Arial" panose="020B0604020202020204" pitchFamily="34" charset="0"/>
              </a:rPr>
              <a:t>IPv6 address formats</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E673BC8-46F3-466E-A2A2-79B4448444CE}"/>
              </a:ext>
            </a:extLst>
          </p:cNvPr>
          <p:cNvSpPr>
            <a:spLocks noGrp="1"/>
          </p:cNvSpPr>
          <p:nvPr>
            <p:ph idx="1"/>
          </p:nvPr>
        </p:nvSpPr>
        <p:spPr>
          <a:xfrm>
            <a:off x="838200" y="1178169"/>
            <a:ext cx="10515600" cy="5232791"/>
          </a:xfrm>
        </p:spPr>
        <p:txBody>
          <a:bodyPr>
            <a:normAutofit fontScale="92500"/>
          </a:bodyPr>
          <a:lstStyle/>
          <a:p>
            <a:pPr algn="just"/>
            <a:r>
              <a:rPr lang="en-US" sz="3200" b="0" i="0" dirty="0">
                <a:solidFill>
                  <a:srgbClr val="161616"/>
                </a:solidFill>
                <a:effectLst/>
                <a:latin typeface="Arial" panose="020B0604020202020204" pitchFamily="34" charset="0"/>
                <a:cs typeface="Arial" panose="020B0604020202020204" pitchFamily="34" charset="0"/>
              </a:rPr>
              <a:t>In addition to this preferred format, IPv6 addresses might be specified in two other shortened formats:</a:t>
            </a:r>
          </a:p>
          <a:p>
            <a:pPr algn="just"/>
            <a:r>
              <a:rPr lang="en-IN" sz="3200" b="1" i="0" dirty="0">
                <a:solidFill>
                  <a:srgbClr val="161616"/>
                </a:solidFill>
                <a:effectLst/>
                <a:latin typeface="Arial" panose="020B0604020202020204" pitchFamily="34" charset="0"/>
                <a:cs typeface="Arial" panose="020B0604020202020204" pitchFamily="34" charset="0"/>
              </a:rPr>
              <a:t>Omit leading zeros</a:t>
            </a:r>
          </a:p>
          <a:p>
            <a:pPr lvl="1" algn="just"/>
            <a:r>
              <a:rPr lang="en-US" sz="2800" b="0" i="0" dirty="0">
                <a:solidFill>
                  <a:srgbClr val="161616"/>
                </a:solidFill>
                <a:effectLst/>
                <a:latin typeface="Arial" panose="020B0604020202020204" pitchFamily="34" charset="0"/>
                <a:cs typeface="Arial" panose="020B0604020202020204" pitchFamily="34" charset="0"/>
              </a:rPr>
              <a:t>Specify IPv6 addresses by omitting leading zeros. For example, IPv6 address</a:t>
            </a:r>
            <a:endParaRPr lang="en-IN" sz="2800" b="1" dirty="0">
              <a:solidFill>
                <a:srgbClr val="161616"/>
              </a:solidFill>
              <a:latin typeface="Arial" panose="020B0604020202020204" pitchFamily="34" charset="0"/>
              <a:cs typeface="Arial" panose="020B0604020202020204" pitchFamily="34" charset="0"/>
            </a:endParaRPr>
          </a:p>
          <a:p>
            <a:pPr marL="457200" lvl="1" indent="0" algn="just">
              <a:buNone/>
            </a:pPr>
            <a:r>
              <a:rPr lang="en-IN" sz="2800" b="0" i="0" dirty="0">
                <a:solidFill>
                  <a:srgbClr val="161616"/>
                </a:solidFill>
                <a:effectLst/>
                <a:latin typeface="Arial" panose="020B0604020202020204" pitchFamily="34" charset="0"/>
                <a:cs typeface="Arial" panose="020B0604020202020204" pitchFamily="34" charset="0"/>
              </a:rPr>
              <a:t>1050:0000:0000:0000:0005:0600:300c:326b</a:t>
            </a:r>
            <a:r>
              <a:rPr lang="en-IN" sz="2800" b="1" i="0" dirty="0">
                <a:solidFill>
                  <a:srgbClr val="161616"/>
                </a:solidFill>
                <a:effectLst/>
                <a:latin typeface="Arial" panose="020B0604020202020204" pitchFamily="34" charset="0"/>
                <a:cs typeface="Arial" panose="020B0604020202020204" pitchFamily="34" charset="0"/>
              </a:rPr>
              <a:t> can be written as </a:t>
            </a:r>
          </a:p>
          <a:p>
            <a:pPr marL="457200" lvl="1" indent="0" algn="just">
              <a:buNone/>
            </a:pPr>
            <a:r>
              <a:rPr lang="en-IN" sz="2800" b="0" i="0" dirty="0">
                <a:solidFill>
                  <a:srgbClr val="161616"/>
                </a:solidFill>
                <a:effectLst/>
                <a:latin typeface="Arial" panose="020B0604020202020204" pitchFamily="34" charset="0"/>
                <a:cs typeface="Arial" panose="020B0604020202020204" pitchFamily="34" charset="0"/>
              </a:rPr>
              <a:t>1050:0:0:0:5:600:300c:326b</a:t>
            </a:r>
            <a:endParaRPr lang="en-US" sz="2800" dirty="0">
              <a:solidFill>
                <a:srgbClr val="161616"/>
              </a:solidFill>
              <a:latin typeface="Arial" panose="020B0604020202020204" pitchFamily="34" charset="0"/>
              <a:cs typeface="Arial" panose="020B0604020202020204" pitchFamily="34" charset="0"/>
            </a:endParaRPr>
          </a:p>
          <a:p>
            <a:pPr algn="just"/>
            <a:r>
              <a:rPr lang="en-IN" sz="3200" b="1" i="0" dirty="0">
                <a:solidFill>
                  <a:srgbClr val="161616"/>
                </a:solidFill>
                <a:effectLst/>
                <a:latin typeface="Arial" panose="020B0604020202020204" pitchFamily="34" charset="0"/>
                <a:cs typeface="Arial" panose="020B0604020202020204" pitchFamily="34" charset="0"/>
              </a:rPr>
              <a:t>Double colon</a:t>
            </a:r>
          </a:p>
          <a:p>
            <a:pPr lvl="1" algn="just"/>
            <a:r>
              <a:rPr lang="en-US" sz="2800" b="0" i="0" dirty="0">
                <a:solidFill>
                  <a:srgbClr val="161616"/>
                </a:solidFill>
                <a:effectLst/>
                <a:latin typeface="Arial" panose="020B0604020202020204" pitchFamily="34" charset="0"/>
                <a:cs typeface="Arial" panose="020B0604020202020204" pitchFamily="34" charset="0"/>
              </a:rPr>
              <a:t>Specify IPv6 addresses by using double colons</a:t>
            </a:r>
            <a:r>
              <a:rPr lang="en-IN" sz="2800" b="1" dirty="0">
                <a:solidFill>
                  <a:srgbClr val="161616"/>
                </a:solidFill>
                <a:latin typeface="Arial" panose="020B0604020202020204" pitchFamily="34" charset="0"/>
                <a:cs typeface="Arial" panose="020B0604020202020204" pitchFamily="34" charset="0"/>
              </a:rPr>
              <a:t> (::) </a:t>
            </a:r>
            <a:r>
              <a:rPr lang="en-US" sz="2800" b="0" i="0" dirty="0">
                <a:solidFill>
                  <a:srgbClr val="161616"/>
                </a:solidFill>
                <a:effectLst/>
                <a:latin typeface="Arial" panose="020B0604020202020204" pitchFamily="34" charset="0"/>
                <a:cs typeface="Arial" panose="020B0604020202020204" pitchFamily="34" charset="0"/>
              </a:rPr>
              <a:t>in place of a series of zeros. </a:t>
            </a:r>
            <a:r>
              <a:rPr lang="en-IN" sz="2800" b="0" i="0" dirty="0">
                <a:solidFill>
                  <a:srgbClr val="161616"/>
                </a:solidFill>
                <a:effectLst/>
                <a:latin typeface="Arial" panose="020B0604020202020204" pitchFamily="34" charset="0"/>
                <a:cs typeface="Arial" panose="020B0604020202020204" pitchFamily="34" charset="0"/>
              </a:rPr>
              <a:t>For example, IPv6 address</a:t>
            </a:r>
          </a:p>
          <a:p>
            <a:pPr marL="457200" lvl="1" indent="0" algn="just">
              <a:buNone/>
            </a:pPr>
            <a:r>
              <a:rPr lang="en-IN" sz="2800" b="0" i="0" dirty="0">
                <a:solidFill>
                  <a:srgbClr val="161616"/>
                </a:solidFill>
                <a:effectLst/>
                <a:latin typeface="Arial" panose="020B0604020202020204" pitchFamily="34" charset="0"/>
                <a:cs typeface="Arial" panose="020B0604020202020204" pitchFamily="34" charset="0"/>
              </a:rPr>
              <a:t>ff06:0:0:0:0:0:0:c3 can be written as</a:t>
            </a:r>
          </a:p>
          <a:p>
            <a:pPr marL="457200" lvl="1" indent="0" algn="just">
              <a:buNone/>
            </a:pPr>
            <a:r>
              <a:rPr lang="en-IN" sz="2800" b="0" i="0" dirty="0">
                <a:solidFill>
                  <a:srgbClr val="161616"/>
                </a:solidFill>
                <a:effectLst/>
                <a:latin typeface="Arial" panose="020B0604020202020204" pitchFamily="34" charset="0"/>
                <a:cs typeface="Arial" panose="020B0604020202020204" pitchFamily="34" charset="0"/>
              </a:rPr>
              <a:t>ff06::c3. </a:t>
            </a:r>
            <a:r>
              <a:rPr lang="en-US" sz="2800" b="0" i="0" dirty="0">
                <a:solidFill>
                  <a:srgbClr val="161616"/>
                </a:solidFill>
                <a:effectLst/>
                <a:latin typeface="Arial" panose="020B0604020202020204" pitchFamily="34" charset="0"/>
                <a:cs typeface="Arial" panose="020B0604020202020204" pitchFamily="34" charset="0"/>
              </a:rPr>
              <a:t>Double colons can be used only once in an IP address</a:t>
            </a:r>
            <a:endParaRPr lang="en-IN" sz="2800" dirty="0">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D1EA8C4F-BC0F-4BE8-807F-7F323986B26B}"/>
              </a:ext>
            </a:extLst>
          </p:cNvPr>
          <p:cNvSpPr>
            <a:spLocks noGrp="1"/>
          </p:cNvSpPr>
          <p:nvPr>
            <p:ph type="dt" sz="half" idx="10"/>
          </p:nvPr>
        </p:nvSpPr>
        <p:spPr/>
        <p:txBody>
          <a:bodyPr/>
          <a:lstStyle/>
          <a:p>
            <a:fld id="{D574F225-503D-49FA-921F-BA12413DDBC2}" type="datetime1">
              <a:rPr lang="en-IN" smtClean="0"/>
              <a:t>28-08-2026</a:t>
            </a:fld>
            <a:endParaRPr lang="en-IN"/>
          </a:p>
        </p:txBody>
      </p:sp>
      <p:sp>
        <p:nvSpPr>
          <p:cNvPr id="7" name="Footer Placeholder 6">
            <a:extLst>
              <a:ext uri="{FF2B5EF4-FFF2-40B4-BE49-F238E27FC236}">
                <a16:creationId xmlns:a16="http://schemas.microsoft.com/office/drawing/2014/main" id="{EF8BADDD-4A41-4F3E-AEB0-6ED2F50CE15F}"/>
              </a:ext>
            </a:extLst>
          </p:cNvPr>
          <p:cNvSpPr>
            <a:spLocks noGrp="1"/>
          </p:cNvSpPr>
          <p:nvPr>
            <p:ph type="ftr" sz="quarter" idx="11"/>
          </p:nvPr>
        </p:nvSpPr>
        <p:spPr/>
        <p:txBody>
          <a:bodyPr/>
          <a:lstStyle/>
          <a:p>
            <a:r>
              <a:rPr lang="en-IN"/>
              <a:t>Internet of Things</a:t>
            </a:r>
          </a:p>
        </p:txBody>
      </p:sp>
      <p:sp>
        <p:nvSpPr>
          <p:cNvPr id="8" name="Slide Number Placeholder 7">
            <a:extLst>
              <a:ext uri="{FF2B5EF4-FFF2-40B4-BE49-F238E27FC236}">
                <a16:creationId xmlns:a16="http://schemas.microsoft.com/office/drawing/2014/main" id="{7B9D226C-AFCA-4D9F-86FE-EC06176E7449}"/>
              </a:ext>
            </a:extLst>
          </p:cNvPr>
          <p:cNvSpPr>
            <a:spLocks noGrp="1"/>
          </p:cNvSpPr>
          <p:nvPr>
            <p:ph type="sldNum" sz="quarter" idx="12"/>
          </p:nvPr>
        </p:nvSpPr>
        <p:spPr/>
        <p:txBody>
          <a:bodyPr/>
          <a:lstStyle/>
          <a:p>
            <a:fld id="{69948768-2CD0-45F0-94EF-956D876D0313}" type="slidenum">
              <a:rPr lang="en-IN" smtClean="0"/>
              <a:t>4</a:t>
            </a:fld>
            <a:endParaRPr lang="en-IN"/>
          </a:p>
        </p:txBody>
      </p:sp>
    </p:spTree>
    <p:extLst>
      <p:ext uri="{BB962C8B-B14F-4D97-AF65-F5344CB8AC3E}">
        <p14:creationId xmlns:p14="http://schemas.microsoft.com/office/powerpoint/2010/main" val="1502751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8744"/>
          </a:xfrm>
        </p:spPr>
        <p:txBody>
          <a:bodyPr/>
          <a:lstStyle/>
          <a:p>
            <a:r>
              <a:rPr lang="en-US" dirty="0" smtClean="0"/>
              <a:t>Prefixes in IPV6</a:t>
            </a:r>
            <a:endParaRPr lang="en-IN" dirty="0"/>
          </a:p>
        </p:txBody>
      </p:sp>
      <p:sp>
        <p:nvSpPr>
          <p:cNvPr id="3" name="Content Placeholder 2"/>
          <p:cNvSpPr>
            <a:spLocks noGrp="1"/>
          </p:cNvSpPr>
          <p:nvPr>
            <p:ph idx="1"/>
          </p:nvPr>
        </p:nvSpPr>
        <p:spPr>
          <a:xfrm>
            <a:off x="838200" y="1134208"/>
            <a:ext cx="10515600" cy="5042755"/>
          </a:xfrm>
        </p:spPr>
        <p:txBody>
          <a:bodyPr/>
          <a:lstStyle/>
          <a:p>
            <a:r>
              <a:rPr lang="en-US" dirty="0" smtClean="0"/>
              <a:t>Let the IPV6 address be </a:t>
            </a:r>
            <a:r>
              <a:rPr lang="en-IN" dirty="0" smtClean="0">
                <a:solidFill>
                  <a:srgbClr val="C00000"/>
                </a:solidFill>
              </a:rPr>
              <a:t>2001:db8:3c4d:0015:0000:0000:1a2f:1a2b</a:t>
            </a:r>
          </a:p>
          <a:p>
            <a:r>
              <a:rPr lang="en-US" dirty="0"/>
              <a:t>with zeros compressed, </a:t>
            </a:r>
            <a:r>
              <a:rPr lang="en-US" dirty="0" smtClean="0"/>
              <a:t>the site prefix can be </a:t>
            </a:r>
            <a:r>
              <a:rPr lang="en-IN" dirty="0">
                <a:solidFill>
                  <a:srgbClr val="C00000"/>
                </a:solidFill>
              </a:rPr>
              <a:t>2001:db8:3c4d::/</a:t>
            </a:r>
            <a:r>
              <a:rPr lang="en-IN" dirty="0" smtClean="0">
                <a:solidFill>
                  <a:srgbClr val="C00000"/>
                </a:solidFill>
              </a:rPr>
              <a:t>48</a:t>
            </a:r>
          </a:p>
          <a:p>
            <a:r>
              <a:rPr lang="en-US" dirty="0" smtClean="0"/>
              <a:t>The subnet prefix can be represented as </a:t>
            </a:r>
            <a:r>
              <a:rPr lang="en-IN" dirty="0">
                <a:solidFill>
                  <a:srgbClr val="C00000"/>
                </a:solidFill>
              </a:rPr>
              <a:t>2001:db8:3c4d:15::/</a:t>
            </a:r>
            <a:r>
              <a:rPr lang="en-IN" dirty="0" smtClean="0">
                <a:solidFill>
                  <a:srgbClr val="C00000"/>
                </a:solidFill>
              </a:rPr>
              <a:t>64 </a:t>
            </a:r>
            <a:r>
              <a:rPr lang="en-IN" dirty="0" smtClean="0"/>
              <a:t>(</a:t>
            </a:r>
            <a:r>
              <a:rPr lang="en-US" dirty="0"/>
              <a:t>The subnet prefix always contains 64 bits. These bits include 48 bits for the site prefix, in addition to 16 bits for the subnet </a:t>
            </a:r>
            <a:r>
              <a:rPr lang="en-US" dirty="0" smtClean="0"/>
              <a:t>ID</a:t>
            </a:r>
            <a:r>
              <a:rPr lang="en-IN" dirty="0" smtClean="0"/>
              <a:t>)</a:t>
            </a:r>
          </a:p>
          <a:p>
            <a:r>
              <a:rPr lang="en-US" dirty="0" smtClean="0"/>
              <a:t>Special prefixes are:</a:t>
            </a:r>
          </a:p>
          <a:p>
            <a:pPr lvl="1"/>
            <a:r>
              <a:rPr lang="en-IN" dirty="0"/>
              <a:t>2002::/</a:t>
            </a:r>
            <a:r>
              <a:rPr lang="en-IN" dirty="0" smtClean="0"/>
              <a:t>16  - </a:t>
            </a:r>
            <a:r>
              <a:rPr lang="en-US" dirty="0"/>
              <a:t>Indicates that a </a:t>
            </a:r>
            <a:r>
              <a:rPr lang="en-US" dirty="0" smtClean="0"/>
              <a:t>6  to 4 </a:t>
            </a:r>
            <a:r>
              <a:rPr lang="en-US" dirty="0"/>
              <a:t>routing prefix follows</a:t>
            </a:r>
            <a:endParaRPr lang="en-IN" dirty="0" smtClean="0"/>
          </a:p>
          <a:p>
            <a:pPr lvl="1"/>
            <a:r>
              <a:rPr lang="en-IN" dirty="0"/>
              <a:t>fe80::/</a:t>
            </a:r>
            <a:r>
              <a:rPr lang="en-IN" dirty="0" smtClean="0"/>
              <a:t>10 – </a:t>
            </a:r>
            <a:r>
              <a:rPr lang="en-US" dirty="0"/>
              <a:t>Indicates that a link-local address follows</a:t>
            </a:r>
            <a:endParaRPr lang="en-IN" dirty="0" smtClean="0"/>
          </a:p>
          <a:p>
            <a:pPr lvl="1"/>
            <a:r>
              <a:rPr lang="en-IN" dirty="0"/>
              <a:t>ff00::/</a:t>
            </a:r>
            <a:r>
              <a:rPr lang="en-IN" dirty="0" smtClean="0"/>
              <a:t>8 - </a:t>
            </a:r>
            <a:r>
              <a:rPr lang="en-US" dirty="0"/>
              <a:t>Indicates that a multicast address follows</a:t>
            </a:r>
            <a:endParaRPr lang="en-US" dirty="0" smtClean="0"/>
          </a:p>
          <a:p>
            <a:pPr lvl="1"/>
            <a:endParaRPr lang="en-IN" dirty="0"/>
          </a:p>
        </p:txBody>
      </p:sp>
      <p:sp>
        <p:nvSpPr>
          <p:cNvPr id="4" name="Date Placeholder 3"/>
          <p:cNvSpPr>
            <a:spLocks noGrp="1"/>
          </p:cNvSpPr>
          <p:nvPr>
            <p:ph type="dt" sz="half" idx="10"/>
          </p:nvPr>
        </p:nvSpPr>
        <p:spPr/>
        <p:txBody>
          <a:bodyPr/>
          <a:lstStyle/>
          <a:p>
            <a:fld id="{6B3487A5-6A08-4BCD-889B-CA12EAA2F92B}" type="datetime1">
              <a:rPr lang="en-IN" smtClean="0"/>
              <a:t>28-08-2026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E511AEB9-D6FC-49D6-9EFD-DF69E16FDA8B}" type="slidenum">
              <a:rPr lang="en-IN" smtClean="0"/>
              <a:t>5</a:t>
            </a:fld>
            <a:endParaRPr lang="en-IN"/>
          </a:p>
        </p:txBody>
      </p:sp>
    </p:spTree>
    <p:extLst>
      <p:ext uri="{BB962C8B-B14F-4D97-AF65-F5344CB8AC3E}">
        <p14:creationId xmlns:p14="http://schemas.microsoft.com/office/powerpoint/2010/main" val="3427028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526E2-E68C-405B-9275-82C16AF13542}"/>
              </a:ext>
            </a:extLst>
          </p:cNvPr>
          <p:cNvSpPr>
            <a:spLocks noGrp="1"/>
          </p:cNvSpPr>
          <p:nvPr>
            <p:ph type="title"/>
          </p:nvPr>
        </p:nvSpPr>
        <p:spPr>
          <a:xfrm>
            <a:off x="838200" y="365126"/>
            <a:ext cx="10515600" cy="566860"/>
          </a:xfrm>
        </p:spPr>
        <p:txBody>
          <a:bodyPr>
            <a:normAutofit fontScale="90000"/>
          </a:bodyPr>
          <a:lstStyle/>
          <a:p>
            <a:r>
              <a:rPr lang="en-US" b="1" dirty="0"/>
              <a:t>Embedding IPV4 into IPV6</a:t>
            </a:r>
            <a:endParaRPr lang="en-IN" b="1" dirty="0"/>
          </a:p>
        </p:txBody>
      </p:sp>
      <p:sp>
        <p:nvSpPr>
          <p:cNvPr id="3" name="Content Placeholder 2">
            <a:extLst>
              <a:ext uri="{FF2B5EF4-FFF2-40B4-BE49-F238E27FC236}">
                <a16:creationId xmlns:a16="http://schemas.microsoft.com/office/drawing/2014/main" id="{8D714E8C-2886-4E7A-A5C4-9B6CFABA6FA7}"/>
              </a:ext>
            </a:extLst>
          </p:cNvPr>
          <p:cNvSpPr>
            <a:spLocks noGrp="1"/>
          </p:cNvSpPr>
          <p:nvPr>
            <p:ph idx="1"/>
          </p:nvPr>
        </p:nvSpPr>
        <p:spPr>
          <a:xfrm>
            <a:off x="838200" y="1300480"/>
            <a:ext cx="10515600" cy="4876483"/>
          </a:xfrm>
        </p:spPr>
        <p:txBody>
          <a:bodyPr>
            <a:normAutofit/>
          </a:bodyPr>
          <a:lstStyle/>
          <a:p>
            <a:pPr algn="just"/>
            <a:r>
              <a:rPr lang="en-US" sz="3200" b="0" i="0" dirty="0">
                <a:solidFill>
                  <a:srgbClr val="161616"/>
                </a:solidFill>
                <a:effectLst/>
                <a:latin typeface="Arial" panose="020B0604020202020204" pitchFamily="34" charset="0"/>
                <a:cs typeface="Arial" panose="020B0604020202020204" pitchFamily="34" charset="0"/>
              </a:rPr>
              <a:t>An alternative format for IPv6 addresses combines the colon and dotted notation, so the IPv4 address can be embedded in the IPv6 address. </a:t>
            </a:r>
          </a:p>
          <a:p>
            <a:pPr algn="just"/>
            <a:r>
              <a:rPr lang="en-US" sz="3200" b="0" i="0" dirty="0">
                <a:solidFill>
                  <a:srgbClr val="161616"/>
                </a:solidFill>
                <a:effectLst/>
                <a:latin typeface="Arial" panose="020B0604020202020204" pitchFamily="34" charset="0"/>
                <a:cs typeface="Arial" panose="020B0604020202020204" pitchFamily="34" charset="0"/>
              </a:rPr>
              <a:t>Hexadecimal values are specified for the left-most 96 bits, and decimal values are specified for the right-most 32 bits indicating the embedded IPv4 address. </a:t>
            </a:r>
          </a:p>
          <a:p>
            <a:pPr algn="just"/>
            <a:r>
              <a:rPr lang="en-US" sz="3200" b="0" i="0" dirty="0">
                <a:solidFill>
                  <a:srgbClr val="161616"/>
                </a:solidFill>
                <a:effectLst/>
                <a:latin typeface="Arial" panose="020B0604020202020204" pitchFamily="34" charset="0"/>
                <a:cs typeface="Arial" panose="020B0604020202020204" pitchFamily="34" charset="0"/>
              </a:rPr>
              <a:t>This format ensures compatibility between IPv6 nodes and IPv4 nodes when you are working in a mixed network environment.</a:t>
            </a:r>
            <a:endParaRPr lang="en-IN" sz="32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6C81B147-47A4-4553-B014-3FEDC332E886}"/>
              </a:ext>
            </a:extLst>
          </p:cNvPr>
          <p:cNvSpPr>
            <a:spLocks noGrp="1"/>
          </p:cNvSpPr>
          <p:nvPr>
            <p:ph type="dt" sz="half" idx="10"/>
          </p:nvPr>
        </p:nvSpPr>
        <p:spPr/>
        <p:txBody>
          <a:bodyPr/>
          <a:lstStyle/>
          <a:p>
            <a:fld id="{6DFD87B4-BAF5-44C0-8F77-D29AFFE73988}" type="datetime1">
              <a:rPr lang="en-IN" smtClean="0"/>
              <a:t>28-08-2026</a:t>
            </a:fld>
            <a:endParaRPr lang="en-IN"/>
          </a:p>
        </p:txBody>
      </p:sp>
      <p:sp>
        <p:nvSpPr>
          <p:cNvPr id="5" name="Footer Placeholder 4">
            <a:extLst>
              <a:ext uri="{FF2B5EF4-FFF2-40B4-BE49-F238E27FC236}">
                <a16:creationId xmlns:a16="http://schemas.microsoft.com/office/drawing/2014/main" id="{BD3EE3E0-9C63-4DDE-A3A5-502DA43B0654}"/>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6483AC0C-86DF-4E8B-ADA6-2B18ED5FF22D}"/>
              </a:ext>
            </a:extLst>
          </p:cNvPr>
          <p:cNvSpPr>
            <a:spLocks noGrp="1"/>
          </p:cNvSpPr>
          <p:nvPr>
            <p:ph type="sldNum" sz="quarter" idx="12"/>
          </p:nvPr>
        </p:nvSpPr>
        <p:spPr/>
        <p:txBody>
          <a:bodyPr/>
          <a:lstStyle/>
          <a:p>
            <a:fld id="{69948768-2CD0-45F0-94EF-956D876D0313}" type="slidenum">
              <a:rPr lang="en-IN" smtClean="0"/>
              <a:t>6</a:t>
            </a:fld>
            <a:endParaRPr lang="en-IN"/>
          </a:p>
        </p:txBody>
      </p:sp>
    </p:spTree>
    <p:extLst>
      <p:ext uri="{BB962C8B-B14F-4D97-AF65-F5344CB8AC3E}">
        <p14:creationId xmlns:p14="http://schemas.microsoft.com/office/powerpoint/2010/main" val="2893717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8E61B-F38B-4DC8-8A56-D2215E458BB6}"/>
              </a:ext>
            </a:extLst>
          </p:cNvPr>
          <p:cNvSpPr>
            <a:spLocks noGrp="1"/>
          </p:cNvSpPr>
          <p:nvPr>
            <p:ph type="title"/>
          </p:nvPr>
        </p:nvSpPr>
        <p:spPr/>
        <p:txBody>
          <a:bodyPr/>
          <a:lstStyle/>
          <a:p>
            <a:r>
              <a:rPr lang="en-US" b="1" dirty="0"/>
              <a:t>Embedding IPV4 into IPV6</a:t>
            </a:r>
            <a:endParaRPr lang="en-IN" dirty="0"/>
          </a:p>
        </p:txBody>
      </p:sp>
      <p:sp>
        <p:nvSpPr>
          <p:cNvPr id="3" name="Content Placeholder 2">
            <a:extLst>
              <a:ext uri="{FF2B5EF4-FFF2-40B4-BE49-F238E27FC236}">
                <a16:creationId xmlns:a16="http://schemas.microsoft.com/office/drawing/2014/main" id="{8CC785FE-F075-4585-81AD-6DBDE48A37C3}"/>
              </a:ext>
            </a:extLst>
          </p:cNvPr>
          <p:cNvSpPr>
            <a:spLocks noGrp="1"/>
          </p:cNvSpPr>
          <p:nvPr>
            <p:ph idx="1"/>
          </p:nvPr>
        </p:nvSpPr>
        <p:spPr/>
        <p:txBody>
          <a:bodyPr/>
          <a:lstStyle/>
          <a:p>
            <a:r>
              <a:rPr lang="en-US" b="0" i="0" dirty="0">
                <a:solidFill>
                  <a:srgbClr val="161616"/>
                </a:solidFill>
                <a:effectLst/>
                <a:latin typeface="Arial" panose="020B0604020202020204" pitchFamily="34" charset="0"/>
                <a:cs typeface="Arial" panose="020B0604020202020204" pitchFamily="34" charset="0"/>
              </a:rPr>
              <a:t>IPv4-mapped IPv6 address uses this alternative format. </a:t>
            </a:r>
          </a:p>
          <a:p>
            <a:r>
              <a:rPr lang="en-US" b="0" i="0" dirty="0">
                <a:solidFill>
                  <a:srgbClr val="161616"/>
                </a:solidFill>
                <a:effectLst/>
                <a:latin typeface="Arial" panose="020B0604020202020204" pitchFamily="34" charset="0"/>
                <a:cs typeface="Arial" panose="020B0604020202020204" pitchFamily="34" charset="0"/>
              </a:rPr>
              <a:t>This type of address is used to represent IPv4 nodes as IPv6 addresses</a:t>
            </a:r>
            <a:r>
              <a:rPr lang="en-US" dirty="0">
                <a:solidFill>
                  <a:srgbClr val="161616"/>
                </a:solidFill>
                <a:latin typeface="Arial" panose="020B0604020202020204" pitchFamily="34" charset="0"/>
                <a:cs typeface="Arial" panose="020B0604020202020204" pitchFamily="34" charset="0"/>
              </a:rPr>
              <a:t>.</a:t>
            </a:r>
          </a:p>
          <a:p>
            <a:r>
              <a:rPr lang="en-US" b="0" i="0" dirty="0">
                <a:solidFill>
                  <a:srgbClr val="161616"/>
                </a:solidFill>
                <a:effectLst/>
                <a:latin typeface="Arial" panose="020B0604020202020204" pitchFamily="34" charset="0"/>
                <a:cs typeface="Arial" panose="020B0604020202020204" pitchFamily="34" charset="0"/>
              </a:rPr>
              <a:t>It allows IPv6 applications to communicate directly with IPv4 applications.</a:t>
            </a:r>
          </a:p>
          <a:p>
            <a:r>
              <a:rPr lang="en-IN" b="0" i="0" dirty="0">
                <a:solidFill>
                  <a:srgbClr val="161616"/>
                </a:solidFill>
                <a:effectLst/>
                <a:latin typeface="IBM Plex Mono" panose="020B0509050203000203" pitchFamily="49" charset="0"/>
              </a:rPr>
              <a:t>For example, 0:0:0:0:0:ffff:192.1.56.10 and</a:t>
            </a:r>
          </a:p>
          <a:p>
            <a:pPr marL="457200" lvl="1" indent="0">
              <a:buNone/>
            </a:pPr>
            <a:r>
              <a:rPr lang="en-IN" b="0" i="0" dirty="0">
                <a:solidFill>
                  <a:srgbClr val="161616"/>
                </a:solidFill>
                <a:effectLst/>
                <a:latin typeface="IBM Plex Mono" panose="020B0509050203000203" pitchFamily="49" charset="0"/>
              </a:rPr>
              <a:t>::ffff:192.1.56.10 </a:t>
            </a:r>
            <a:r>
              <a:rPr lang="en-IN" b="0" i="0" dirty="0" smtClean="0">
                <a:solidFill>
                  <a:srgbClr val="161616"/>
                </a:solidFill>
                <a:effectLst/>
                <a:latin typeface="IBM Plex Mono" panose="020B0509050203000203" pitchFamily="49" charset="0"/>
              </a:rPr>
              <a:t>are </a:t>
            </a:r>
            <a:r>
              <a:rPr lang="en-IN" b="0" i="0" dirty="0">
                <a:solidFill>
                  <a:srgbClr val="161616"/>
                </a:solidFill>
                <a:effectLst/>
                <a:latin typeface="IBM Plex Mono" panose="020B0509050203000203" pitchFamily="49" charset="0"/>
              </a:rPr>
              <a:t>the same.</a:t>
            </a:r>
            <a:endParaRPr lang="en-IN" dirty="0"/>
          </a:p>
        </p:txBody>
      </p:sp>
      <p:sp>
        <p:nvSpPr>
          <p:cNvPr id="4" name="Date Placeholder 3">
            <a:extLst>
              <a:ext uri="{FF2B5EF4-FFF2-40B4-BE49-F238E27FC236}">
                <a16:creationId xmlns:a16="http://schemas.microsoft.com/office/drawing/2014/main" id="{276C683D-89A1-45AE-B67E-D1B7475611FE}"/>
              </a:ext>
            </a:extLst>
          </p:cNvPr>
          <p:cNvSpPr>
            <a:spLocks noGrp="1"/>
          </p:cNvSpPr>
          <p:nvPr>
            <p:ph type="dt" sz="half" idx="10"/>
          </p:nvPr>
        </p:nvSpPr>
        <p:spPr/>
        <p:txBody>
          <a:bodyPr/>
          <a:lstStyle/>
          <a:p>
            <a:fld id="{70236844-BDDF-4AA5-A8F1-E2DB57AE09FE}" type="datetime1">
              <a:rPr lang="en-IN" smtClean="0"/>
              <a:t>28-08-2026</a:t>
            </a:fld>
            <a:endParaRPr lang="en-IN"/>
          </a:p>
        </p:txBody>
      </p:sp>
      <p:sp>
        <p:nvSpPr>
          <p:cNvPr id="5" name="Footer Placeholder 4">
            <a:extLst>
              <a:ext uri="{FF2B5EF4-FFF2-40B4-BE49-F238E27FC236}">
                <a16:creationId xmlns:a16="http://schemas.microsoft.com/office/drawing/2014/main" id="{1991FEFE-8B54-4F3A-8415-63CCFBC92493}"/>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11DBABC6-A869-4B40-A6BF-1DE012718F92}"/>
              </a:ext>
            </a:extLst>
          </p:cNvPr>
          <p:cNvSpPr>
            <a:spLocks noGrp="1"/>
          </p:cNvSpPr>
          <p:nvPr>
            <p:ph type="sldNum" sz="quarter" idx="12"/>
          </p:nvPr>
        </p:nvSpPr>
        <p:spPr/>
        <p:txBody>
          <a:bodyPr/>
          <a:lstStyle/>
          <a:p>
            <a:fld id="{69948768-2CD0-45F0-94EF-956D876D0313}" type="slidenum">
              <a:rPr lang="en-IN" smtClean="0"/>
              <a:t>7</a:t>
            </a:fld>
            <a:endParaRPr lang="en-IN"/>
          </a:p>
        </p:txBody>
      </p:sp>
    </p:spTree>
    <p:extLst>
      <p:ext uri="{BB962C8B-B14F-4D97-AF65-F5344CB8AC3E}">
        <p14:creationId xmlns:p14="http://schemas.microsoft.com/office/powerpoint/2010/main" val="2587831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0CBA0-32E1-4293-9186-6DC31519AF33}"/>
              </a:ext>
            </a:extLst>
          </p:cNvPr>
          <p:cNvSpPr>
            <a:spLocks noGrp="1"/>
          </p:cNvSpPr>
          <p:nvPr>
            <p:ph type="title"/>
          </p:nvPr>
        </p:nvSpPr>
        <p:spPr>
          <a:xfrm>
            <a:off x="838200" y="111761"/>
            <a:ext cx="10515600" cy="1076960"/>
          </a:xfrm>
        </p:spPr>
        <p:txBody>
          <a:bodyPr>
            <a:normAutofit fontScale="90000"/>
          </a:bodyPr>
          <a:lstStyle/>
          <a:p>
            <a:r>
              <a:rPr lang="en-IN" b="0" i="0" dirty="0">
                <a:solidFill>
                  <a:srgbClr val="161616"/>
                </a:solidFill>
                <a:effectLst/>
                <a:latin typeface="IBM Plex Sans" panose="020B0503050203000203" pitchFamily="34" charset="0"/>
              </a:rPr>
              <a:t/>
            </a:r>
            <a:br>
              <a:rPr lang="en-IN" b="0" i="0" dirty="0">
                <a:solidFill>
                  <a:srgbClr val="161616"/>
                </a:solidFill>
                <a:effectLst/>
                <a:latin typeface="IBM Plex Sans" panose="020B0503050203000203" pitchFamily="34" charset="0"/>
              </a:rPr>
            </a:br>
            <a:r>
              <a:rPr lang="en-IN" b="0" i="0" dirty="0">
                <a:solidFill>
                  <a:srgbClr val="161616"/>
                </a:solidFill>
                <a:effectLst/>
                <a:latin typeface="IBM Plex Sans" panose="020B0503050203000203" pitchFamily="34" charset="0"/>
              </a:rPr>
              <a:t>IPv6 address types</a:t>
            </a:r>
            <a:br>
              <a:rPr lang="en-IN" b="0" i="0" dirty="0">
                <a:solidFill>
                  <a:srgbClr val="161616"/>
                </a:solidFill>
                <a:effectLst/>
                <a:latin typeface="IBM Plex Sans" panose="020B0503050203000203" pitchFamily="34" charset="0"/>
              </a:rPr>
            </a:br>
            <a:endParaRPr lang="en-IN" dirty="0"/>
          </a:p>
        </p:txBody>
      </p:sp>
      <p:sp>
        <p:nvSpPr>
          <p:cNvPr id="3" name="Content Placeholder 2">
            <a:extLst>
              <a:ext uri="{FF2B5EF4-FFF2-40B4-BE49-F238E27FC236}">
                <a16:creationId xmlns:a16="http://schemas.microsoft.com/office/drawing/2014/main" id="{FB7A3847-B1CD-4D6F-9C5F-F61536B80F33}"/>
              </a:ext>
            </a:extLst>
          </p:cNvPr>
          <p:cNvSpPr>
            <a:spLocks noGrp="1"/>
          </p:cNvSpPr>
          <p:nvPr>
            <p:ph idx="1"/>
          </p:nvPr>
        </p:nvSpPr>
        <p:spPr>
          <a:xfrm>
            <a:off x="838200" y="1188721"/>
            <a:ext cx="10515600" cy="4988242"/>
          </a:xfrm>
        </p:spPr>
        <p:txBody>
          <a:bodyPr/>
          <a:lstStyle/>
          <a:p>
            <a:r>
              <a:rPr lang="en-US" b="0" i="0" dirty="0">
                <a:solidFill>
                  <a:srgbClr val="161616"/>
                </a:solidFill>
                <a:effectLst/>
                <a:latin typeface="IBM Plex Sans" panose="020B0503050203000203" pitchFamily="34" charset="0"/>
              </a:rPr>
              <a:t>IPv6 addresses are categorized into these basic types:</a:t>
            </a:r>
          </a:p>
          <a:p>
            <a:r>
              <a:rPr lang="en-IN" b="1" i="0" dirty="0">
                <a:solidFill>
                  <a:srgbClr val="161616"/>
                </a:solidFill>
                <a:effectLst/>
                <a:latin typeface="IBM Plex Sans" panose="020B0503050203000203" pitchFamily="34" charset="0"/>
              </a:rPr>
              <a:t>Unicast address</a:t>
            </a:r>
            <a:endParaRPr lang="en-US" dirty="0">
              <a:solidFill>
                <a:srgbClr val="161616"/>
              </a:solidFill>
              <a:latin typeface="IBM Plex Sans" panose="020B0503050203000203" pitchFamily="34" charset="0"/>
            </a:endParaRPr>
          </a:p>
          <a:p>
            <a:r>
              <a:rPr lang="en-IN" b="1" i="0" dirty="0">
                <a:solidFill>
                  <a:srgbClr val="161616"/>
                </a:solidFill>
                <a:effectLst/>
                <a:latin typeface="IBM Plex Sans" panose="020B0503050203000203" pitchFamily="34" charset="0"/>
              </a:rPr>
              <a:t>Anycast address</a:t>
            </a:r>
            <a:endParaRPr lang="en-US" b="1" i="0" dirty="0">
              <a:solidFill>
                <a:srgbClr val="161616"/>
              </a:solidFill>
              <a:effectLst/>
              <a:latin typeface="IBM Plex Sans" panose="020B0503050203000203" pitchFamily="34" charset="0"/>
            </a:endParaRPr>
          </a:p>
          <a:p>
            <a:r>
              <a:rPr lang="en-IN" b="1" i="0" dirty="0">
                <a:solidFill>
                  <a:srgbClr val="161616"/>
                </a:solidFill>
                <a:effectLst/>
                <a:latin typeface="IBM Plex Sans" panose="020B0503050203000203" pitchFamily="34" charset="0"/>
              </a:rPr>
              <a:t>Multicast address</a:t>
            </a:r>
            <a:endParaRPr lang="en-IN" dirty="0"/>
          </a:p>
        </p:txBody>
      </p:sp>
      <p:sp>
        <p:nvSpPr>
          <p:cNvPr id="4" name="Date Placeholder 3">
            <a:extLst>
              <a:ext uri="{FF2B5EF4-FFF2-40B4-BE49-F238E27FC236}">
                <a16:creationId xmlns:a16="http://schemas.microsoft.com/office/drawing/2014/main" id="{DE501CDA-67C6-4384-9F09-C513C0E94DBA}"/>
              </a:ext>
            </a:extLst>
          </p:cNvPr>
          <p:cNvSpPr>
            <a:spLocks noGrp="1"/>
          </p:cNvSpPr>
          <p:nvPr>
            <p:ph type="dt" sz="half" idx="10"/>
          </p:nvPr>
        </p:nvSpPr>
        <p:spPr/>
        <p:txBody>
          <a:bodyPr/>
          <a:lstStyle/>
          <a:p>
            <a:fld id="{16D6FAC7-FA68-43A0-B91B-CA6154232310}" type="datetime1">
              <a:rPr lang="en-IN" smtClean="0"/>
              <a:t>28-08-2026</a:t>
            </a:fld>
            <a:endParaRPr lang="en-IN"/>
          </a:p>
        </p:txBody>
      </p:sp>
      <p:sp>
        <p:nvSpPr>
          <p:cNvPr id="5" name="Footer Placeholder 4">
            <a:extLst>
              <a:ext uri="{FF2B5EF4-FFF2-40B4-BE49-F238E27FC236}">
                <a16:creationId xmlns:a16="http://schemas.microsoft.com/office/drawing/2014/main" id="{FAAA8296-4B51-4C1F-89F8-112B60B59BB6}"/>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BDF1E673-FCD7-41A0-86F7-CDA6D0BC1B63}"/>
              </a:ext>
            </a:extLst>
          </p:cNvPr>
          <p:cNvSpPr>
            <a:spLocks noGrp="1"/>
          </p:cNvSpPr>
          <p:nvPr>
            <p:ph type="sldNum" sz="quarter" idx="12"/>
          </p:nvPr>
        </p:nvSpPr>
        <p:spPr/>
        <p:txBody>
          <a:bodyPr/>
          <a:lstStyle/>
          <a:p>
            <a:fld id="{69948768-2CD0-45F0-94EF-956D876D0313}" type="slidenum">
              <a:rPr lang="en-IN" smtClean="0"/>
              <a:t>8</a:t>
            </a:fld>
            <a:endParaRPr lang="en-IN"/>
          </a:p>
        </p:txBody>
      </p:sp>
    </p:spTree>
    <p:extLst>
      <p:ext uri="{BB962C8B-B14F-4D97-AF65-F5344CB8AC3E}">
        <p14:creationId xmlns:p14="http://schemas.microsoft.com/office/powerpoint/2010/main" val="1562522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A2E45-76E1-4C50-BB5E-1BD6A1C6823C}"/>
              </a:ext>
            </a:extLst>
          </p:cNvPr>
          <p:cNvSpPr>
            <a:spLocks noGrp="1"/>
          </p:cNvSpPr>
          <p:nvPr>
            <p:ph type="title"/>
          </p:nvPr>
        </p:nvSpPr>
        <p:spPr>
          <a:xfrm>
            <a:off x="838200" y="365125"/>
            <a:ext cx="10515600" cy="996315"/>
          </a:xfrm>
        </p:spPr>
        <p:txBody>
          <a:bodyPr>
            <a:normAutofit fontScale="90000"/>
          </a:bodyPr>
          <a:lstStyle/>
          <a:p>
            <a:r>
              <a:rPr lang="en-IN" b="1" i="0" dirty="0">
                <a:solidFill>
                  <a:srgbClr val="161616"/>
                </a:solidFill>
                <a:effectLst/>
                <a:latin typeface="IBM Plex Sans" panose="020B0503050203000203" pitchFamily="34" charset="0"/>
              </a:rPr>
              <a:t>Unicast address</a:t>
            </a:r>
            <a:r>
              <a:rPr lang="en-US" dirty="0">
                <a:solidFill>
                  <a:srgbClr val="161616"/>
                </a:solidFill>
                <a:latin typeface="IBM Plex Sans" panose="020B0503050203000203" pitchFamily="34" charset="0"/>
              </a:rPr>
              <a:t/>
            </a:r>
            <a:br>
              <a:rPr lang="en-US" dirty="0">
                <a:solidFill>
                  <a:srgbClr val="161616"/>
                </a:solidFill>
                <a:latin typeface="IBM Plex Sans" panose="020B0503050203000203" pitchFamily="34" charset="0"/>
              </a:rPr>
            </a:br>
            <a:endParaRPr lang="en-IN" dirty="0"/>
          </a:p>
        </p:txBody>
      </p:sp>
      <p:sp>
        <p:nvSpPr>
          <p:cNvPr id="3" name="Content Placeholder 2">
            <a:extLst>
              <a:ext uri="{FF2B5EF4-FFF2-40B4-BE49-F238E27FC236}">
                <a16:creationId xmlns:a16="http://schemas.microsoft.com/office/drawing/2014/main" id="{4642B2C3-ED57-4086-8874-3F12C0370FF1}"/>
              </a:ext>
            </a:extLst>
          </p:cNvPr>
          <p:cNvSpPr>
            <a:spLocks noGrp="1"/>
          </p:cNvSpPr>
          <p:nvPr>
            <p:ph idx="1"/>
          </p:nvPr>
        </p:nvSpPr>
        <p:spPr>
          <a:xfrm>
            <a:off x="838200" y="1056640"/>
            <a:ext cx="10515600" cy="5120323"/>
          </a:xfrm>
        </p:spPr>
        <p:txBody>
          <a:bodyPr>
            <a:normAutofit fontScale="92500"/>
          </a:bodyPr>
          <a:lstStyle/>
          <a:p>
            <a:r>
              <a:rPr lang="en-US" sz="3200" b="0" i="0" dirty="0">
                <a:solidFill>
                  <a:srgbClr val="161616"/>
                </a:solidFill>
                <a:effectLst/>
                <a:latin typeface="IBM Plex Sans" panose="020B0503050203000203" pitchFamily="34" charset="0"/>
              </a:rPr>
              <a:t>The unicast address specifies a single interface. </a:t>
            </a:r>
          </a:p>
          <a:p>
            <a:r>
              <a:rPr lang="en-US" sz="3200" b="0" i="0" dirty="0">
                <a:solidFill>
                  <a:srgbClr val="161616"/>
                </a:solidFill>
                <a:effectLst/>
                <a:latin typeface="IBM Plex Sans" panose="020B0503050203000203" pitchFamily="34" charset="0"/>
              </a:rPr>
              <a:t>A packet sent to a unicast address destination travels from one host to the destination host.</a:t>
            </a:r>
          </a:p>
          <a:p>
            <a:r>
              <a:rPr lang="en-US" sz="3200" b="0" i="0" dirty="0">
                <a:solidFill>
                  <a:srgbClr val="161616"/>
                </a:solidFill>
                <a:effectLst/>
                <a:latin typeface="IBM Plex Sans" panose="020B0503050203000203" pitchFamily="34" charset="0"/>
              </a:rPr>
              <a:t>The two regular types of unicast addresses include:</a:t>
            </a:r>
          </a:p>
          <a:p>
            <a:pPr lvl="1"/>
            <a:r>
              <a:rPr lang="en-IN" sz="2800" b="1" i="0" dirty="0">
                <a:solidFill>
                  <a:srgbClr val="161616"/>
                </a:solidFill>
                <a:effectLst/>
                <a:latin typeface="IBM Plex Sans" panose="020B0503050203000203" pitchFamily="34" charset="0"/>
              </a:rPr>
              <a:t>Link-local address</a:t>
            </a:r>
          </a:p>
          <a:p>
            <a:pPr lvl="2"/>
            <a:r>
              <a:rPr lang="en-US" sz="2400" b="0" i="0" dirty="0">
                <a:solidFill>
                  <a:srgbClr val="161616"/>
                </a:solidFill>
                <a:effectLst/>
                <a:latin typeface="IBM Plex Sans" panose="020B0503050203000203" pitchFamily="34" charset="0"/>
              </a:rPr>
              <a:t>Link-local addresses are designed for use on a single local link (local network).</a:t>
            </a:r>
          </a:p>
          <a:p>
            <a:pPr lvl="2"/>
            <a:r>
              <a:rPr lang="en-US" sz="2400" b="0" i="0" dirty="0">
                <a:solidFill>
                  <a:srgbClr val="161616"/>
                </a:solidFill>
                <a:effectLst/>
                <a:latin typeface="IBM Plex Sans" panose="020B0503050203000203" pitchFamily="34" charset="0"/>
              </a:rPr>
              <a:t> Link-local addresses are automatically configured on all interfaces. </a:t>
            </a:r>
          </a:p>
          <a:p>
            <a:pPr lvl="2"/>
            <a:r>
              <a:rPr lang="en-US" sz="2400" b="0" i="0" dirty="0">
                <a:solidFill>
                  <a:srgbClr val="161616"/>
                </a:solidFill>
                <a:effectLst/>
                <a:latin typeface="IBM Plex Sans" panose="020B0503050203000203" pitchFamily="34" charset="0"/>
              </a:rPr>
              <a:t>The prefix used for a link-local address is </a:t>
            </a:r>
            <a:r>
              <a:rPr lang="en-IN" sz="2400" b="0" i="0" dirty="0">
                <a:solidFill>
                  <a:srgbClr val="161616"/>
                </a:solidFill>
                <a:effectLst/>
                <a:latin typeface="IBM Plex Mono" panose="020B0509050203000203" pitchFamily="49" charset="0"/>
              </a:rPr>
              <a:t>fe80::/10.</a:t>
            </a:r>
          </a:p>
          <a:p>
            <a:pPr lvl="2"/>
            <a:r>
              <a:rPr lang="en-US" sz="2400" b="0" i="0" dirty="0">
                <a:solidFill>
                  <a:srgbClr val="161616"/>
                </a:solidFill>
                <a:effectLst/>
                <a:latin typeface="IBM Plex Sans" panose="020B0503050203000203" pitchFamily="34" charset="0"/>
              </a:rPr>
              <a:t>Routers do not forward packets with a destination or source address containing a link-local address.</a:t>
            </a:r>
            <a:endParaRPr lang="en-US" sz="2400" dirty="0">
              <a:solidFill>
                <a:srgbClr val="161616"/>
              </a:solidFill>
              <a:latin typeface="IBM Plex Sans" panose="020B0503050203000203" pitchFamily="34" charset="0"/>
            </a:endParaRPr>
          </a:p>
          <a:p>
            <a:pPr lvl="1"/>
            <a:r>
              <a:rPr lang="en-IN" sz="2800" b="1" i="0" dirty="0">
                <a:solidFill>
                  <a:srgbClr val="161616"/>
                </a:solidFill>
                <a:effectLst/>
                <a:latin typeface="IBM Plex Sans" panose="020B0503050203000203" pitchFamily="34" charset="0"/>
              </a:rPr>
              <a:t>Global address</a:t>
            </a:r>
          </a:p>
          <a:p>
            <a:pPr lvl="2"/>
            <a:r>
              <a:rPr lang="en-US" sz="2400" b="0" i="0" dirty="0">
                <a:solidFill>
                  <a:srgbClr val="161616"/>
                </a:solidFill>
                <a:effectLst/>
                <a:latin typeface="IBM Plex Sans" panose="020B0503050203000203" pitchFamily="34" charset="0"/>
              </a:rPr>
              <a:t>Global addresses are designed for use on any network. </a:t>
            </a:r>
          </a:p>
          <a:p>
            <a:pPr lvl="2"/>
            <a:r>
              <a:rPr lang="en-US" sz="2400" b="0" i="0" dirty="0">
                <a:solidFill>
                  <a:srgbClr val="161616"/>
                </a:solidFill>
                <a:effectLst/>
                <a:latin typeface="IBM Plex Sans" panose="020B0503050203000203" pitchFamily="34" charset="0"/>
              </a:rPr>
              <a:t>The prefix used for a global address begins with binary </a:t>
            </a:r>
            <a:r>
              <a:rPr lang="en-IN" sz="2400" b="0" i="0" dirty="0">
                <a:solidFill>
                  <a:srgbClr val="161616"/>
                </a:solidFill>
                <a:effectLst/>
                <a:latin typeface="IBM Plex Mono" panose="020B0509050203000203" pitchFamily="49" charset="0"/>
              </a:rPr>
              <a:t>001</a:t>
            </a:r>
            <a:endParaRPr lang="en-US" sz="2400" b="0" i="0" dirty="0">
              <a:solidFill>
                <a:srgbClr val="161616"/>
              </a:solidFill>
              <a:effectLst/>
              <a:latin typeface="IBM Plex Sans" panose="020B0503050203000203" pitchFamily="34" charset="0"/>
            </a:endParaRPr>
          </a:p>
          <a:p>
            <a:endParaRPr lang="en-IN" dirty="0"/>
          </a:p>
        </p:txBody>
      </p:sp>
      <p:sp>
        <p:nvSpPr>
          <p:cNvPr id="4" name="Date Placeholder 3">
            <a:extLst>
              <a:ext uri="{FF2B5EF4-FFF2-40B4-BE49-F238E27FC236}">
                <a16:creationId xmlns:a16="http://schemas.microsoft.com/office/drawing/2014/main" id="{8F61C2A3-8C42-42CA-92BD-F524FC03BD42}"/>
              </a:ext>
            </a:extLst>
          </p:cNvPr>
          <p:cNvSpPr>
            <a:spLocks noGrp="1"/>
          </p:cNvSpPr>
          <p:nvPr>
            <p:ph type="dt" sz="half" idx="10"/>
          </p:nvPr>
        </p:nvSpPr>
        <p:spPr/>
        <p:txBody>
          <a:bodyPr/>
          <a:lstStyle/>
          <a:p>
            <a:fld id="{87D4D509-E6EC-4E97-86D4-195B236D95CA}" type="datetime1">
              <a:rPr lang="en-IN" smtClean="0"/>
              <a:t>28-08-2026</a:t>
            </a:fld>
            <a:endParaRPr lang="en-IN"/>
          </a:p>
        </p:txBody>
      </p:sp>
      <p:sp>
        <p:nvSpPr>
          <p:cNvPr id="5" name="Footer Placeholder 4">
            <a:extLst>
              <a:ext uri="{FF2B5EF4-FFF2-40B4-BE49-F238E27FC236}">
                <a16:creationId xmlns:a16="http://schemas.microsoft.com/office/drawing/2014/main" id="{D82C7AE2-ADE8-47EC-9F30-99FB1AFE3C42}"/>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E4A0DD04-E900-499C-AB53-B00EE25C49EC}"/>
              </a:ext>
            </a:extLst>
          </p:cNvPr>
          <p:cNvSpPr>
            <a:spLocks noGrp="1"/>
          </p:cNvSpPr>
          <p:nvPr>
            <p:ph type="sldNum" sz="quarter" idx="12"/>
          </p:nvPr>
        </p:nvSpPr>
        <p:spPr/>
        <p:txBody>
          <a:bodyPr/>
          <a:lstStyle/>
          <a:p>
            <a:fld id="{69948768-2CD0-45F0-94EF-956D876D0313}" type="slidenum">
              <a:rPr lang="en-IN" smtClean="0"/>
              <a:t>9</a:t>
            </a:fld>
            <a:endParaRPr lang="en-IN"/>
          </a:p>
        </p:txBody>
      </p:sp>
    </p:spTree>
    <p:extLst>
      <p:ext uri="{BB962C8B-B14F-4D97-AF65-F5344CB8AC3E}">
        <p14:creationId xmlns:p14="http://schemas.microsoft.com/office/powerpoint/2010/main" val="84063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Unicast Address:</a:t>
            </a:r>
            <a:endParaRPr/>
          </a:p>
        </p:txBody>
      </p:sp>
      <p:sp>
        <p:nvSpPr>
          <p:cNvPr id="170" name="Google Shape;170;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Link Local Unicast Address:</a:t>
            </a:r>
            <a:endParaRPr/>
          </a:p>
          <a:p>
            <a:pPr marL="457200" lvl="0" indent="-228600" algn="l" rtl="0">
              <a:lnSpc>
                <a:spcPct val="90000"/>
              </a:lnSpc>
              <a:spcBef>
                <a:spcPts val="1000"/>
              </a:spcBef>
              <a:spcAft>
                <a:spcPts val="0"/>
              </a:spcAft>
              <a:buClr>
                <a:schemeClr val="dk1"/>
              </a:buClr>
              <a:buSzPts val="1800"/>
              <a:buNone/>
            </a:pPr>
            <a:endParaRPr/>
          </a:p>
        </p:txBody>
      </p:sp>
      <p:sp>
        <p:nvSpPr>
          <p:cNvPr id="171" name="Google Shape;171;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Global Unicast address</a:t>
            </a:r>
            <a:endParaRPr/>
          </a:p>
        </p:txBody>
      </p:sp>
      <p:sp>
        <p:nvSpPr>
          <p:cNvPr id="172" name="Google Shape;17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173" name="Google Shape;1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174" name="Google Shape;17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75" name="Google Shape;175;p10"/>
          <p:cNvPicPr preferRelativeResize="0"/>
          <p:nvPr/>
        </p:nvPicPr>
        <p:blipFill rotWithShape="1">
          <a:blip r:embed="rId3">
            <a:alphaModFix/>
          </a:blip>
          <a:srcRect/>
          <a:stretch/>
        </p:blipFill>
        <p:spPr>
          <a:xfrm>
            <a:off x="646834" y="2729347"/>
            <a:ext cx="4857750" cy="1509712"/>
          </a:xfrm>
          <a:prstGeom prst="rect">
            <a:avLst/>
          </a:prstGeom>
          <a:noFill/>
          <a:ln>
            <a:noFill/>
          </a:ln>
        </p:spPr>
      </p:pic>
      <p:pic>
        <p:nvPicPr>
          <p:cNvPr id="176" name="Google Shape;176;p10"/>
          <p:cNvPicPr preferRelativeResize="0"/>
          <p:nvPr/>
        </p:nvPicPr>
        <p:blipFill rotWithShape="1">
          <a:blip r:embed="rId4">
            <a:alphaModFix/>
          </a:blip>
          <a:srcRect/>
          <a:stretch/>
        </p:blipFill>
        <p:spPr>
          <a:xfrm>
            <a:off x="6163107" y="2729346"/>
            <a:ext cx="5668675" cy="2466110"/>
          </a:xfrm>
          <a:prstGeom prst="rect">
            <a:avLst/>
          </a:prstGeom>
          <a:noFill/>
          <a:ln>
            <a:noFill/>
          </a:ln>
        </p:spPr>
      </p:pic>
    </p:spTree>
    <p:extLst>
      <p:ext uri="{BB962C8B-B14F-4D97-AF65-F5344CB8AC3E}">
        <p14:creationId xmlns:p14="http://schemas.microsoft.com/office/powerpoint/2010/main" val="3409612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2DCC-B184-4390-9DD9-F547F7F09242}"/>
              </a:ext>
            </a:extLst>
          </p:cNvPr>
          <p:cNvSpPr>
            <a:spLocks noGrp="1"/>
          </p:cNvSpPr>
          <p:nvPr>
            <p:ph type="title"/>
          </p:nvPr>
        </p:nvSpPr>
        <p:spPr>
          <a:xfrm>
            <a:off x="838200" y="193041"/>
            <a:ext cx="10515600" cy="668605"/>
          </a:xfrm>
        </p:spPr>
        <p:txBody>
          <a:bodyPr>
            <a:normAutofit fontScale="90000"/>
          </a:bodyPr>
          <a:lstStyle/>
          <a:p>
            <a:r>
              <a:rPr lang="en-US" b="1" dirty="0"/>
              <a:t>Special unicast address</a:t>
            </a:r>
            <a:endParaRPr lang="en-IN" b="1" dirty="0"/>
          </a:p>
        </p:txBody>
      </p:sp>
      <p:sp>
        <p:nvSpPr>
          <p:cNvPr id="3" name="Content Placeholder 2">
            <a:extLst>
              <a:ext uri="{FF2B5EF4-FFF2-40B4-BE49-F238E27FC236}">
                <a16:creationId xmlns:a16="http://schemas.microsoft.com/office/drawing/2014/main" id="{2D4765F7-B74B-4B29-9A59-A85245BD2A11}"/>
              </a:ext>
            </a:extLst>
          </p:cNvPr>
          <p:cNvSpPr>
            <a:spLocks noGrp="1"/>
          </p:cNvSpPr>
          <p:nvPr>
            <p:ph idx="1"/>
          </p:nvPr>
        </p:nvSpPr>
        <p:spPr>
          <a:xfrm>
            <a:off x="899746" y="1039446"/>
            <a:ext cx="10515600" cy="5071208"/>
          </a:xfrm>
        </p:spPr>
        <p:txBody>
          <a:bodyPr>
            <a:normAutofit lnSpcReduction="10000"/>
          </a:bodyPr>
          <a:lstStyle/>
          <a:p>
            <a:r>
              <a:rPr lang="en-IN" b="1" i="0" dirty="0">
                <a:solidFill>
                  <a:srgbClr val="161616"/>
                </a:solidFill>
                <a:effectLst/>
                <a:latin typeface="IBM Plex Sans" panose="020B0503050203000203" pitchFamily="34" charset="0"/>
              </a:rPr>
              <a:t>Unspecified address</a:t>
            </a:r>
          </a:p>
          <a:p>
            <a:pPr lvl="1"/>
            <a:r>
              <a:rPr lang="en-IN" b="0" i="0" dirty="0">
                <a:solidFill>
                  <a:srgbClr val="161616"/>
                </a:solidFill>
                <a:effectLst/>
                <a:latin typeface="IBM Plex Sans" panose="020B0503050203000203" pitchFamily="34" charset="0"/>
              </a:rPr>
              <a:t>The unspecified address is</a:t>
            </a:r>
            <a:r>
              <a:rPr lang="en-IN" b="1" dirty="0">
                <a:solidFill>
                  <a:srgbClr val="161616"/>
                </a:solidFill>
                <a:latin typeface="IBM Plex Sans" panose="020B0503050203000203" pitchFamily="34" charset="0"/>
              </a:rPr>
              <a:t> </a:t>
            </a:r>
            <a:r>
              <a:rPr lang="en-IN" b="0" i="0" dirty="0">
                <a:solidFill>
                  <a:srgbClr val="161616"/>
                </a:solidFill>
                <a:effectLst/>
                <a:latin typeface="IBM Plex Mono" panose="020B0509050203000203" pitchFamily="49" charset="0"/>
              </a:rPr>
              <a:t>0:0:0:0:0:0:0:0</a:t>
            </a:r>
            <a:r>
              <a:rPr lang="en-IN" b="1" dirty="0">
                <a:solidFill>
                  <a:srgbClr val="161616"/>
                </a:solidFill>
                <a:latin typeface="IBM Plex Sans" panose="020B0503050203000203" pitchFamily="34" charset="0"/>
              </a:rPr>
              <a:t>. </a:t>
            </a:r>
          </a:p>
          <a:p>
            <a:pPr lvl="1"/>
            <a:r>
              <a:rPr lang="en-US" b="0" i="0" dirty="0">
                <a:solidFill>
                  <a:srgbClr val="161616"/>
                </a:solidFill>
                <a:effectLst/>
                <a:latin typeface="IBM Plex Sans" panose="020B0503050203000203" pitchFamily="34" charset="0"/>
              </a:rPr>
              <a:t>You can abbreviate the address with two colons</a:t>
            </a:r>
            <a:r>
              <a:rPr lang="en-IN" b="1" i="0" dirty="0">
                <a:solidFill>
                  <a:srgbClr val="161616"/>
                </a:solidFill>
                <a:effectLst/>
                <a:latin typeface="IBM Plex Sans" panose="020B0503050203000203" pitchFamily="34" charset="0"/>
              </a:rPr>
              <a:t> (::).</a:t>
            </a:r>
          </a:p>
          <a:p>
            <a:pPr lvl="1"/>
            <a:r>
              <a:rPr lang="en-US" b="0" i="0" dirty="0">
                <a:solidFill>
                  <a:srgbClr val="161616"/>
                </a:solidFill>
                <a:effectLst/>
                <a:latin typeface="IBM Plex Sans" panose="020B0503050203000203" pitchFamily="34" charset="0"/>
              </a:rPr>
              <a:t>The unspecified address indicates the absence of an address, and it can never be assigned to a host. </a:t>
            </a:r>
          </a:p>
          <a:p>
            <a:pPr lvl="1"/>
            <a:r>
              <a:rPr lang="en-US" b="0" i="0" dirty="0">
                <a:solidFill>
                  <a:srgbClr val="161616"/>
                </a:solidFill>
                <a:effectLst/>
                <a:latin typeface="IBM Plex Sans" panose="020B0503050203000203" pitchFamily="34" charset="0"/>
              </a:rPr>
              <a:t>It can be used by an IPv6 host that does not yet have an address assigned to it. </a:t>
            </a:r>
          </a:p>
          <a:p>
            <a:pPr lvl="1"/>
            <a:r>
              <a:rPr lang="en-US" b="0" i="0" dirty="0">
                <a:solidFill>
                  <a:srgbClr val="161616"/>
                </a:solidFill>
                <a:effectLst/>
                <a:latin typeface="IBM Plex Sans" panose="020B0503050203000203" pitchFamily="34" charset="0"/>
              </a:rPr>
              <a:t>For example, when the host sends a packet to discover if an address is used by another node, the host uses the unspecified address as its source address.</a:t>
            </a:r>
            <a:endParaRPr lang="en-IN" b="1" i="0" dirty="0">
              <a:solidFill>
                <a:srgbClr val="161616"/>
              </a:solidFill>
              <a:effectLst/>
              <a:latin typeface="IBM Plex Sans" panose="020B0503050203000203" pitchFamily="34" charset="0"/>
            </a:endParaRPr>
          </a:p>
          <a:p>
            <a:r>
              <a:rPr lang="en-IN" b="1" i="0" dirty="0">
                <a:solidFill>
                  <a:srgbClr val="161616"/>
                </a:solidFill>
                <a:effectLst/>
                <a:latin typeface="IBM Plex Sans" panose="020B0503050203000203" pitchFamily="34" charset="0"/>
              </a:rPr>
              <a:t>Loopback address</a:t>
            </a:r>
          </a:p>
          <a:p>
            <a:pPr lvl="1"/>
            <a:r>
              <a:rPr lang="en-IN" b="0" i="0" dirty="0">
                <a:solidFill>
                  <a:srgbClr val="161616"/>
                </a:solidFill>
                <a:effectLst/>
                <a:latin typeface="IBM Plex Sans" panose="020B0503050203000203" pitchFamily="34" charset="0"/>
              </a:rPr>
              <a:t>The loopback address is</a:t>
            </a:r>
            <a:r>
              <a:rPr lang="en-IN" b="1" dirty="0">
                <a:solidFill>
                  <a:srgbClr val="161616"/>
                </a:solidFill>
                <a:latin typeface="IBM Plex Sans" panose="020B0503050203000203" pitchFamily="34" charset="0"/>
              </a:rPr>
              <a:t> </a:t>
            </a:r>
            <a:r>
              <a:rPr lang="en-IN" b="0" i="0" dirty="0">
                <a:solidFill>
                  <a:srgbClr val="161616"/>
                </a:solidFill>
                <a:effectLst/>
                <a:latin typeface="IBM Plex Mono" panose="020B0509050203000203" pitchFamily="49" charset="0"/>
              </a:rPr>
              <a:t>0:0:0:0:0:0:0:1</a:t>
            </a:r>
            <a:r>
              <a:rPr lang="en-IN" b="1" dirty="0">
                <a:solidFill>
                  <a:srgbClr val="161616"/>
                </a:solidFill>
                <a:latin typeface="IBM Plex Sans" panose="020B0503050203000203" pitchFamily="34" charset="0"/>
              </a:rPr>
              <a:t>. </a:t>
            </a:r>
          </a:p>
          <a:p>
            <a:pPr lvl="1"/>
            <a:r>
              <a:rPr lang="en-US" b="0" i="0" dirty="0">
                <a:solidFill>
                  <a:srgbClr val="161616"/>
                </a:solidFill>
                <a:effectLst/>
                <a:latin typeface="IBM Plex Sans" panose="020B0503050203000203" pitchFamily="34" charset="0"/>
              </a:rPr>
              <a:t>You can abbreviate the address as : :1.</a:t>
            </a:r>
          </a:p>
          <a:p>
            <a:pPr lvl="1"/>
            <a:r>
              <a:rPr lang="en-US" b="0" i="0" dirty="0">
                <a:solidFill>
                  <a:srgbClr val="161616"/>
                </a:solidFill>
                <a:effectLst/>
                <a:latin typeface="IBM Plex Sans" panose="020B0503050203000203" pitchFamily="34" charset="0"/>
              </a:rPr>
              <a:t>The loopback address is used by a node to send a packet to itself.</a:t>
            </a:r>
            <a:endParaRPr lang="en-IN" dirty="0"/>
          </a:p>
        </p:txBody>
      </p:sp>
      <p:sp>
        <p:nvSpPr>
          <p:cNvPr id="7" name="Date Placeholder 6">
            <a:extLst>
              <a:ext uri="{FF2B5EF4-FFF2-40B4-BE49-F238E27FC236}">
                <a16:creationId xmlns:a16="http://schemas.microsoft.com/office/drawing/2014/main" id="{2C99EB8F-18D8-4904-98A5-C822E7AC6FEC}"/>
              </a:ext>
            </a:extLst>
          </p:cNvPr>
          <p:cNvSpPr>
            <a:spLocks noGrp="1"/>
          </p:cNvSpPr>
          <p:nvPr>
            <p:ph type="dt" sz="half" idx="10"/>
          </p:nvPr>
        </p:nvSpPr>
        <p:spPr/>
        <p:txBody>
          <a:bodyPr/>
          <a:lstStyle/>
          <a:p>
            <a:fld id="{AC07DB41-7106-4907-8D9A-9C7F34EE1A32}" type="datetime1">
              <a:rPr lang="en-IN" smtClean="0"/>
              <a:t>28-08-2026</a:t>
            </a:fld>
            <a:endParaRPr lang="en-IN"/>
          </a:p>
        </p:txBody>
      </p:sp>
      <p:sp>
        <p:nvSpPr>
          <p:cNvPr id="8" name="Footer Placeholder 7">
            <a:extLst>
              <a:ext uri="{FF2B5EF4-FFF2-40B4-BE49-F238E27FC236}">
                <a16:creationId xmlns:a16="http://schemas.microsoft.com/office/drawing/2014/main" id="{7275F620-A5B1-490F-9E6A-92DCDCAC6B22}"/>
              </a:ext>
            </a:extLst>
          </p:cNvPr>
          <p:cNvSpPr>
            <a:spLocks noGrp="1"/>
          </p:cNvSpPr>
          <p:nvPr>
            <p:ph type="ftr" sz="quarter" idx="11"/>
          </p:nvPr>
        </p:nvSpPr>
        <p:spPr/>
        <p:txBody>
          <a:bodyPr/>
          <a:lstStyle/>
          <a:p>
            <a:r>
              <a:rPr lang="en-IN"/>
              <a:t>Internet of Things</a:t>
            </a:r>
          </a:p>
        </p:txBody>
      </p:sp>
      <p:sp>
        <p:nvSpPr>
          <p:cNvPr id="9" name="Slide Number Placeholder 8">
            <a:extLst>
              <a:ext uri="{FF2B5EF4-FFF2-40B4-BE49-F238E27FC236}">
                <a16:creationId xmlns:a16="http://schemas.microsoft.com/office/drawing/2014/main" id="{57BED319-5EEB-4A98-8816-D587F22D2B6D}"/>
              </a:ext>
            </a:extLst>
          </p:cNvPr>
          <p:cNvSpPr>
            <a:spLocks noGrp="1"/>
          </p:cNvSpPr>
          <p:nvPr>
            <p:ph type="sldNum" sz="quarter" idx="12"/>
          </p:nvPr>
        </p:nvSpPr>
        <p:spPr/>
        <p:txBody>
          <a:bodyPr/>
          <a:lstStyle/>
          <a:p>
            <a:fld id="{69948768-2CD0-45F0-94EF-956D876D0313}" type="slidenum">
              <a:rPr lang="en-IN" smtClean="0"/>
              <a:t>11</a:t>
            </a:fld>
            <a:endParaRPr lang="en-IN"/>
          </a:p>
        </p:txBody>
      </p:sp>
    </p:spTree>
    <p:extLst>
      <p:ext uri="{BB962C8B-B14F-4D97-AF65-F5344CB8AC3E}">
        <p14:creationId xmlns:p14="http://schemas.microsoft.com/office/powerpoint/2010/main" val="4009794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IPV6: Anycast Address</a:t>
            </a:r>
            <a:endParaRPr b="1"/>
          </a:p>
        </p:txBody>
      </p:sp>
      <p:sp>
        <p:nvSpPr>
          <p:cNvPr id="191" name="Google Shape;19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b="0" i="0">
                <a:solidFill>
                  <a:srgbClr val="161616"/>
                </a:solidFill>
                <a:latin typeface="Arial"/>
                <a:ea typeface="Arial"/>
                <a:cs typeface="Arial"/>
                <a:sym typeface="Arial"/>
              </a:rPr>
              <a:t>An anycast address specifies a set of interfaces, possibly at different locations, that all share a single address. </a:t>
            </a:r>
            <a:endParaRPr/>
          </a:p>
          <a:p>
            <a:pPr marL="457200" lvl="0" indent="-342900" algn="just" rtl="0">
              <a:lnSpc>
                <a:spcPct val="90000"/>
              </a:lnSpc>
              <a:spcBef>
                <a:spcPts val="1000"/>
              </a:spcBef>
              <a:spcAft>
                <a:spcPts val="0"/>
              </a:spcAft>
              <a:buSzPts val="1800"/>
              <a:buChar char="•"/>
            </a:pPr>
            <a:r>
              <a:rPr lang="en-US" b="0" i="0">
                <a:solidFill>
                  <a:srgbClr val="161616"/>
                </a:solidFill>
                <a:latin typeface="Arial"/>
                <a:ea typeface="Arial"/>
                <a:cs typeface="Arial"/>
                <a:sym typeface="Arial"/>
              </a:rPr>
              <a:t>A packet sent to an anycast address goes only to the nearest member of the anycast group. </a:t>
            </a:r>
            <a:endParaRPr/>
          </a:p>
        </p:txBody>
      </p:sp>
      <p:sp>
        <p:nvSpPr>
          <p:cNvPr id="192" name="Google Shape;19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193" name="Google Shape;19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194" name="Google Shape;19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extLst>
      <p:ext uri="{BB962C8B-B14F-4D97-AF65-F5344CB8AC3E}">
        <p14:creationId xmlns:p14="http://schemas.microsoft.com/office/powerpoint/2010/main" val="1673084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3"/>
          <p:cNvSpPr txBox="1">
            <a:spLocks noGrp="1"/>
          </p:cNvSpPr>
          <p:nvPr>
            <p:ph type="title"/>
          </p:nvPr>
        </p:nvSpPr>
        <p:spPr>
          <a:xfrm>
            <a:off x="838200" y="365126"/>
            <a:ext cx="10515600" cy="10896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Anycast Addressing in IPV6</a:t>
            </a:r>
            <a:endParaRPr/>
          </a:p>
        </p:txBody>
      </p:sp>
      <p:sp>
        <p:nvSpPr>
          <p:cNvPr id="200" name="Google Shape;20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201" name="Google Shape;20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02" name="Google Shape;20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203" name="Google Shape;203;p13"/>
          <p:cNvPicPr preferRelativeResize="0">
            <a:picLocks noGrp="1"/>
          </p:cNvPicPr>
          <p:nvPr>
            <p:ph type="body" idx="1"/>
          </p:nvPr>
        </p:nvPicPr>
        <p:blipFill rotWithShape="1">
          <a:blip r:embed="rId3">
            <a:alphaModFix/>
          </a:blip>
          <a:srcRect/>
          <a:stretch/>
        </p:blipFill>
        <p:spPr>
          <a:xfrm>
            <a:off x="1090218" y="1413164"/>
            <a:ext cx="10242799" cy="4668981"/>
          </a:xfrm>
          <a:prstGeom prst="rect">
            <a:avLst/>
          </a:prstGeom>
          <a:noFill/>
          <a:ln>
            <a:noFill/>
          </a:ln>
        </p:spPr>
      </p:pic>
      <p:sp>
        <p:nvSpPr>
          <p:cNvPr id="204" name="Google Shape;204;p13"/>
          <p:cNvSpPr txBox="1"/>
          <p:nvPr/>
        </p:nvSpPr>
        <p:spPr>
          <a:xfrm>
            <a:off x="11083636" y="3496082"/>
            <a:ext cx="36021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a:t>
            </a:r>
            <a:endParaRPr/>
          </a:p>
        </p:txBody>
      </p:sp>
    </p:spTree>
    <p:extLst>
      <p:ext uri="{BB962C8B-B14F-4D97-AF65-F5344CB8AC3E}">
        <p14:creationId xmlns:p14="http://schemas.microsoft.com/office/powerpoint/2010/main" val="11134446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IPV6: Multicast Address</a:t>
            </a:r>
            <a:endParaRPr b="1"/>
          </a:p>
        </p:txBody>
      </p:sp>
      <p:sp>
        <p:nvSpPr>
          <p:cNvPr id="210" name="Google Shape;210;p14"/>
          <p:cNvSpPr txBox="1">
            <a:spLocks noGrp="1"/>
          </p:cNvSpPr>
          <p:nvPr>
            <p:ph type="body" idx="1"/>
          </p:nvPr>
        </p:nvSpPr>
        <p:spPr>
          <a:xfrm>
            <a:off x="838200" y="1593273"/>
            <a:ext cx="10515600" cy="4583690"/>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b="0" i="0">
                <a:solidFill>
                  <a:srgbClr val="161616"/>
                </a:solidFill>
                <a:latin typeface="Arial"/>
                <a:ea typeface="Arial"/>
                <a:cs typeface="Arial"/>
                <a:sym typeface="Arial"/>
              </a:rPr>
              <a:t>The multicast address specifies a set of interfaces, possibly at multiple locations. </a:t>
            </a:r>
            <a:endParaRPr/>
          </a:p>
          <a:p>
            <a:pPr marL="457200" lvl="0" indent="-342900" algn="just" rtl="0">
              <a:lnSpc>
                <a:spcPct val="90000"/>
              </a:lnSpc>
              <a:spcBef>
                <a:spcPts val="1000"/>
              </a:spcBef>
              <a:spcAft>
                <a:spcPts val="0"/>
              </a:spcAft>
              <a:buSzPts val="1800"/>
              <a:buChar char="•"/>
            </a:pPr>
            <a:r>
              <a:rPr lang="en-US" b="0" i="0">
                <a:solidFill>
                  <a:srgbClr val="161616"/>
                </a:solidFill>
                <a:latin typeface="Arial"/>
                <a:ea typeface="Arial"/>
                <a:cs typeface="Arial"/>
                <a:sym typeface="Arial"/>
              </a:rPr>
              <a:t>The prefix used for a multicast address is FF. </a:t>
            </a:r>
            <a:endParaRPr/>
          </a:p>
          <a:p>
            <a:pPr marL="457200" lvl="0" indent="-342900" algn="just" rtl="0">
              <a:lnSpc>
                <a:spcPct val="90000"/>
              </a:lnSpc>
              <a:spcBef>
                <a:spcPts val="1000"/>
              </a:spcBef>
              <a:spcAft>
                <a:spcPts val="0"/>
              </a:spcAft>
              <a:buSzPts val="1800"/>
              <a:buChar char="•"/>
            </a:pPr>
            <a:r>
              <a:rPr lang="en-US" b="0" i="0">
                <a:solidFill>
                  <a:srgbClr val="161616"/>
                </a:solidFill>
                <a:latin typeface="Arial"/>
                <a:ea typeface="Arial"/>
                <a:cs typeface="Arial"/>
                <a:sym typeface="Arial"/>
              </a:rPr>
              <a:t> If a packet is sent to a multicast address, one copy of the packet is delivered to each member of the group.</a:t>
            </a:r>
            <a:endParaRPr>
              <a:latin typeface="Arial"/>
              <a:ea typeface="Arial"/>
              <a:cs typeface="Arial"/>
              <a:sym typeface="Arial"/>
            </a:endParaRPr>
          </a:p>
        </p:txBody>
      </p:sp>
      <p:sp>
        <p:nvSpPr>
          <p:cNvPr id="211" name="Google Shape;21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212" name="Google Shape;21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13" name="Google Shape;21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extLst>
      <p:ext uri="{BB962C8B-B14F-4D97-AF65-F5344CB8AC3E}">
        <p14:creationId xmlns:p14="http://schemas.microsoft.com/office/powerpoint/2010/main" val="40626332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5"/>
          <p:cNvSpPr txBox="1">
            <a:spLocks noGrp="1"/>
          </p:cNvSpPr>
          <p:nvPr>
            <p:ph type="title"/>
          </p:nvPr>
        </p:nvSpPr>
        <p:spPr>
          <a:xfrm>
            <a:off x="838200" y="365125"/>
            <a:ext cx="10515600" cy="94551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45454"/>
              <a:buNone/>
            </a:pPr>
            <a:r>
              <a:rPr lang="en-US" dirty="0"/>
              <a:t/>
            </a:r>
            <a:br>
              <a:rPr lang="en-US" dirty="0"/>
            </a:br>
            <a:r>
              <a:rPr lang="en-US" b="1" dirty="0"/>
              <a:t>IPV6: </a:t>
            </a:r>
            <a:r>
              <a:rPr lang="en-US" b="1" i="0" dirty="0" err="1">
                <a:solidFill>
                  <a:srgbClr val="161616"/>
                </a:solidFill>
                <a:latin typeface="IBM Plex Sans"/>
                <a:ea typeface="IBM Plex Sans"/>
                <a:cs typeface="IBM Plex Sans"/>
                <a:sym typeface="IBM Plex Sans"/>
              </a:rPr>
              <a:t>Neighbour</a:t>
            </a:r>
            <a:r>
              <a:rPr lang="en-US" b="1" i="0" dirty="0">
                <a:solidFill>
                  <a:srgbClr val="161616"/>
                </a:solidFill>
                <a:latin typeface="IBM Plex Sans"/>
                <a:ea typeface="IBM Plex Sans"/>
                <a:cs typeface="IBM Plex Sans"/>
                <a:sym typeface="IBM Plex Sans"/>
              </a:rPr>
              <a:t> </a:t>
            </a:r>
            <a:r>
              <a:rPr lang="en-US" b="1" i="0" dirty="0" smtClean="0">
                <a:solidFill>
                  <a:srgbClr val="161616"/>
                </a:solidFill>
                <a:latin typeface="IBM Plex Sans"/>
                <a:ea typeface="IBM Plex Sans"/>
                <a:cs typeface="IBM Plex Sans"/>
                <a:sym typeface="IBM Plex Sans"/>
              </a:rPr>
              <a:t>discovery Protocol</a:t>
            </a:r>
            <a:r>
              <a:rPr lang="en-US" b="0" i="0" dirty="0">
                <a:solidFill>
                  <a:srgbClr val="161616"/>
                </a:solidFill>
                <a:latin typeface="IBM Plex Sans"/>
                <a:ea typeface="IBM Plex Sans"/>
                <a:cs typeface="IBM Plex Sans"/>
                <a:sym typeface="IBM Plex Sans"/>
              </a:rPr>
              <a:t/>
            </a:r>
            <a:br>
              <a:rPr lang="en-US" b="0" i="0" dirty="0">
                <a:solidFill>
                  <a:srgbClr val="161616"/>
                </a:solidFill>
                <a:latin typeface="IBM Plex Sans"/>
                <a:ea typeface="IBM Plex Sans"/>
                <a:cs typeface="IBM Plex Sans"/>
                <a:sym typeface="IBM Plex Sans"/>
              </a:rPr>
            </a:br>
            <a:endParaRPr dirty="0"/>
          </a:p>
        </p:txBody>
      </p:sp>
      <p:sp>
        <p:nvSpPr>
          <p:cNvPr id="219" name="Google Shape;219;p15"/>
          <p:cNvSpPr txBox="1">
            <a:spLocks noGrp="1"/>
          </p:cNvSpPr>
          <p:nvPr>
            <p:ph type="body" idx="1"/>
          </p:nvPr>
        </p:nvSpPr>
        <p:spPr>
          <a:xfrm>
            <a:off x="838200" y="1371600"/>
            <a:ext cx="10515600" cy="4805363"/>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SzPts val="1800"/>
              <a:buChar char="•"/>
            </a:pPr>
            <a:r>
              <a:rPr lang="en-US" b="0" i="0" dirty="0">
                <a:solidFill>
                  <a:srgbClr val="161616"/>
                </a:solidFill>
                <a:latin typeface="IBM Plex Sans"/>
                <a:ea typeface="IBM Plex Sans"/>
                <a:cs typeface="IBM Plex Sans"/>
                <a:sym typeface="IBM Plex Sans"/>
              </a:rPr>
              <a:t>Neighbor discovery allows hosts and routers to communicate with one another.</a:t>
            </a:r>
            <a:endParaRPr dirty="0"/>
          </a:p>
          <a:p>
            <a:pPr marL="457200" lvl="0" indent="-342900" algn="l" rtl="0">
              <a:lnSpc>
                <a:spcPct val="90000"/>
              </a:lnSpc>
              <a:spcBef>
                <a:spcPts val="1000"/>
              </a:spcBef>
              <a:spcAft>
                <a:spcPts val="0"/>
              </a:spcAft>
              <a:buSzPts val="1800"/>
              <a:buChar char="•"/>
            </a:pPr>
            <a:r>
              <a:rPr lang="en-US" b="0" i="0" dirty="0">
                <a:solidFill>
                  <a:srgbClr val="161616"/>
                </a:solidFill>
                <a:latin typeface="IBM Plex Sans"/>
                <a:ea typeface="IBM Plex Sans"/>
                <a:cs typeface="IBM Plex Sans"/>
                <a:sym typeface="IBM Plex Sans"/>
              </a:rPr>
              <a:t>Neighbor discovery functions are used by IPv6 nodes (hosts or routers) </a:t>
            </a:r>
            <a:endParaRPr dirty="0"/>
          </a:p>
          <a:p>
            <a:pPr marL="914400" lvl="1" indent="-342900" algn="l"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to discover the presence of other IPv6 nodes, </a:t>
            </a:r>
            <a:endParaRPr dirty="0"/>
          </a:p>
          <a:p>
            <a:pPr marL="914400" lvl="1" indent="-342900" algn="l"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to determine the link-layer addresses of nodes, </a:t>
            </a:r>
            <a:endParaRPr dirty="0"/>
          </a:p>
          <a:p>
            <a:pPr marL="914400" lvl="1" indent="-342900" algn="l"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to find routers that are capable of forwarding IPv6 packets, and</a:t>
            </a:r>
            <a:endParaRPr dirty="0"/>
          </a:p>
          <a:p>
            <a:pPr marL="914400" lvl="1" indent="-342900" algn="l"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 to maintain a cache of active IPv6 neighbors.</a:t>
            </a:r>
            <a:endParaRPr dirty="0"/>
          </a:p>
          <a:p>
            <a:pPr marL="457200" lvl="0" indent="-228600" algn="l" rtl="0">
              <a:lnSpc>
                <a:spcPct val="90000"/>
              </a:lnSpc>
              <a:spcBef>
                <a:spcPts val="1000"/>
              </a:spcBef>
              <a:spcAft>
                <a:spcPts val="0"/>
              </a:spcAft>
              <a:buClr>
                <a:schemeClr val="dk1"/>
              </a:buClr>
              <a:buSzPts val="1800"/>
              <a:buNone/>
            </a:pPr>
            <a:endParaRPr dirty="0"/>
          </a:p>
        </p:txBody>
      </p:sp>
      <p:sp>
        <p:nvSpPr>
          <p:cNvPr id="220" name="Google Shape;22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221" name="Google Shape;22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22" name="Google Shape;22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mc:AlternateContent xmlns:mc="http://schemas.openxmlformats.org/markup-compatibility/2006">
        <mc:Choice xmlns:p14="http://schemas.microsoft.com/office/powerpoint/2010/main" Requires="p14">
          <p:contentPart p14:bwMode="auto" r:id="rId3">
            <p14:nvContentPartPr>
              <p14:cNvPr id="2" name="Ink 1"/>
              <p14:cNvContentPartPr/>
              <p14:nvPr/>
            </p14:nvContentPartPr>
            <p14:xfrm>
              <a:off x="1874880" y="3323160"/>
              <a:ext cx="6952320" cy="3526200"/>
            </p14:xfrm>
          </p:contentPart>
        </mc:Choice>
        <mc:Fallback>
          <p:pic>
            <p:nvPicPr>
              <p:cNvPr id="2" name="Ink 1"/>
              <p:cNvPicPr/>
              <p:nvPr/>
            </p:nvPicPr>
            <p:blipFill>
              <a:blip r:embed="rId4"/>
              <a:stretch>
                <a:fillRect/>
              </a:stretch>
            </p:blipFill>
            <p:spPr>
              <a:xfrm>
                <a:off x="1865520" y="3313800"/>
                <a:ext cx="6971040" cy="3544920"/>
              </a:xfrm>
              <a:prstGeom prst="rect">
                <a:avLst/>
              </a:prstGeom>
            </p:spPr>
          </p:pic>
        </mc:Fallback>
      </mc:AlternateContent>
    </p:spTree>
    <p:extLst>
      <p:ext uri="{BB962C8B-B14F-4D97-AF65-F5344CB8AC3E}">
        <p14:creationId xmlns:p14="http://schemas.microsoft.com/office/powerpoint/2010/main" val="34060059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IPV6: </a:t>
            </a:r>
            <a:r>
              <a:rPr lang="en-US" b="1" i="0">
                <a:solidFill>
                  <a:srgbClr val="161616"/>
                </a:solidFill>
                <a:latin typeface="IBM Plex Sans"/>
                <a:ea typeface="IBM Plex Sans"/>
                <a:cs typeface="IBM Plex Sans"/>
                <a:sym typeface="IBM Plex Sans"/>
              </a:rPr>
              <a:t>Neighbour discovery</a:t>
            </a:r>
            <a:endParaRPr b="1"/>
          </a:p>
        </p:txBody>
      </p:sp>
      <p:sp>
        <p:nvSpPr>
          <p:cNvPr id="228" name="Google Shape;228;p16"/>
          <p:cNvSpPr txBox="1">
            <a:spLocks noGrp="1"/>
          </p:cNvSpPr>
          <p:nvPr>
            <p:ph type="body" idx="1"/>
          </p:nvPr>
        </p:nvSpPr>
        <p:spPr>
          <a:xfrm>
            <a:off x="838200" y="1620982"/>
            <a:ext cx="10515600" cy="4555981"/>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b="0" i="0">
                <a:solidFill>
                  <a:srgbClr val="161616"/>
                </a:solidFill>
                <a:latin typeface="IBM Plex Sans"/>
                <a:ea typeface="IBM Plex Sans"/>
                <a:cs typeface="IBM Plex Sans"/>
                <a:sym typeface="IBM Plex Sans"/>
              </a:rPr>
              <a:t>IPv6 nodes use these five Internet Control Message Protocol version 6 (ICMPv6) messages to communicate with other nodes:</a:t>
            </a:r>
            <a:endParaRPr/>
          </a:p>
          <a:p>
            <a:pPr marL="457200" lvl="0" indent="-342900" algn="l" rtl="0">
              <a:lnSpc>
                <a:spcPct val="90000"/>
              </a:lnSpc>
              <a:spcBef>
                <a:spcPts val="1000"/>
              </a:spcBef>
              <a:spcAft>
                <a:spcPts val="0"/>
              </a:spcAft>
              <a:buClr>
                <a:schemeClr val="dk1"/>
              </a:buClr>
              <a:buSzPts val="1800"/>
              <a:buChar char="•"/>
            </a:pPr>
            <a:r>
              <a:rPr lang="en-US" b="1" i="0">
                <a:solidFill>
                  <a:srgbClr val="161616"/>
                </a:solidFill>
                <a:latin typeface="IBM Plex Sans"/>
                <a:ea typeface="IBM Plex Sans"/>
                <a:cs typeface="IBM Plex Sans"/>
                <a:sym typeface="IBM Plex Sans"/>
              </a:rPr>
              <a:t>Router solicitation</a:t>
            </a:r>
            <a:endParaRPr>
              <a:solidFill>
                <a:srgbClr val="161616"/>
              </a:solidFill>
              <a:latin typeface="IBM Plex Sans"/>
              <a:ea typeface="IBM Plex Sans"/>
              <a:cs typeface="IBM Plex Sans"/>
              <a:sym typeface="IBM Plex Sans"/>
            </a:endParaRPr>
          </a:p>
          <a:p>
            <a:pPr marL="457200" lvl="0" indent="-342900" algn="l" rtl="0">
              <a:lnSpc>
                <a:spcPct val="90000"/>
              </a:lnSpc>
              <a:spcBef>
                <a:spcPts val="1000"/>
              </a:spcBef>
              <a:spcAft>
                <a:spcPts val="0"/>
              </a:spcAft>
              <a:buClr>
                <a:schemeClr val="dk1"/>
              </a:buClr>
              <a:buSzPts val="1800"/>
              <a:buChar char="•"/>
            </a:pPr>
            <a:r>
              <a:rPr lang="en-US" b="1" i="0">
                <a:solidFill>
                  <a:srgbClr val="161616"/>
                </a:solidFill>
                <a:latin typeface="IBM Plex Sans"/>
                <a:ea typeface="IBM Plex Sans"/>
                <a:cs typeface="IBM Plex Sans"/>
                <a:sym typeface="IBM Plex Sans"/>
              </a:rPr>
              <a:t>Router advertisement</a:t>
            </a:r>
            <a:endParaRPr b="1" i="0">
              <a:solidFill>
                <a:srgbClr val="161616"/>
              </a:solidFill>
              <a:latin typeface="IBM Plex Sans"/>
              <a:ea typeface="IBM Plex Sans"/>
              <a:cs typeface="IBM Plex Sans"/>
              <a:sym typeface="IBM Plex Sans"/>
            </a:endParaRPr>
          </a:p>
          <a:p>
            <a:pPr marL="457200" lvl="0" indent="-342900" algn="l" rtl="0">
              <a:lnSpc>
                <a:spcPct val="90000"/>
              </a:lnSpc>
              <a:spcBef>
                <a:spcPts val="1000"/>
              </a:spcBef>
              <a:spcAft>
                <a:spcPts val="0"/>
              </a:spcAft>
              <a:buClr>
                <a:schemeClr val="dk1"/>
              </a:buClr>
              <a:buSzPts val="1800"/>
              <a:buChar char="•"/>
            </a:pPr>
            <a:r>
              <a:rPr lang="en-US" b="1" i="0">
                <a:solidFill>
                  <a:srgbClr val="161616"/>
                </a:solidFill>
                <a:latin typeface="IBM Plex Sans"/>
                <a:ea typeface="IBM Plex Sans"/>
                <a:cs typeface="IBM Plex Sans"/>
                <a:sym typeface="IBM Plex Sans"/>
              </a:rPr>
              <a:t>Neighbour solicitation</a:t>
            </a:r>
            <a:endParaRPr b="1">
              <a:solidFill>
                <a:srgbClr val="161616"/>
              </a:solidFill>
              <a:latin typeface="IBM Plex Sans"/>
              <a:ea typeface="IBM Plex Sans"/>
              <a:cs typeface="IBM Plex Sans"/>
              <a:sym typeface="IBM Plex Sans"/>
            </a:endParaRPr>
          </a:p>
          <a:p>
            <a:pPr marL="457200" lvl="0" indent="-342900" algn="l" rtl="0">
              <a:lnSpc>
                <a:spcPct val="90000"/>
              </a:lnSpc>
              <a:spcBef>
                <a:spcPts val="1000"/>
              </a:spcBef>
              <a:spcAft>
                <a:spcPts val="0"/>
              </a:spcAft>
              <a:buClr>
                <a:schemeClr val="dk1"/>
              </a:buClr>
              <a:buSzPts val="1800"/>
              <a:buChar char="•"/>
            </a:pPr>
            <a:r>
              <a:rPr lang="en-US" b="1" i="0">
                <a:solidFill>
                  <a:srgbClr val="161616"/>
                </a:solidFill>
                <a:latin typeface="IBM Plex Sans"/>
                <a:ea typeface="IBM Plex Sans"/>
                <a:cs typeface="IBM Plex Sans"/>
                <a:sym typeface="IBM Plex Sans"/>
              </a:rPr>
              <a:t>Neighbour advertisement</a:t>
            </a:r>
            <a:endParaRPr b="1" i="0">
              <a:solidFill>
                <a:srgbClr val="161616"/>
              </a:solidFill>
              <a:latin typeface="IBM Plex Sans"/>
              <a:ea typeface="IBM Plex Sans"/>
              <a:cs typeface="IBM Plex Sans"/>
              <a:sym typeface="IBM Plex Sans"/>
            </a:endParaRPr>
          </a:p>
          <a:p>
            <a:pPr marL="457200" lvl="0" indent="-342900" algn="l" rtl="0">
              <a:lnSpc>
                <a:spcPct val="90000"/>
              </a:lnSpc>
              <a:spcBef>
                <a:spcPts val="1000"/>
              </a:spcBef>
              <a:spcAft>
                <a:spcPts val="0"/>
              </a:spcAft>
              <a:buClr>
                <a:schemeClr val="dk1"/>
              </a:buClr>
              <a:buSzPts val="1800"/>
              <a:buChar char="•"/>
            </a:pPr>
            <a:r>
              <a:rPr lang="en-US" b="1" i="0">
                <a:solidFill>
                  <a:srgbClr val="161616"/>
                </a:solidFill>
                <a:latin typeface="IBM Plex Sans"/>
                <a:ea typeface="IBM Plex Sans"/>
                <a:cs typeface="IBM Plex Sans"/>
                <a:sym typeface="IBM Plex Sans"/>
              </a:rPr>
              <a:t>Redirect</a:t>
            </a:r>
            <a:endParaRPr/>
          </a:p>
        </p:txBody>
      </p:sp>
      <p:sp>
        <p:nvSpPr>
          <p:cNvPr id="229" name="Google Shape;22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230" name="Google Shape;23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31" name="Google Shape;23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mc:AlternateContent xmlns:mc="http://schemas.openxmlformats.org/markup-compatibility/2006">
        <mc:Choice xmlns:p14="http://schemas.microsoft.com/office/powerpoint/2010/main" Requires="p14">
          <p:contentPart p14:bwMode="auto" r:id="rId3">
            <p14:nvContentPartPr>
              <p14:cNvPr id="2" name="Ink 1"/>
              <p14:cNvContentPartPr/>
              <p14:nvPr/>
            </p14:nvContentPartPr>
            <p14:xfrm>
              <a:off x="739800" y="6480"/>
              <a:ext cx="10335240" cy="6851520"/>
            </p14:xfrm>
          </p:contentPart>
        </mc:Choice>
        <mc:Fallback>
          <p:pic>
            <p:nvPicPr>
              <p:cNvPr id="2" name="Ink 1"/>
              <p:cNvPicPr/>
              <p:nvPr/>
            </p:nvPicPr>
            <p:blipFill>
              <a:blip r:embed="rId4"/>
              <a:stretch>
                <a:fillRect/>
              </a:stretch>
            </p:blipFill>
            <p:spPr>
              <a:xfrm>
                <a:off x="730440" y="-2880"/>
                <a:ext cx="10353960" cy="6870240"/>
              </a:xfrm>
              <a:prstGeom prst="rect">
                <a:avLst/>
              </a:prstGeom>
            </p:spPr>
          </p:pic>
        </mc:Fallback>
      </mc:AlternateContent>
    </p:spTree>
    <p:extLst>
      <p:ext uri="{BB962C8B-B14F-4D97-AF65-F5344CB8AC3E}">
        <p14:creationId xmlns:p14="http://schemas.microsoft.com/office/powerpoint/2010/main" val="33282346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7"/>
          <p:cNvSpPr txBox="1">
            <a:spLocks noGrp="1"/>
          </p:cNvSpPr>
          <p:nvPr>
            <p:ph type="title"/>
          </p:nvPr>
        </p:nvSpPr>
        <p:spPr>
          <a:xfrm>
            <a:off x="838200" y="365126"/>
            <a:ext cx="10515600" cy="117273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IPV6: </a:t>
            </a:r>
            <a:r>
              <a:rPr lang="en-US" b="1" i="0">
                <a:solidFill>
                  <a:srgbClr val="161616"/>
                </a:solidFill>
                <a:latin typeface="IBM Plex Sans"/>
                <a:ea typeface="IBM Plex Sans"/>
                <a:cs typeface="IBM Plex Sans"/>
                <a:sym typeface="IBM Plex Sans"/>
              </a:rPr>
              <a:t>Neighbour discovery</a:t>
            </a:r>
            <a:endParaRPr b="1"/>
          </a:p>
        </p:txBody>
      </p:sp>
      <p:sp>
        <p:nvSpPr>
          <p:cNvPr id="237" name="Google Shape;237;p17"/>
          <p:cNvSpPr txBox="1">
            <a:spLocks noGrp="1"/>
          </p:cNvSpPr>
          <p:nvPr>
            <p:ph type="body" idx="1"/>
          </p:nvPr>
        </p:nvSpPr>
        <p:spPr>
          <a:xfrm>
            <a:off x="838200" y="1537855"/>
            <a:ext cx="10515600" cy="4639108"/>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90000"/>
              </a:lnSpc>
              <a:spcBef>
                <a:spcPts val="1000"/>
              </a:spcBef>
              <a:spcAft>
                <a:spcPts val="0"/>
              </a:spcAft>
              <a:buClr>
                <a:schemeClr val="dk1"/>
              </a:buClr>
              <a:buSzPts val="1800"/>
              <a:buChar char="•"/>
            </a:pPr>
            <a:r>
              <a:rPr lang="en-US" b="1" i="0" dirty="0">
                <a:solidFill>
                  <a:srgbClr val="161616"/>
                </a:solidFill>
                <a:latin typeface="IBM Plex Sans"/>
                <a:ea typeface="IBM Plex Sans"/>
                <a:cs typeface="IBM Plex Sans"/>
                <a:sym typeface="IBM Plex Sans"/>
              </a:rPr>
              <a:t>Router solicitation</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Hosts send these messages to request routers to generate router advertisements. </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A host sends an initial router solicitation when the host first becomes available on the network.</a:t>
            </a:r>
            <a:endParaRPr b="1" i="0" dirty="0">
              <a:solidFill>
                <a:srgbClr val="161616"/>
              </a:solidFill>
              <a:latin typeface="IBM Plex Sans"/>
              <a:ea typeface="IBM Plex Sans"/>
              <a:cs typeface="IBM Plex Sans"/>
              <a:sym typeface="IBM Plex Sans"/>
            </a:endParaRPr>
          </a:p>
          <a:p>
            <a:pPr marL="457200" lvl="0" indent="-342900" algn="just" rtl="0">
              <a:lnSpc>
                <a:spcPct val="90000"/>
              </a:lnSpc>
              <a:spcBef>
                <a:spcPts val="1000"/>
              </a:spcBef>
              <a:spcAft>
                <a:spcPts val="0"/>
              </a:spcAft>
              <a:buSzPts val="1800"/>
              <a:buChar char="•"/>
            </a:pPr>
            <a:r>
              <a:rPr lang="en-US" b="1" i="0" dirty="0">
                <a:solidFill>
                  <a:srgbClr val="161616"/>
                </a:solidFill>
                <a:latin typeface="IBM Plex Sans"/>
                <a:ea typeface="IBM Plex Sans"/>
                <a:cs typeface="IBM Plex Sans"/>
                <a:sym typeface="IBM Plex Sans"/>
              </a:rPr>
              <a:t>Router advertisement</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Routers send these messages either periodically or in response to a router solicitation. </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The information provided by router advertisements is used by hosts to automatically create global interfaces, and associated routes. </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Router advertisements also contain other configuration information used by a host such as </a:t>
            </a:r>
            <a:r>
              <a:rPr lang="en-US" b="0" i="0" dirty="0" smtClean="0">
                <a:solidFill>
                  <a:srgbClr val="161616"/>
                </a:solidFill>
                <a:latin typeface="IBM Plex Sans"/>
                <a:ea typeface="IBM Plex Sans"/>
                <a:cs typeface="IBM Plex Sans"/>
                <a:sym typeface="IBM Plex Sans"/>
              </a:rPr>
              <a:t>MTU and </a:t>
            </a:r>
            <a:r>
              <a:rPr lang="en-US" b="0" i="0" dirty="0">
                <a:solidFill>
                  <a:srgbClr val="161616"/>
                </a:solidFill>
                <a:latin typeface="IBM Plex Sans"/>
                <a:ea typeface="IBM Plex Sans"/>
                <a:cs typeface="IBM Plex Sans"/>
                <a:sym typeface="IBM Plex Sans"/>
              </a:rPr>
              <a:t>hop limit.</a:t>
            </a:r>
            <a:endParaRPr b="1" i="0" dirty="0">
              <a:solidFill>
                <a:srgbClr val="161616"/>
              </a:solidFill>
              <a:latin typeface="IBM Plex Sans"/>
              <a:ea typeface="IBM Plex Sans"/>
              <a:cs typeface="IBM Plex Sans"/>
              <a:sym typeface="IBM Plex Sans"/>
            </a:endParaRPr>
          </a:p>
        </p:txBody>
      </p:sp>
      <p:sp>
        <p:nvSpPr>
          <p:cNvPr id="238" name="Google Shape;2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239" name="Google Shape;23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40" name="Google Shape;24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mc:AlternateContent xmlns:mc="http://schemas.openxmlformats.org/markup-compatibility/2006">
        <mc:Choice xmlns:p14="http://schemas.microsoft.com/office/powerpoint/2010/main" Requires="p14">
          <p:contentPart p14:bwMode="auto" r:id="rId3">
            <p14:nvContentPartPr>
              <p14:cNvPr id="2" name="Ink 1"/>
              <p14:cNvContentPartPr/>
              <p14:nvPr/>
            </p14:nvContentPartPr>
            <p14:xfrm>
              <a:off x="6913440" y="5432760"/>
              <a:ext cx="1870560" cy="961920"/>
            </p14:xfrm>
          </p:contentPart>
        </mc:Choice>
        <mc:Fallback>
          <p:pic>
            <p:nvPicPr>
              <p:cNvPr id="2" name="Ink 1"/>
              <p:cNvPicPr/>
              <p:nvPr/>
            </p:nvPicPr>
            <p:blipFill>
              <a:blip r:embed="rId4"/>
              <a:stretch>
                <a:fillRect/>
              </a:stretch>
            </p:blipFill>
            <p:spPr>
              <a:xfrm>
                <a:off x="6904080" y="5423400"/>
                <a:ext cx="1889280" cy="980640"/>
              </a:xfrm>
              <a:prstGeom prst="rect">
                <a:avLst/>
              </a:prstGeom>
            </p:spPr>
          </p:pic>
        </mc:Fallback>
      </mc:AlternateContent>
    </p:spTree>
    <p:extLst>
      <p:ext uri="{BB962C8B-B14F-4D97-AF65-F5344CB8AC3E}">
        <p14:creationId xmlns:p14="http://schemas.microsoft.com/office/powerpoint/2010/main" val="19626222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IPV6: </a:t>
            </a:r>
            <a:r>
              <a:rPr lang="en-US" b="1" i="0">
                <a:solidFill>
                  <a:srgbClr val="161616"/>
                </a:solidFill>
                <a:latin typeface="IBM Plex Sans"/>
                <a:ea typeface="IBM Plex Sans"/>
                <a:cs typeface="IBM Plex Sans"/>
                <a:sym typeface="IBM Plex Sans"/>
              </a:rPr>
              <a:t>Neighbour discovery</a:t>
            </a:r>
            <a:endParaRPr b="1"/>
          </a:p>
        </p:txBody>
      </p:sp>
      <p:sp>
        <p:nvSpPr>
          <p:cNvPr id="246" name="Google Shape;246;p18"/>
          <p:cNvSpPr txBox="1">
            <a:spLocks noGrp="1"/>
          </p:cNvSpPr>
          <p:nvPr>
            <p:ph type="body" idx="1"/>
          </p:nvPr>
        </p:nvSpPr>
        <p:spPr>
          <a:xfrm>
            <a:off x="838200" y="1524000"/>
            <a:ext cx="10515600" cy="4652963"/>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b="1" i="0" dirty="0" smtClean="0">
                <a:solidFill>
                  <a:srgbClr val="161616"/>
                </a:solidFill>
                <a:latin typeface="IBM Plex Sans"/>
                <a:ea typeface="IBM Plex Sans"/>
                <a:cs typeface="IBM Plex Sans"/>
                <a:sym typeface="IBM Plex Sans"/>
              </a:rPr>
              <a:t>Neighbor </a:t>
            </a:r>
            <a:r>
              <a:rPr lang="en-US" b="1" i="0" dirty="0">
                <a:solidFill>
                  <a:srgbClr val="161616"/>
                </a:solidFill>
                <a:latin typeface="IBM Plex Sans"/>
                <a:ea typeface="IBM Plex Sans"/>
                <a:cs typeface="IBM Plex Sans"/>
                <a:sym typeface="IBM Plex Sans"/>
              </a:rPr>
              <a:t>solicitation</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Nodes send these messages to determine the link-layer address of a neighbor, or to verify that a neighbor is still reachable.</a:t>
            </a:r>
            <a:endParaRPr b="1" dirty="0">
              <a:solidFill>
                <a:srgbClr val="161616"/>
              </a:solidFill>
              <a:latin typeface="IBM Plex Sans"/>
              <a:ea typeface="IBM Plex Sans"/>
              <a:cs typeface="IBM Plex Sans"/>
              <a:sym typeface="IBM Plex Sans"/>
            </a:endParaRPr>
          </a:p>
          <a:p>
            <a:pPr marL="457200" lvl="0" indent="-342900" algn="just" rtl="0">
              <a:lnSpc>
                <a:spcPct val="90000"/>
              </a:lnSpc>
              <a:spcBef>
                <a:spcPts val="1000"/>
              </a:spcBef>
              <a:spcAft>
                <a:spcPts val="0"/>
              </a:spcAft>
              <a:buSzPts val="1800"/>
              <a:buChar char="•"/>
            </a:pPr>
            <a:r>
              <a:rPr lang="en-US" b="1" i="0" dirty="0" smtClean="0">
                <a:solidFill>
                  <a:srgbClr val="161616"/>
                </a:solidFill>
                <a:latin typeface="IBM Plex Sans"/>
                <a:ea typeface="IBM Plex Sans"/>
                <a:cs typeface="IBM Plex Sans"/>
                <a:sym typeface="IBM Plex Sans"/>
              </a:rPr>
              <a:t>Neighbor </a:t>
            </a:r>
            <a:r>
              <a:rPr lang="en-US" b="1" i="0" dirty="0">
                <a:solidFill>
                  <a:srgbClr val="161616"/>
                </a:solidFill>
                <a:latin typeface="IBM Plex Sans"/>
                <a:ea typeface="IBM Plex Sans"/>
                <a:cs typeface="IBM Plex Sans"/>
                <a:sym typeface="IBM Plex Sans"/>
              </a:rPr>
              <a:t>advertisement</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Nodes send these messages in response to a neighbor solicitation or as an unsolicited message to announce an address change.</a:t>
            </a:r>
            <a:endParaRPr dirty="0"/>
          </a:p>
          <a:p>
            <a:pPr marL="457200" lvl="0" indent="-342900" algn="just" rtl="0">
              <a:lnSpc>
                <a:spcPct val="90000"/>
              </a:lnSpc>
              <a:spcBef>
                <a:spcPts val="1000"/>
              </a:spcBef>
              <a:spcAft>
                <a:spcPts val="0"/>
              </a:spcAft>
              <a:buSzPts val="1800"/>
              <a:buChar char="•"/>
            </a:pPr>
            <a:r>
              <a:rPr lang="en-US" b="1" i="0" dirty="0">
                <a:solidFill>
                  <a:srgbClr val="161616"/>
                </a:solidFill>
                <a:latin typeface="IBM Plex Sans"/>
                <a:ea typeface="IBM Plex Sans"/>
                <a:cs typeface="IBM Plex Sans"/>
                <a:sym typeface="IBM Plex Sans"/>
              </a:rPr>
              <a:t>Redirect</a:t>
            </a:r>
            <a:endParaRPr dirty="0"/>
          </a:p>
          <a:p>
            <a:pPr marL="914400" lvl="1" indent="-342900" algn="just" rtl="0">
              <a:lnSpc>
                <a:spcPct val="90000"/>
              </a:lnSpc>
              <a:spcBef>
                <a:spcPts val="500"/>
              </a:spcBef>
              <a:spcAft>
                <a:spcPts val="0"/>
              </a:spcAft>
              <a:buSzPts val="1800"/>
              <a:buChar char="•"/>
            </a:pPr>
            <a:r>
              <a:rPr lang="en-US" b="0" i="0" dirty="0">
                <a:solidFill>
                  <a:srgbClr val="161616"/>
                </a:solidFill>
                <a:latin typeface="IBM Plex Sans"/>
                <a:ea typeface="IBM Plex Sans"/>
                <a:cs typeface="IBM Plex Sans"/>
                <a:sym typeface="IBM Plex Sans"/>
              </a:rPr>
              <a:t>Routers use these messages to inform hosts of a better first hop for a destination.</a:t>
            </a:r>
            <a:endParaRPr dirty="0"/>
          </a:p>
          <a:p>
            <a:pPr marL="457200" lvl="0" indent="-228600" algn="l" rtl="0">
              <a:lnSpc>
                <a:spcPct val="90000"/>
              </a:lnSpc>
              <a:spcBef>
                <a:spcPts val="1000"/>
              </a:spcBef>
              <a:spcAft>
                <a:spcPts val="0"/>
              </a:spcAft>
              <a:buClr>
                <a:schemeClr val="dk1"/>
              </a:buClr>
              <a:buSzPts val="1800"/>
              <a:buNone/>
            </a:pPr>
            <a:endParaRPr b="1" i="0" dirty="0">
              <a:solidFill>
                <a:srgbClr val="161616"/>
              </a:solidFill>
              <a:latin typeface="IBM Plex Sans"/>
              <a:ea typeface="IBM Plex Sans"/>
              <a:cs typeface="IBM Plex Sans"/>
              <a:sym typeface="IBM Plex Sans"/>
            </a:endParaRPr>
          </a:p>
          <a:p>
            <a:pPr marL="457200" lvl="0" indent="-228600" algn="l" rtl="0">
              <a:lnSpc>
                <a:spcPct val="90000"/>
              </a:lnSpc>
              <a:spcBef>
                <a:spcPts val="1000"/>
              </a:spcBef>
              <a:spcAft>
                <a:spcPts val="0"/>
              </a:spcAft>
              <a:buClr>
                <a:schemeClr val="dk1"/>
              </a:buClr>
              <a:buSzPts val="1800"/>
              <a:buNone/>
            </a:pPr>
            <a:endParaRPr b="1" i="0" dirty="0">
              <a:solidFill>
                <a:srgbClr val="161616"/>
              </a:solidFill>
              <a:latin typeface="IBM Plex Sans"/>
              <a:ea typeface="IBM Plex Sans"/>
              <a:cs typeface="IBM Plex Sans"/>
              <a:sym typeface="IBM Plex Sans"/>
            </a:endParaRPr>
          </a:p>
        </p:txBody>
      </p:sp>
      <p:sp>
        <p:nvSpPr>
          <p:cNvPr id="247" name="Google Shape;24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31-08-2023</a:t>
            </a:r>
            <a:endParaRPr/>
          </a:p>
        </p:txBody>
      </p:sp>
      <p:sp>
        <p:nvSpPr>
          <p:cNvPr id="248" name="Google Shape;24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49" name="Google Shape;24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mc:AlternateContent xmlns:mc="http://schemas.openxmlformats.org/markup-compatibility/2006">
        <mc:Choice xmlns:p14="http://schemas.microsoft.com/office/powerpoint/2010/main" Requires="p14">
          <p:contentPart p14:bwMode="auto" r:id="rId3">
            <p14:nvContentPartPr>
              <p14:cNvPr id="2" name="Ink 1"/>
              <p14:cNvContentPartPr/>
              <p14:nvPr/>
            </p14:nvContentPartPr>
            <p14:xfrm>
              <a:off x="5393520" y="4947840"/>
              <a:ext cx="3863880" cy="1273320"/>
            </p14:xfrm>
          </p:contentPart>
        </mc:Choice>
        <mc:Fallback>
          <p:pic>
            <p:nvPicPr>
              <p:cNvPr id="2" name="Ink 1"/>
              <p:cNvPicPr/>
              <p:nvPr/>
            </p:nvPicPr>
            <p:blipFill>
              <a:blip r:embed="rId4"/>
              <a:stretch>
                <a:fillRect/>
              </a:stretch>
            </p:blipFill>
            <p:spPr>
              <a:xfrm>
                <a:off x="5384160" y="4938480"/>
                <a:ext cx="3882600" cy="1292040"/>
              </a:xfrm>
              <a:prstGeom prst="rect">
                <a:avLst/>
              </a:prstGeom>
            </p:spPr>
          </p:pic>
        </mc:Fallback>
      </mc:AlternateContent>
    </p:spTree>
    <p:extLst>
      <p:ext uri="{BB962C8B-B14F-4D97-AF65-F5344CB8AC3E}">
        <p14:creationId xmlns:p14="http://schemas.microsoft.com/office/powerpoint/2010/main" val="26764325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838200" y="365125"/>
            <a:ext cx="10515600" cy="9556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IPV6 Packet</a:t>
            </a:r>
            <a:endParaRPr b="1" dirty="0"/>
          </a:p>
        </p:txBody>
      </p:sp>
      <p:sp>
        <p:nvSpPr>
          <p:cNvPr id="134" name="Google Shape;134;p6"/>
          <p:cNvSpPr txBox="1">
            <a:spLocks noGrp="1"/>
          </p:cNvSpPr>
          <p:nvPr>
            <p:ph type="body" idx="1"/>
          </p:nvPr>
        </p:nvSpPr>
        <p:spPr>
          <a:xfrm>
            <a:off x="838200" y="1320800"/>
            <a:ext cx="10515600" cy="48561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202122"/>
              </a:buClr>
              <a:buSzPts val="2800"/>
              <a:buChar char="•"/>
            </a:pPr>
            <a:r>
              <a:rPr lang="en-US" b="0" i="0" dirty="0">
                <a:solidFill>
                  <a:srgbClr val="202122"/>
                </a:solidFill>
                <a:latin typeface="Arial"/>
                <a:ea typeface="Arial"/>
                <a:cs typeface="Arial"/>
                <a:sym typeface="Arial"/>
              </a:rPr>
              <a:t>An </a:t>
            </a:r>
            <a:r>
              <a:rPr lang="en-US" b="1" i="0" dirty="0">
                <a:solidFill>
                  <a:srgbClr val="202122"/>
                </a:solidFill>
                <a:latin typeface="Arial"/>
                <a:ea typeface="Arial"/>
                <a:cs typeface="Arial"/>
                <a:sym typeface="Arial"/>
              </a:rPr>
              <a:t>IPv6 packet</a:t>
            </a:r>
            <a:r>
              <a:rPr lang="en-US" b="0" i="0" dirty="0">
                <a:solidFill>
                  <a:srgbClr val="202122"/>
                </a:solidFill>
                <a:latin typeface="Arial"/>
                <a:ea typeface="Arial"/>
                <a:cs typeface="Arial"/>
                <a:sym typeface="Arial"/>
              </a:rPr>
              <a:t> is the smallest message entity exchanged using </a:t>
            </a:r>
            <a:r>
              <a:rPr lang="en-US" b="0" i="0" strike="noStrike" dirty="0">
                <a:latin typeface="Arial"/>
                <a:ea typeface="Arial"/>
                <a:cs typeface="Arial"/>
                <a:sym typeface="Arial"/>
              </a:rPr>
              <a:t>Internet Protocol version 6</a:t>
            </a:r>
            <a:r>
              <a:rPr lang="en-US" b="0" i="0" dirty="0">
                <a:latin typeface="Arial"/>
                <a:ea typeface="Arial"/>
                <a:cs typeface="Arial"/>
                <a:sym typeface="Arial"/>
              </a:rPr>
              <a:t> </a:t>
            </a:r>
            <a:r>
              <a:rPr lang="en-US" b="0" i="0" dirty="0">
                <a:solidFill>
                  <a:srgbClr val="202122"/>
                </a:solidFill>
                <a:latin typeface="Arial"/>
                <a:ea typeface="Arial"/>
                <a:cs typeface="Arial"/>
                <a:sym typeface="Arial"/>
              </a:rPr>
              <a:t>(IPv6). </a:t>
            </a:r>
            <a:endParaRPr dirty="0"/>
          </a:p>
          <a:p>
            <a:pPr marL="228600" lvl="0" indent="-228600" algn="just" rtl="0">
              <a:lnSpc>
                <a:spcPct val="90000"/>
              </a:lnSpc>
              <a:spcBef>
                <a:spcPts val="1000"/>
              </a:spcBef>
              <a:spcAft>
                <a:spcPts val="0"/>
              </a:spcAft>
              <a:buClr>
                <a:schemeClr val="dk1"/>
              </a:buClr>
              <a:buSzPts val="2800"/>
              <a:buChar char="•"/>
            </a:pPr>
            <a:r>
              <a:rPr lang="en-US" b="0" i="0" u="none" strike="noStrike" dirty="0">
                <a:latin typeface="Arial"/>
                <a:ea typeface="Arial"/>
                <a:cs typeface="Arial"/>
                <a:sym typeface="Arial"/>
              </a:rPr>
              <a:t>Packets</a:t>
            </a:r>
            <a:r>
              <a:rPr lang="en-US" b="0" i="0" dirty="0">
                <a:solidFill>
                  <a:srgbClr val="202122"/>
                </a:solidFill>
                <a:latin typeface="Arial"/>
                <a:ea typeface="Arial"/>
                <a:cs typeface="Arial"/>
                <a:sym typeface="Arial"/>
              </a:rPr>
              <a:t> consist of control information for addressing and routing and a </a:t>
            </a:r>
            <a:r>
              <a:rPr lang="en-US" b="0" i="0" u="none" strike="noStrike" dirty="0">
                <a:latin typeface="Arial"/>
                <a:ea typeface="Arial"/>
                <a:cs typeface="Arial"/>
                <a:sym typeface="Arial"/>
              </a:rPr>
              <a:t>payload</a:t>
            </a:r>
            <a:r>
              <a:rPr lang="en-US" b="0" i="0" dirty="0">
                <a:solidFill>
                  <a:srgbClr val="202122"/>
                </a:solidFill>
                <a:latin typeface="Arial"/>
                <a:ea typeface="Arial"/>
                <a:cs typeface="Arial"/>
                <a:sym typeface="Arial"/>
              </a:rPr>
              <a:t> of user data. </a:t>
            </a:r>
            <a:endParaRPr dirty="0"/>
          </a:p>
          <a:p>
            <a:pPr marL="228600" lvl="0" indent="-228600" algn="just" rtl="0">
              <a:lnSpc>
                <a:spcPct val="90000"/>
              </a:lnSpc>
              <a:spcBef>
                <a:spcPts val="1000"/>
              </a:spcBef>
              <a:spcAft>
                <a:spcPts val="0"/>
              </a:spcAft>
              <a:buClr>
                <a:srgbClr val="202122"/>
              </a:buClr>
              <a:buSzPts val="2800"/>
              <a:buChar char="•"/>
            </a:pPr>
            <a:r>
              <a:rPr lang="en-US" b="0" i="0" dirty="0">
                <a:solidFill>
                  <a:srgbClr val="202122"/>
                </a:solidFill>
                <a:latin typeface="Arial"/>
                <a:ea typeface="Arial"/>
                <a:cs typeface="Arial"/>
                <a:sym typeface="Arial"/>
              </a:rPr>
              <a:t>The control information in IPv6 packets is subdivided into a mandatory fixed </a:t>
            </a:r>
            <a:r>
              <a:rPr lang="en-US" b="0" i="0" u="none" strike="noStrike" dirty="0">
                <a:latin typeface="Arial"/>
                <a:ea typeface="Arial"/>
                <a:cs typeface="Arial"/>
                <a:sym typeface="Arial"/>
              </a:rPr>
              <a:t>header</a:t>
            </a:r>
            <a:r>
              <a:rPr lang="en-US" b="0" i="0" dirty="0">
                <a:solidFill>
                  <a:srgbClr val="202122"/>
                </a:solidFill>
                <a:latin typeface="Arial"/>
                <a:ea typeface="Arial"/>
                <a:cs typeface="Arial"/>
                <a:sym typeface="Arial"/>
              </a:rPr>
              <a:t> and optional extension headers. </a:t>
            </a:r>
            <a:endParaRPr dirty="0"/>
          </a:p>
          <a:p>
            <a:pPr marL="228600" lvl="0" indent="-228600" algn="just" rtl="0">
              <a:lnSpc>
                <a:spcPct val="90000"/>
              </a:lnSpc>
              <a:spcBef>
                <a:spcPts val="1000"/>
              </a:spcBef>
              <a:spcAft>
                <a:spcPts val="0"/>
              </a:spcAft>
              <a:buClr>
                <a:srgbClr val="202122"/>
              </a:buClr>
              <a:buSzPts val="2800"/>
              <a:buChar char="•"/>
            </a:pPr>
            <a:r>
              <a:rPr lang="en-US" b="0" i="0" dirty="0">
                <a:solidFill>
                  <a:srgbClr val="202122"/>
                </a:solidFill>
                <a:latin typeface="Arial"/>
                <a:ea typeface="Arial"/>
                <a:cs typeface="Arial"/>
                <a:sym typeface="Arial"/>
              </a:rPr>
              <a:t>The payload of an IPv6 packet is typically a </a:t>
            </a:r>
            <a:r>
              <a:rPr lang="en-US" b="0" i="0" u="none" strike="noStrike" dirty="0">
                <a:latin typeface="Arial"/>
                <a:ea typeface="Arial"/>
                <a:cs typeface="Arial"/>
                <a:sym typeface="Arial"/>
              </a:rPr>
              <a:t>datagram</a:t>
            </a:r>
            <a:r>
              <a:rPr lang="en-US" b="0" i="0" dirty="0">
                <a:solidFill>
                  <a:srgbClr val="202122"/>
                </a:solidFill>
                <a:latin typeface="Arial"/>
                <a:ea typeface="Arial"/>
                <a:cs typeface="Arial"/>
                <a:sym typeface="Arial"/>
              </a:rPr>
              <a:t> or segment of the higher-level </a:t>
            </a:r>
            <a:r>
              <a:rPr lang="en-US" b="0" i="0" u="none" strike="noStrike" dirty="0">
                <a:latin typeface="Arial"/>
                <a:ea typeface="Arial"/>
                <a:cs typeface="Arial"/>
                <a:sym typeface="Arial"/>
              </a:rPr>
              <a:t>transport layer</a:t>
            </a:r>
            <a:r>
              <a:rPr lang="en-US" b="0" i="0" dirty="0">
                <a:latin typeface="Arial"/>
                <a:ea typeface="Arial"/>
                <a:cs typeface="Arial"/>
                <a:sym typeface="Arial"/>
              </a:rPr>
              <a:t> </a:t>
            </a:r>
            <a:r>
              <a:rPr lang="en-US" b="0" i="0" dirty="0">
                <a:solidFill>
                  <a:srgbClr val="202122"/>
                </a:solidFill>
                <a:latin typeface="Arial"/>
                <a:ea typeface="Arial"/>
                <a:cs typeface="Arial"/>
                <a:sym typeface="Arial"/>
              </a:rPr>
              <a:t>protocol, but may be data for an </a:t>
            </a:r>
            <a:r>
              <a:rPr lang="en-US" b="0" i="0" u="none" strike="noStrike" dirty="0">
                <a:latin typeface="Arial"/>
                <a:ea typeface="Arial"/>
                <a:cs typeface="Arial"/>
                <a:sym typeface="Arial"/>
              </a:rPr>
              <a:t>internet layer</a:t>
            </a:r>
            <a:r>
              <a:rPr lang="en-US" b="0" i="0" dirty="0">
                <a:latin typeface="Arial"/>
                <a:ea typeface="Arial"/>
                <a:cs typeface="Arial"/>
                <a:sym typeface="Arial"/>
              </a:rPr>
              <a:t> (e.g., </a:t>
            </a:r>
            <a:r>
              <a:rPr lang="en-US" b="0" i="0" u="none" strike="noStrike" dirty="0">
                <a:latin typeface="Arial"/>
                <a:ea typeface="Arial"/>
                <a:cs typeface="Arial"/>
                <a:sym typeface="Arial"/>
              </a:rPr>
              <a:t>ICMPv6</a:t>
            </a:r>
            <a:r>
              <a:rPr lang="en-US" b="0" i="0" dirty="0">
                <a:solidFill>
                  <a:srgbClr val="202122"/>
                </a:solidFill>
                <a:latin typeface="Arial"/>
                <a:ea typeface="Arial"/>
                <a:cs typeface="Arial"/>
                <a:sym typeface="Arial"/>
              </a:rPr>
              <a:t>) or </a:t>
            </a:r>
            <a:r>
              <a:rPr lang="en-US" b="0" i="0" u="none" strike="noStrike" dirty="0">
                <a:latin typeface="Arial"/>
                <a:ea typeface="Arial"/>
                <a:cs typeface="Arial"/>
                <a:sym typeface="Arial"/>
              </a:rPr>
              <a:t>link</a:t>
            </a:r>
            <a:r>
              <a:rPr lang="en-US" b="0" i="0" u="sng" strike="noStrike" dirty="0">
                <a:solidFill>
                  <a:schemeClr val="hlink"/>
                </a:solidFill>
                <a:latin typeface="Arial"/>
                <a:ea typeface="Arial"/>
                <a:cs typeface="Arial"/>
                <a:sym typeface="Arial"/>
                <a:hlinkClick r:id="rId3"/>
              </a:rPr>
              <a:t> </a:t>
            </a:r>
            <a:r>
              <a:rPr lang="en-US" b="0" i="0" u="none" strike="noStrike" dirty="0">
                <a:latin typeface="Arial"/>
                <a:ea typeface="Arial"/>
                <a:cs typeface="Arial"/>
                <a:sym typeface="Arial"/>
              </a:rPr>
              <a:t>layer</a:t>
            </a:r>
            <a:r>
              <a:rPr lang="en-US" b="0" i="0" dirty="0">
                <a:latin typeface="Arial"/>
                <a:ea typeface="Arial"/>
                <a:cs typeface="Arial"/>
                <a:sym typeface="Arial"/>
              </a:rPr>
              <a:t> </a:t>
            </a:r>
            <a:r>
              <a:rPr lang="en-US" b="0" i="0" dirty="0">
                <a:solidFill>
                  <a:srgbClr val="202122"/>
                </a:solidFill>
                <a:latin typeface="Arial"/>
                <a:ea typeface="Arial"/>
                <a:cs typeface="Arial"/>
                <a:sym typeface="Arial"/>
              </a:rPr>
              <a:t>instead.</a:t>
            </a:r>
            <a:endParaRPr dirty="0"/>
          </a:p>
        </p:txBody>
      </p:sp>
      <p:sp>
        <p:nvSpPr>
          <p:cNvPr id="135" name="Google Shape;135;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36" name="Google Shape;136;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37" name="Google Shape;137;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mc:AlternateContent xmlns:mc="http://schemas.openxmlformats.org/markup-compatibility/2006">
        <mc:Choice xmlns:p14="http://schemas.microsoft.com/office/powerpoint/2010/main" Requires="p14">
          <p:contentPart p14:bwMode="auto" r:id="rId4">
            <p14:nvContentPartPr>
              <p14:cNvPr id="2" name="Ink 1"/>
              <p14:cNvContentPartPr/>
              <p14:nvPr/>
            </p14:nvContentPartPr>
            <p14:xfrm>
              <a:off x="2166120" y="2078640"/>
              <a:ext cx="9012960" cy="4666320"/>
            </p14:xfrm>
          </p:contentPart>
        </mc:Choice>
        <mc:Fallback>
          <p:pic>
            <p:nvPicPr>
              <p:cNvPr id="2" name="Ink 1"/>
              <p:cNvPicPr/>
              <p:nvPr/>
            </p:nvPicPr>
            <p:blipFill>
              <a:blip r:embed="rId5"/>
              <a:stretch>
                <a:fillRect/>
              </a:stretch>
            </p:blipFill>
            <p:spPr>
              <a:xfrm>
                <a:off x="2156760" y="2069280"/>
                <a:ext cx="9031680" cy="4685040"/>
              </a:xfrm>
              <a:prstGeom prst="rect">
                <a:avLst/>
              </a:prstGeom>
            </p:spPr>
          </p:pic>
        </mc:Fallback>
      </mc:AlternateContent>
    </p:spTree>
    <p:extLst>
      <p:ext uri="{BB962C8B-B14F-4D97-AF65-F5344CB8AC3E}">
        <p14:creationId xmlns:p14="http://schemas.microsoft.com/office/powerpoint/2010/main" val="42708628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7"/>
          <p:cNvSpPr txBox="1">
            <a:spLocks noGrp="1"/>
          </p:cNvSpPr>
          <p:nvPr>
            <p:ph type="title"/>
          </p:nvPr>
        </p:nvSpPr>
        <p:spPr>
          <a:xfrm>
            <a:off x="838200" y="365125"/>
            <a:ext cx="10515600" cy="84391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IPV6 Packet</a:t>
            </a:r>
            <a:endParaRPr dirty="0"/>
          </a:p>
        </p:txBody>
      </p:sp>
      <p:sp>
        <p:nvSpPr>
          <p:cNvPr id="143" name="Google Shape;143;p7"/>
          <p:cNvSpPr txBox="1">
            <a:spLocks noGrp="1"/>
          </p:cNvSpPr>
          <p:nvPr>
            <p:ph type="body" idx="1"/>
          </p:nvPr>
        </p:nvSpPr>
        <p:spPr>
          <a:xfrm>
            <a:off x="838200" y="1209040"/>
            <a:ext cx="10515600" cy="496792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b="0" i="0" dirty="0">
                <a:latin typeface="Arial"/>
                <a:ea typeface="Arial"/>
                <a:cs typeface="Arial"/>
                <a:sym typeface="Arial"/>
              </a:rPr>
              <a:t>IPv6 packets are typically transmitted over the link layer (i.e., over </a:t>
            </a:r>
            <a:r>
              <a:rPr lang="en-US" b="0" i="0" u="none" strike="noStrike" dirty="0">
                <a:latin typeface="Arial"/>
                <a:ea typeface="Arial"/>
                <a:cs typeface="Arial"/>
                <a:sym typeface="Arial"/>
              </a:rPr>
              <a:t>Ethernet</a:t>
            </a:r>
            <a:r>
              <a:rPr lang="en-US" b="0" i="0" dirty="0">
                <a:latin typeface="Arial"/>
                <a:ea typeface="Arial"/>
                <a:cs typeface="Arial"/>
                <a:sym typeface="Arial"/>
              </a:rPr>
              <a:t> or </a:t>
            </a:r>
            <a:r>
              <a:rPr lang="en-US" b="0" i="0" u="none" strike="noStrike" dirty="0">
                <a:latin typeface="Arial"/>
                <a:ea typeface="Arial"/>
                <a:cs typeface="Arial"/>
                <a:sym typeface="Arial"/>
              </a:rPr>
              <a:t>Wi-Fi</a:t>
            </a:r>
            <a:r>
              <a:rPr lang="en-US" b="0" i="0" dirty="0">
                <a:latin typeface="Arial"/>
                <a:ea typeface="Arial"/>
                <a:cs typeface="Arial"/>
                <a:sym typeface="Arial"/>
              </a:rPr>
              <a:t>), which encapsulates each packet in a </a:t>
            </a:r>
            <a:r>
              <a:rPr lang="en-US" b="0" i="0" u="none" strike="noStrike" dirty="0">
                <a:latin typeface="Arial"/>
                <a:ea typeface="Arial"/>
                <a:cs typeface="Arial"/>
                <a:sym typeface="Arial"/>
              </a:rPr>
              <a:t>frame</a:t>
            </a:r>
            <a:r>
              <a:rPr lang="en-US" b="0" i="0" dirty="0">
                <a:latin typeface="Arial"/>
                <a:ea typeface="Arial"/>
                <a:cs typeface="Arial"/>
                <a:sym typeface="Arial"/>
              </a:rPr>
              <a:t>. </a:t>
            </a:r>
            <a:endParaRPr lang="en-US" b="0" i="0" dirty="0" smtClean="0">
              <a:latin typeface="Arial"/>
              <a:ea typeface="Arial"/>
              <a:cs typeface="Arial"/>
              <a:sym typeface="Arial"/>
            </a:endParaRPr>
          </a:p>
          <a:p>
            <a:pPr marL="228600" lvl="0" indent="-228600" algn="just" rtl="0">
              <a:lnSpc>
                <a:spcPct val="90000"/>
              </a:lnSpc>
              <a:spcBef>
                <a:spcPts val="0"/>
              </a:spcBef>
              <a:spcAft>
                <a:spcPts val="0"/>
              </a:spcAft>
              <a:buClr>
                <a:schemeClr val="dk1"/>
              </a:buClr>
              <a:buSzPts val="2800"/>
              <a:buChar char="•"/>
            </a:pPr>
            <a:r>
              <a:rPr lang="en-US" b="0" i="0" dirty="0" smtClean="0">
                <a:latin typeface="Arial"/>
                <a:ea typeface="Arial"/>
                <a:cs typeface="Arial"/>
                <a:sym typeface="Arial"/>
              </a:rPr>
              <a:t>In </a:t>
            </a:r>
            <a:r>
              <a:rPr lang="en-US" b="0" i="0" dirty="0">
                <a:latin typeface="Arial"/>
                <a:ea typeface="Arial"/>
                <a:cs typeface="Arial"/>
                <a:sym typeface="Arial"/>
              </a:rPr>
              <a:t>contrast to IPv4, </a:t>
            </a:r>
            <a:r>
              <a:rPr lang="en-US" b="0" i="0" u="none" strike="noStrike" dirty="0">
                <a:latin typeface="Arial"/>
                <a:ea typeface="Arial"/>
                <a:cs typeface="Arial"/>
                <a:sym typeface="Arial"/>
              </a:rPr>
              <a:t>routers</a:t>
            </a:r>
            <a:r>
              <a:rPr lang="en-US" b="0" i="0" dirty="0">
                <a:latin typeface="Arial"/>
                <a:ea typeface="Arial"/>
                <a:cs typeface="Arial"/>
                <a:sym typeface="Arial"/>
              </a:rPr>
              <a:t> do not fragment IPv6 packets larger than the </a:t>
            </a:r>
            <a:r>
              <a:rPr lang="en-US" b="0" i="0" u="none" strike="noStrike" dirty="0">
                <a:latin typeface="Arial"/>
                <a:ea typeface="Arial"/>
                <a:cs typeface="Arial"/>
                <a:sym typeface="Arial"/>
              </a:rPr>
              <a:t>maximum transmission unit</a:t>
            </a:r>
            <a:r>
              <a:rPr lang="en-US" b="0" i="0" dirty="0">
                <a:latin typeface="Arial"/>
                <a:ea typeface="Arial"/>
                <a:cs typeface="Arial"/>
                <a:sym typeface="Arial"/>
              </a:rPr>
              <a:t> (MTU), it is the sole responsibility of the originating node. A minimum MTU of 1,280 </a:t>
            </a:r>
            <a:r>
              <a:rPr lang="en-US" b="0" i="0" u="none" strike="noStrike" dirty="0">
                <a:latin typeface="Arial"/>
                <a:ea typeface="Arial"/>
                <a:cs typeface="Arial"/>
                <a:sym typeface="Arial"/>
              </a:rPr>
              <a:t>bytes</a:t>
            </a:r>
            <a:r>
              <a:rPr lang="en-US" b="0" i="0" dirty="0">
                <a:latin typeface="Arial"/>
                <a:ea typeface="Arial"/>
                <a:cs typeface="Arial"/>
                <a:sym typeface="Arial"/>
              </a:rPr>
              <a:t> is mandated by IPv6, but </a:t>
            </a:r>
            <a:r>
              <a:rPr lang="en-US" b="0" i="0" u="none" strike="noStrike" dirty="0">
                <a:latin typeface="Arial"/>
                <a:ea typeface="Arial"/>
                <a:cs typeface="Arial"/>
                <a:sym typeface="Arial"/>
              </a:rPr>
              <a:t>hosts</a:t>
            </a:r>
            <a:r>
              <a:rPr lang="en-US" b="0" i="0" dirty="0">
                <a:latin typeface="Arial"/>
                <a:ea typeface="Arial"/>
                <a:cs typeface="Arial"/>
                <a:sym typeface="Arial"/>
              </a:rPr>
              <a:t> are "strongly recommended" to use </a:t>
            </a:r>
            <a:r>
              <a:rPr lang="en-US" b="0" i="0" u="none" strike="noStrike" dirty="0">
                <a:latin typeface="Arial"/>
                <a:ea typeface="Arial"/>
                <a:cs typeface="Arial"/>
                <a:sym typeface="Arial"/>
              </a:rPr>
              <a:t>Path MTU Discovery</a:t>
            </a:r>
            <a:r>
              <a:rPr lang="en-US" b="0" i="0" dirty="0">
                <a:latin typeface="Arial"/>
                <a:ea typeface="Arial"/>
                <a:cs typeface="Arial"/>
                <a:sym typeface="Arial"/>
              </a:rPr>
              <a:t> to take advantage of MTUs greater than the minimum.</a:t>
            </a:r>
            <a:endParaRPr dirty="0"/>
          </a:p>
        </p:txBody>
      </p:sp>
      <p:sp>
        <p:nvSpPr>
          <p:cNvPr id="144" name="Google Shape;14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45" name="Google Shape;14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46" name="Google Shape;14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8272063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txBox="1">
            <a:spLocks noGrp="1"/>
          </p:cNvSpPr>
          <p:nvPr>
            <p:ph type="title"/>
          </p:nvPr>
        </p:nvSpPr>
        <p:spPr>
          <a:xfrm>
            <a:off x="838200" y="365125"/>
            <a:ext cx="10515600" cy="9649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IPv4 vs IPv6 Header</a:t>
            </a:r>
            <a:endParaRPr/>
          </a:p>
        </p:txBody>
      </p:sp>
      <p:pic>
        <p:nvPicPr>
          <p:cNvPr id="152" name="Google Shape;152;p8"/>
          <p:cNvPicPr preferRelativeResize="0">
            <a:picLocks noGrp="1"/>
          </p:cNvPicPr>
          <p:nvPr>
            <p:ph type="body" idx="1"/>
          </p:nvPr>
        </p:nvPicPr>
        <p:blipFill rotWithShape="1">
          <a:blip r:embed="rId3">
            <a:alphaModFix/>
          </a:blip>
          <a:srcRect/>
          <a:stretch/>
        </p:blipFill>
        <p:spPr>
          <a:xfrm>
            <a:off x="89946" y="1171291"/>
            <a:ext cx="12333748" cy="5229509"/>
          </a:xfrm>
          <a:prstGeom prst="rect">
            <a:avLst/>
          </a:prstGeom>
          <a:noFill/>
          <a:ln>
            <a:noFill/>
          </a:ln>
        </p:spPr>
      </p:pic>
      <p:sp>
        <p:nvSpPr>
          <p:cNvPr id="153" name="Google Shape;15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54" name="Google Shape;15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55" name="Google Shape;15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2062269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txBox="1">
            <a:spLocks noGrp="1"/>
          </p:cNvSpPr>
          <p:nvPr>
            <p:ph type="title"/>
          </p:nvPr>
        </p:nvSpPr>
        <p:spPr>
          <a:xfrm>
            <a:off x="838200" y="365125"/>
            <a:ext cx="10515600" cy="83375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IPv6 Packet: Fixed header</a:t>
            </a:r>
            <a:endParaRPr b="1"/>
          </a:p>
        </p:txBody>
      </p:sp>
      <p:sp>
        <p:nvSpPr>
          <p:cNvPr id="161" name="Google Shape;161;p9"/>
          <p:cNvSpPr txBox="1">
            <a:spLocks noGrp="1"/>
          </p:cNvSpPr>
          <p:nvPr>
            <p:ph type="body" idx="1"/>
          </p:nvPr>
        </p:nvSpPr>
        <p:spPr>
          <a:xfrm>
            <a:off x="314960" y="1198880"/>
            <a:ext cx="11694160" cy="56591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02122"/>
              </a:buClr>
              <a:buSzPts val="2000"/>
              <a:buChar char="•"/>
            </a:pPr>
            <a:r>
              <a:rPr lang="en-US" sz="2000" b="0" i="0">
                <a:solidFill>
                  <a:srgbClr val="202122"/>
                </a:solidFill>
                <a:latin typeface="Arial"/>
                <a:ea typeface="Arial"/>
                <a:cs typeface="Arial"/>
                <a:sym typeface="Arial"/>
              </a:rPr>
              <a:t>The fixed header starts an IPv6 packet and has a size of 40 bytes (</a:t>
            </a:r>
            <a:r>
              <a:rPr lang="en-US" sz="2000" b="0" i="0">
                <a:latin typeface="Arial"/>
                <a:ea typeface="Arial"/>
                <a:cs typeface="Arial"/>
                <a:sym typeface="Arial"/>
              </a:rPr>
              <a:t>octets) / (320 </a:t>
            </a:r>
            <a:r>
              <a:rPr lang="en-US" sz="2000" b="0" i="0" u="none" strike="noStrike">
                <a:latin typeface="Arial"/>
                <a:ea typeface="Arial"/>
                <a:cs typeface="Arial"/>
                <a:sym typeface="Arial"/>
              </a:rPr>
              <a:t>bits</a:t>
            </a:r>
            <a:r>
              <a:rPr lang="en-US" sz="2000" b="0" i="0">
                <a:latin typeface="Arial"/>
                <a:ea typeface="Arial"/>
                <a:cs typeface="Arial"/>
                <a:sym typeface="Arial"/>
              </a:rPr>
              <a:t>)</a:t>
            </a:r>
            <a:endParaRPr/>
          </a:p>
          <a:p>
            <a:pPr marL="228600" lvl="0" indent="-50800" algn="l" rtl="0">
              <a:lnSpc>
                <a:spcPct val="90000"/>
              </a:lnSpc>
              <a:spcBef>
                <a:spcPts val="1000"/>
              </a:spcBef>
              <a:spcAft>
                <a:spcPts val="0"/>
              </a:spcAft>
              <a:buClr>
                <a:schemeClr val="dk1"/>
              </a:buClr>
              <a:buSzPts val="2800"/>
              <a:buNone/>
            </a:pPr>
            <a:endParaRPr/>
          </a:p>
        </p:txBody>
      </p:sp>
      <p:pic>
        <p:nvPicPr>
          <p:cNvPr id="162" name="Google Shape;162;p9"/>
          <p:cNvPicPr preferRelativeResize="0"/>
          <p:nvPr/>
        </p:nvPicPr>
        <p:blipFill rotWithShape="1">
          <a:blip r:embed="rId3">
            <a:alphaModFix/>
          </a:blip>
          <a:srcRect/>
          <a:stretch/>
        </p:blipFill>
        <p:spPr>
          <a:xfrm>
            <a:off x="182880" y="1524001"/>
            <a:ext cx="11826240" cy="5333999"/>
          </a:xfrm>
          <a:prstGeom prst="rect">
            <a:avLst/>
          </a:prstGeom>
          <a:noFill/>
          <a:ln>
            <a:noFill/>
          </a:ln>
        </p:spPr>
      </p:pic>
      <p:sp>
        <p:nvSpPr>
          <p:cNvPr id="163" name="Google Shape;1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64" name="Google Shape;1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65" name="Google Shape;1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3095007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a:spLocks noGrp="1"/>
          </p:cNvSpPr>
          <p:nvPr>
            <p:ph type="title"/>
          </p:nvPr>
        </p:nvSpPr>
        <p:spPr>
          <a:xfrm>
            <a:off x="838200" y="365125"/>
            <a:ext cx="10515600" cy="8032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IPv6 Packet: Fixed header</a:t>
            </a:r>
            <a:endParaRPr/>
          </a:p>
        </p:txBody>
      </p:sp>
      <p:sp>
        <p:nvSpPr>
          <p:cNvPr id="171" name="Google Shape;171;p10"/>
          <p:cNvSpPr txBox="1">
            <a:spLocks noGrp="1"/>
          </p:cNvSpPr>
          <p:nvPr>
            <p:ph type="body" idx="1"/>
          </p:nvPr>
        </p:nvSpPr>
        <p:spPr>
          <a:xfrm>
            <a:off x="838200" y="1066800"/>
            <a:ext cx="10515600" cy="511016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rgbClr val="202122"/>
              </a:buClr>
              <a:buSzPts val="3200"/>
              <a:buChar char="•"/>
            </a:pPr>
            <a:r>
              <a:rPr lang="en-US" sz="3200" b="1" i="1" dirty="0">
                <a:solidFill>
                  <a:srgbClr val="202122"/>
                </a:solidFill>
                <a:latin typeface="Arial"/>
                <a:ea typeface="Arial"/>
                <a:cs typeface="Arial"/>
                <a:sym typeface="Arial"/>
              </a:rPr>
              <a:t>Version</a:t>
            </a:r>
            <a:r>
              <a:rPr lang="en-US" sz="3200" b="1" i="0" dirty="0">
                <a:solidFill>
                  <a:srgbClr val="202122"/>
                </a:solidFill>
                <a:latin typeface="Arial"/>
                <a:ea typeface="Arial"/>
                <a:cs typeface="Arial"/>
                <a:sym typeface="Arial"/>
              </a:rPr>
              <a:t> (4 bits)</a:t>
            </a:r>
            <a:endParaRPr dirty="0"/>
          </a:p>
          <a:p>
            <a:pPr marL="685800" lvl="1" indent="-228600" algn="just" rtl="0">
              <a:lnSpc>
                <a:spcPct val="90000"/>
              </a:lnSpc>
              <a:spcBef>
                <a:spcPts val="500"/>
              </a:spcBef>
              <a:spcAft>
                <a:spcPts val="0"/>
              </a:spcAft>
              <a:buClr>
                <a:srgbClr val="202122"/>
              </a:buClr>
              <a:buSzPts val="2800"/>
              <a:buChar char="•"/>
            </a:pPr>
            <a:r>
              <a:rPr lang="en-US" sz="2800" b="0" i="0" dirty="0">
                <a:solidFill>
                  <a:srgbClr val="202122"/>
                </a:solidFill>
                <a:latin typeface="Arial"/>
                <a:ea typeface="Arial"/>
                <a:cs typeface="Arial"/>
                <a:sym typeface="Arial"/>
              </a:rPr>
              <a:t>The constant 6 (bit sequence 0110)</a:t>
            </a:r>
            <a:endParaRPr sz="2800" b="1" i="0" dirty="0">
              <a:solidFill>
                <a:srgbClr val="202122"/>
              </a:solidFill>
              <a:latin typeface="Arial"/>
              <a:ea typeface="Arial"/>
              <a:cs typeface="Arial"/>
              <a:sym typeface="Arial"/>
            </a:endParaRPr>
          </a:p>
          <a:p>
            <a:pPr marL="228600" lvl="0" indent="-228600" algn="just" rtl="0">
              <a:lnSpc>
                <a:spcPct val="90000"/>
              </a:lnSpc>
              <a:spcBef>
                <a:spcPts val="1000"/>
              </a:spcBef>
              <a:spcAft>
                <a:spcPts val="0"/>
              </a:spcAft>
              <a:buClr>
                <a:srgbClr val="202122"/>
              </a:buClr>
              <a:buSzPts val="3200"/>
              <a:buChar char="•"/>
            </a:pPr>
            <a:r>
              <a:rPr lang="en-US" sz="3200" b="1" i="1" dirty="0">
                <a:solidFill>
                  <a:srgbClr val="202122"/>
                </a:solidFill>
                <a:latin typeface="Arial"/>
                <a:ea typeface="Arial"/>
                <a:cs typeface="Arial"/>
                <a:sym typeface="Arial"/>
              </a:rPr>
              <a:t>Traffic Class</a:t>
            </a:r>
            <a:r>
              <a:rPr lang="en-US" sz="3200" b="1" i="0" dirty="0">
                <a:solidFill>
                  <a:srgbClr val="202122"/>
                </a:solidFill>
                <a:latin typeface="Arial"/>
                <a:ea typeface="Arial"/>
                <a:cs typeface="Arial"/>
                <a:sym typeface="Arial"/>
              </a:rPr>
              <a:t> (6+2 bits)</a:t>
            </a:r>
            <a:endParaRPr dirty="0"/>
          </a:p>
          <a:p>
            <a:pPr marL="685800" lvl="1" indent="-228600" algn="just" rtl="0">
              <a:lnSpc>
                <a:spcPct val="90000"/>
              </a:lnSpc>
              <a:spcBef>
                <a:spcPts val="500"/>
              </a:spcBef>
              <a:spcAft>
                <a:spcPts val="0"/>
              </a:spcAft>
              <a:buClr>
                <a:srgbClr val="202122"/>
              </a:buClr>
              <a:buSzPts val="2800"/>
              <a:buChar char="•"/>
            </a:pPr>
            <a:r>
              <a:rPr lang="en-US" sz="2800" b="0" i="0" dirty="0">
                <a:solidFill>
                  <a:srgbClr val="202122"/>
                </a:solidFill>
                <a:latin typeface="Arial"/>
                <a:ea typeface="Arial"/>
                <a:cs typeface="Arial"/>
                <a:sym typeface="Arial"/>
              </a:rPr>
              <a:t>The bits of this field hold two values. The six most-significant bits hold the </a:t>
            </a:r>
            <a:r>
              <a:rPr lang="en-US" sz="2800" b="1" i="0" u="none" strike="noStrike" dirty="0">
                <a:latin typeface="Arial"/>
                <a:ea typeface="Arial"/>
                <a:cs typeface="Arial"/>
                <a:sym typeface="Arial"/>
              </a:rPr>
              <a:t>differentiated services</a:t>
            </a:r>
            <a:r>
              <a:rPr lang="en-US" sz="2800" b="0" i="0" u="none" strike="noStrike" dirty="0">
                <a:latin typeface="Arial"/>
                <a:ea typeface="Arial"/>
                <a:cs typeface="Arial"/>
                <a:sym typeface="Arial"/>
              </a:rPr>
              <a:t> field</a:t>
            </a:r>
            <a:r>
              <a:rPr lang="en-US" sz="2800" b="0" i="0" dirty="0">
                <a:latin typeface="Arial"/>
                <a:ea typeface="Arial"/>
                <a:cs typeface="Arial"/>
                <a:sym typeface="Arial"/>
              </a:rPr>
              <a:t> </a:t>
            </a:r>
            <a:r>
              <a:rPr lang="en-US" sz="2800" b="0" i="0" dirty="0">
                <a:solidFill>
                  <a:srgbClr val="202122"/>
                </a:solidFill>
                <a:latin typeface="Arial"/>
                <a:ea typeface="Arial"/>
                <a:cs typeface="Arial"/>
                <a:sym typeface="Arial"/>
              </a:rPr>
              <a:t>(DS field), which is used to classify packets. This replaces </a:t>
            </a:r>
            <a:r>
              <a:rPr lang="en-US" sz="2800" b="0" i="0" dirty="0" err="1">
                <a:solidFill>
                  <a:srgbClr val="202122"/>
                </a:solidFill>
                <a:latin typeface="Arial"/>
                <a:ea typeface="Arial"/>
                <a:cs typeface="Arial"/>
                <a:sym typeface="Arial"/>
              </a:rPr>
              <a:t>ToS</a:t>
            </a:r>
            <a:r>
              <a:rPr lang="en-US" sz="2800" b="0" i="0" dirty="0">
                <a:solidFill>
                  <a:srgbClr val="202122"/>
                </a:solidFill>
                <a:latin typeface="Arial"/>
                <a:ea typeface="Arial"/>
                <a:cs typeface="Arial"/>
                <a:sym typeface="Arial"/>
              </a:rPr>
              <a:t> field of IPV4 to let the router know what services should be provided to this packet. </a:t>
            </a:r>
            <a:endParaRPr sz="2800" b="0" i="0" dirty="0">
              <a:solidFill>
                <a:srgbClr val="202122"/>
              </a:solidFill>
              <a:latin typeface="Arial"/>
              <a:ea typeface="Arial"/>
              <a:cs typeface="Arial"/>
              <a:sym typeface="Arial"/>
            </a:endParaRPr>
          </a:p>
          <a:p>
            <a:pPr marL="685800" lvl="1" indent="-228600" algn="just" rtl="0">
              <a:lnSpc>
                <a:spcPct val="90000"/>
              </a:lnSpc>
              <a:spcBef>
                <a:spcPts val="500"/>
              </a:spcBef>
              <a:spcAft>
                <a:spcPts val="0"/>
              </a:spcAft>
              <a:buClr>
                <a:srgbClr val="202122"/>
              </a:buClr>
              <a:buSzPts val="2800"/>
              <a:buChar char="•"/>
            </a:pPr>
            <a:r>
              <a:rPr lang="en-US" sz="2800" b="0" i="0" dirty="0">
                <a:solidFill>
                  <a:srgbClr val="202122"/>
                </a:solidFill>
                <a:latin typeface="Arial"/>
                <a:ea typeface="Arial"/>
                <a:cs typeface="Arial"/>
                <a:sym typeface="Arial"/>
              </a:rPr>
              <a:t>The remaining two bits are used for </a:t>
            </a:r>
            <a:r>
              <a:rPr lang="en-US" sz="2800" b="0" i="0" u="none" strike="noStrike" dirty="0">
                <a:latin typeface="Arial"/>
                <a:ea typeface="Arial"/>
                <a:cs typeface="Arial"/>
                <a:sym typeface="Arial"/>
              </a:rPr>
              <a:t>Explicit Congestion Notification</a:t>
            </a:r>
            <a:r>
              <a:rPr lang="en-US" sz="2800" b="0" i="0" dirty="0">
                <a:latin typeface="Arial"/>
                <a:ea typeface="Arial"/>
                <a:cs typeface="Arial"/>
                <a:sym typeface="Arial"/>
              </a:rPr>
              <a:t> </a:t>
            </a:r>
            <a:r>
              <a:rPr lang="en-US" sz="2800" b="0" i="0" dirty="0">
                <a:solidFill>
                  <a:srgbClr val="202122"/>
                </a:solidFill>
                <a:latin typeface="Arial"/>
                <a:ea typeface="Arial"/>
                <a:cs typeface="Arial"/>
                <a:sym typeface="Arial"/>
              </a:rPr>
              <a:t>(ECN); priority values subdivide into ranges: traffic where the source provides congestion control and non-congestion control traffic.</a:t>
            </a:r>
            <a:endParaRPr sz="2800" b="1" i="0" dirty="0">
              <a:solidFill>
                <a:srgbClr val="202122"/>
              </a:solidFill>
              <a:latin typeface="Arial"/>
              <a:ea typeface="Arial"/>
              <a:cs typeface="Arial"/>
              <a:sym typeface="Arial"/>
            </a:endParaRPr>
          </a:p>
          <a:p>
            <a:pPr marL="0" lvl="0" indent="0" algn="l" rtl="0">
              <a:lnSpc>
                <a:spcPct val="90000"/>
              </a:lnSpc>
              <a:spcBef>
                <a:spcPts val="1000"/>
              </a:spcBef>
              <a:spcAft>
                <a:spcPts val="0"/>
              </a:spcAft>
              <a:buClr>
                <a:schemeClr val="dk1"/>
              </a:buClr>
              <a:buSzPts val="2800"/>
              <a:buNone/>
            </a:pPr>
            <a:endParaRPr dirty="0"/>
          </a:p>
        </p:txBody>
      </p:sp>
      <p:sp>
        <p:nvSpPr>
          <p:cNvPr id="172" name="Google Shape;17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73" name="Google Shape;1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74" name="Google Shape;17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4380574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1"/>
          <p:cNvSpPr txBox="1">
            <a:spLocks noGrp="1"/>
          </p:cNvSpPr>
          <p:nvPr>
            <p:ph type="title"/>
          </p:nvPr>
        </p:nvSpPr>
        <p:spPr>
          <a:xfrm>
            <a:off x="838200" y="237393"/>
            <a:ext cx="10515600" cy="65942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b="1" dirty="0"/>
              <a:t>IPv6 Packet: Fixed header</a:t>
            </a:r>
            <a:endParaRPr dirty="0"/>
          </a:p>
        </p:txBody>
      </p:sp>
      <p:sp>
        <p:nvSpPr>
          <p:cNvPr id="180" name="Google Shape;180;p11"/>
          <p:cNvSpPr txBox="1">
            <a:spLocks noGrp="1"/>
          </p:cNvSpPr>
          <p:nvPr>
            <p:ph type="body" idx="1"/>
          </p:nvPr>
        </p:nvSpPr>
        <p:spPr>
          <a:xfrm>
            <a:off x="838200" y="896816"/>
            <a:ext cx="10515600" cy="528014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202122"/>
              </a:buClr>
              <a:buSzPts val="3200"/>
              <a:buChar char="•"/>
            </a:pPr>
            <a:r>
              <a:rPr lang="en-US" sz="3200" b="1" i="1" dirty="0">
                <a:solidFill>
                  <a:srgbClr val="202122"/>
                </a:solidFill>
                <a:latin typeface="Arial"/>
                <a:ea typeface="Arial"/>
                <a:cs typeface="Arial"/>
                <a:sym typeface="Arial"/>
              </a:rPr>
              <a:t>Flow Label</a:t>
            </a:r>
            <a:r>
              <a:rPr lang="en-US" sz="3200" b="1" i="0" dirty="0">
                <a:solidFill>
                  <a:srgbClr val="202122"/>
                </a:solidFill>
                <a:latin typeface="Arial"/>
                <a:ea typeface="Arial"/>
                <a:cs typeface="Arial"/>
                <a:sym typeface="Arial"/>
              </a:rPr>
              <a:t> (20 bits)</a:t>
            </a:r>
            <a:endParaRPr dirty="0"/>
          </a:p>
          <a:p>
            <a:pPr marL="685800" lvl="1" indent="-228600" algn="just" rtl="0">
              <a:lnSpc>
                <a:spcPct val="90000"/>
              </a:lnSpc>
              <a:spcBef>
                <a:spcPts val="500"/>
              </a:spcBef>
              <a:spcAft>
                <a:spcPts val="0"/>
              </a:spcAft>
              <a:buClr>
                <a:srgbClr val="202122"/>
              </a:buClr>
              <a:buSzPts val="2800"/>
              <a:buChar char="•"/>
            </a:pPr>
            <a:r>
              <a:rPr lang="en-US" sz="2800" b="0" i="0" dirty="0">
                <a:solidFill>
                  <a:srgbClr val="202122"/>
                </a:solidFill>
                <a:latin typeface="Arial"/>
                <a:ea typeface="Arial"/>
                <a:cs typeface="Arial"/>
                <a:sym typeface="Arial"/>
              </a:rPr>
              <a:t>This is used to identify the sequence of packets. It helps in prioritizing packet delivery and providing real time service. The vital packets can be delivered ahead of the lower priority packets. The special flow label 0 means the packet does not belong to any flow. Else it identifies flow by source address and port, destination address and port, protocol (value of the last </a:t>
            </a:r>
            <a:r>
              <a:rPr lang="en-US" sz="2800" b="0" i="1" dirty="0">
                <a:solidFill>
                  <a:srgbClr val="202122"/>
                </a:solidFill>
                <a:latin typeface="Arial"/>
                <a:ea typeface="Arial"/>
                <a:cs typeface="Arial"/>
                <a:sym typeface="Arial"/>
              </a:rPr>
              <a:t>Next Header</a:t>
            </a:r>
            <a:r>
              <a:rPr lang="en-US" sz="2800" b="0" i="0" dirty="0">
                <a:solidFill>
                  <a:srgbClr val="202122"/>
                </a:solidFill>
                <a:latin typeface="Arial"/>
                <a:ea typeface="Arial"/>
                <a:cs typeface="Arial"/>
                <a:sym typeface="Arial"/>
              </a:rPr>
              <a:t> field). </a:t>
            </a:r>
            <a:endParaRPr sz="2800" b="1" i="0" dirty="0">
              <a:solidFill>
                <a:srgbClr val="202122"/>
              </a:solidFill>
              <a:latin typeface="Arial"/>
              <a:ea typeface="Arial"/>
              <a:cs typeface="Arial"/>
              <a:sym typeface="Arial"/>
            </a:endParaRPr>
          </a:p>
          <a:p>
            <a:pPr marL="228600" lvl="0" indent="-228600" algn="l" rtl="0">
              <a:lnSpc>
                <a:spcPct val="90000"/>
              </a:lnSpc>
              <a:spcBef>
                <a:spcPts val="1000"/>
              </a:spcBef>
              <a:spcAft>
                <a:spcPts val="0"/>
              </a:spcAft>
              <a:buClr>
                <a:srgbClr val="202122"/>
              </a:buClr>
              <a:buSzPts val="3200"/>
              <a:buChar char="•"/>
            </a:pPr>
            <a:r>
              <a:rPr lang="en-US" sz="3200" b="1" i="1" dirty="0">
                <a:solidFill>
                  <a:srgbClr val="202122"/>
                </a:solidFill>
                <a:latin typeface="Arial"/>
                <a:ea typeface="Arial"/>
                <a:cs typeface="Arial"/>
                <a:sym typeface="Arial"/>
              </a:rPr>
              <a:t>Payload Length</a:t>
            </a:r>
            <a:r>
              <a:rPr lang="en-US" sz="3200" b="1" i="0" dirty="0">
                <a:solidFill>
                  <a:srgbClr val="202122"/>
                </a:solidFill>
                <a:latin typeface="Arial"/>
                <a:ea typeface="Arial"/>
                <a:cs typeface="Arial"/>
                <a:sym typeface="Arial"/>
              </a:rPr>
              <a:t> (16 bits)</a:t>
            </a:r>
            <a:endParaRPr dirty="0"/>
          </a:p>
          <a:p>
            <a:pPr marL="685800" lvl="1" indent="-228600" algn="just" rtl="0">
              <a:lnSpc>
                <a:spcPct val="90000"/>
              </a:lnSpc>
              <a:spcBef>
                <a:spcPts val="500"/>
              </a:spcBef>
              <a:spcAft>
                <a:spcPts val="0"/>
              </a:spcAft>
              <a:buClr>
                <a:srgbClr val="202122"/>
              </a:buClr>
              <a:buSzPts val="2800"/>
              <a:buChar char="•"/>
            </a:pPr>
            <a:r>
              <a:rPr lang="en-US" sz="2800" b="0" i="0" dirty="0">
                <a:solidFill>
                  <a:srgbClr val="202122"/>
                </a:solidFill>
                <a:latin typeface="Arial"/>
                <a:ea typeface="Arial"/>
                <a:cs typeface="Arial"/>
                <a:sym typeface="Arial"/>
              </a:rPr>
              <a:t>The size of the payload in bytes, including any extension headers. This identifies the length of the IPv6 payload (the rest of the packet following the IPV6 header). It is used in place of TLEN of IPv4.</a:t>
            </a:r>
            <a:endParaRPr sz="2800" dirty="0"/>
          </a:p>
        </p:txBody>
      </p:sp>
      <p:sp>
        <p:nvSpPr>
          <p:cNvPr id="181" name="Google Shape;18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82" name="Google Shape;18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83" name="Google Shape;18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674904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2"/>
          <p:cNvSpPr txBox="1">
            <a:spLocks noGrp="1"/>
          </p:cNvSpPr>
          <p:nvPr>
            <p:ph type="title"/>
          </p:nvPr>
        </p:nvSpPr>
        <p:spPr>
          <a:xfrm>
            <a:off x="838200" y="365125"/>
            <a:ext cx="10515600" cy="8032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IPv6 Packet: Fixed header</a:t>
            </a:r>
            <a:endParaRPr/>
          </a:p>
        </p:txBody>
      </p:sp>
      <p:sp>
        <p:nvSpPr>
          <p:cNvPr id="189" name="Google Shape;189;p12"/>
          <p:cNvSpPr txBox="1">
            <a:spLocks noGrp="1"/>
          </p:cNvSpPr>
          <p:nvPr>
            <p:ph type="body" idx="1"/>
          </p:nvPr>
        </p:nvSpPr>
        <p:spPr>
          <a:xfrm>
            <a:off x="838200" y="1168400"/>
            <a:ext cx="10515600" cy="50085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202122"/>
              </a:buClr>
              <a:buSzPts val="3200"/>
              <a:buChar char="•"/>
            </a:pPr>
            <a:r>
              <a:rPr lang="en-US" sz="3200" b="1" i="1">
                <a:solidFill>
                  <a:srgbClr val="202122"/>
                </a:solidFill>
                <a:latin typeface="Arial"/>
                <a:ea typeface="Arial"/>
                <a:cs typeface="Arial"/>
                <a:sym typeface="Arial"/>
              </a:rPr>
              <a:t>Next Header</a:t>
            </a:r>
            <a:r>
              <a:rPr lang="en-US" sz="3200" b="1" i="0">
                <a:solidFill>
                  <a:srgbClr val="202122"/>
                </a:solidFill>
                <a:latin typeface="Arial"/>
                <a:ea typeface="Arial"/>
                <a:cs typeface="Arial"/>
                <a:sym typeface="Arial"/>
              </a:rPr>
              <a:t> (8 bits)</a:t>
            </a:r>
            <a:endParaRPr/>
          </a:p>
          <a:p>
            <a:pPr marL="685800" lvl="1" indent="-228600" algn="just" rtl="0">
              <a:lnSpc>
                <a:spcPct val="90000"/>
              </a:lnSpc>
              <a:spcBef>
                <a:spcPts val="500"/>
              </a:spcBef>
              <a:spcAft>
                <a:spcPts val="0"/>
              </a:spcAft>
              <a:buClr>
                <a:srgbClr val="202122"/>
              </a:buClr>
              <a:buSzPts val="2800"/>
              <a:buChar char="•"/>
            </a:pPr>
            <a:r>
              <a:rPr lang="en-US" sz="2800" b="0" i="0">
                <a:solidFill>
                  <a:srgbClr val="202122"/>
                </a:solidFill>
                <a:latin typeface="Arial"/>
                <a:ea typeface="Arial"/>
                <a:cs typeface="Arial"/>
                <a:sym typeface="Arial"/>
              </a:rPr>
              <a:t>This is similar to the protocol field in IPv4 header. Specifies the type of the extension header that follows th</a:t>
            </a:r>
            <a:r>
              <a:rPr lang="en-US" sz="2800">
                <a:solidFill>
                  <a:srgbClr val="202122"/>
                </a:solidFill>
                <a:latin typeface="Arial"/>
                <a:ea typeface="Arial"/>
                <a:cs typeface="Arial"/>
                <a:sym typeface="Arial"/>
              </a:rPr>
              <a:t>e primary IPv6 header.</a:t>
            </a:r>
            <a:r>
              <a:rPr lang="en-US" sz="2800" b="0" i="0">
                <a:solidFill>
                  <a:srgbClr val="202122"/>
                </a:solidFill>
                <a:latin typeface="Arial"/>
                <a:ea typeface="Arial"/>
                <a:cs typeface="Arial"/>
                <a:sym typeface="Arial"/>
              </a:rPr>
              <a:t> This field usually specifies the </a:t>
            </a:r>
            <a:r>
              <a:rPr lang="en-US" sz="2800" b="0" i="0" u="none" strike="noStrike">
                <a:latin typeface="Arial"/>
                <a:ea typeface="Arial"/>
                <a:cs typeface="Arial"/>
                <a:sym typeface="Arial"/>
              </a:rPr>
              <a:t>transport layer</a:t>
            </a:r>
            <a:r>
              <a:rPr lang="en-US" sz="2800" b="0" i="0">
                <a:latin typeface="Arial"/>
                <a:ea typeface="Arial"/>
                <a:cs typeface="Arial"/>
                <a:sym typeface="Arial"/>
              </a:rPr>
              <a:t> </a:t>
            </a:r>
            <a:r>
              <a:rPr lang="en-US" sz="2800" b="0" i="0">
                <a:solidFill>
                  <a:srgbClr val="202122"/>
                </a:solidFill>
                <a:latin typeface="Arial"/>
                <a:ea typeface="Arial"/>
                <a:cs typeface="Arial"/>
                <a:sym typeface="Arial"/>
              </a:rPr>
              <a:t>protocol used by a packet's payload. When extension headers are present in the packet this field indicates which extension header follows. </a:t>
            </a:r>
            <a:endParaRPr sz="2800" b="0" i="0">
              <a:solidFill>
                <a:srgbClr val="202122"/>
              </a:solidFill>
              <a:latin typeface="Arial"/>
              <a:ea typeface="Arial"/>
              <a:cs typeface="Arial"/>
              <a:sym typeface="Arial"/>
            </a:endParaRPr>
          </a:p>
          <a:p>
            <a:pPr marL="685800" lvl="1" indent="-50800" algn="just" rtl="0">
              <a:lnSpc>
                <a:spcPct val="90000"/>
              </a:lnSpc>
              <a:spcBef>
                <a:spcPts val="500"/>
              </a:spcBef>
              <a:spcAft>
                <a:spcPts val="0"/>
              </a:spcAft>
              <a:buClr>
                <a:schemeClr val="dk1"/>
              </a:buClr>
              <a:buSzPts val="2800"/>
              <a:buNone/>
            </a:pPr>
            <a:endParaRPr sz="2800" b="1" i="0">
              <a:solidFill>
                <a:srgbClr val="202122"/>
              </a:solidFill>
              <a:latin typeface="Arial"/>
              <a:ea typeface="Arial"/>
              <a:cs typeface="Arial"/>
              <a:sym typeface="Arial"/>
            </a:endParaRPr>
          </a:p>
        </p:txBody>
      </p:sp>
      <p:sp>
        <p:nvSpPr>
          <p:cNvPr id="190" name="Google Shape;19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91" name="Google Shape;19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92" name="Google Shape;19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777159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838200" y="365126"/>
            <a:ext cx="10515600" cy="92334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202122"/>
              </a:buClr>
              <a:buSzPct val="100000"/>
              <a:buFont typeface="Arial"/>
              <a:buNone/>
            </a:pPr>
            <a:r>
              <a:rPr lang="en-US" b="1" i="1">
                <a:solidFill>
                  <a:srgbClr val="202122"/>
                </a:solidFill>
                <a:latin typeface="Arial"/>
                <a:ea typeface="Arial"/>
                <a:cs typeface="Arial"/>
                <a:sym typeface="Arial"/>
              </a:rPr>
              <a:t>Next Header</a:t>
            </a:r>
            <a:r>
              <a:rPr lang="en-US" b="1">
                <a:solidFill>
                  <a:srgbClr val="202122"/>
                </a:solidFill>
                <a:latin typeface="Arial"/>
                <a:ea typeface="Arial"/>
                <a:cs typeface="Arial"/>
                <a:sym typeface="Arial"/>
              </a:rPr>
              <a:t> (8 bits)</a:t>
            </a:r>
            <a:br>
              <a:rPr lang="en-US" b="1">
                <a:solidFill>
                  <a:srgbClr val="202122"/>
                </a:solidFill>
                <a:latin typeface="Arial"/>
                <a:ea typeface="Arial"/>
                <a:cs typeface="Arial"/>
                <a:sym typeface="Arial"/>
              </a:rPr>
            </a:br>
            <a:endParaRPr/>
          </a:p>
        </p:txBody>
      </p:sp>
      <p:sp>
        <p:nvSpPr>
          <p:cNvPr id="198" name="Google Shape;19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199" name="Google Shape;19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200" name="Google Shape;20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201" name="Google Shape;201;p13" descr="Header Format and Extension Header in IPv6 [7] | Download Scientific Diagram"/>
          <p:cNvPicPr preferRelativeResize="0">
            <a:picLocks noGrp="1"/>
          </p:cNvPicPr>
          <p:nvPr>
            <p:ph type="body" idx="1"/>
          </p:nvPr>
        </p:nvPicPr>
        <p:blipFill rotWithShape="1">
          <a:blip r:embed="rId3">
            <a:alphaModFix/>
          </a:blip>
          <a:srcRect/>
          <a:stretch/>
        </p:blipFill>
        <p:spPr>
          <a:xfrm>
            <a:off x="1343891" y="845127"/>
            <a:ext cx="8756072" cy="5290273"/>
          </a:xfrm>
          <a:prstGeom prst="rect">
            <a:avLst/>
          </a:prstGeom>
          <a:noFill/>
          <a:ln>
            <a:noFill/>
          </a:ln>
        </p:spPr>
      </p:pic>
    </p:spTree>
    <p:extLst>
      <p:ext uri="{BB962C8B-B14F-4D97-AF65-F5344CB8AC3E}">
        <p14:creationId xmlns:p14="http://schemas.microsoft.com/office/powerpoint/2010/main" val="2128480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4"/>
          <p:cNvSpPr txBox="1">
            <a:spLocks noGrp="1"/>
          </p:cNvSpPr>
          <p:nvPr>
            <p:ph type="title"/>
          </p:nvPr>
        </p:nvSpPr>
        <p:spPr>
          <a:xfrm>
            <a:off x="838200" y="365126"/>
            <a:ext cx="10515600" cy="8402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Extension Headers (EH) in IPv6 packets</a:t>
            </a:r>
            <a:endParaRPr/>
          </a:p>
        </p:txBody>
      </p:sp>
      <p:pic>
        <p:nvPicPr>
          <p:cNvPr id="207" name="Google Shape;207;p14"/>
          <p:cNvPicPr preferRelativeResize="0">
            <a:picLocks noGrp="1"/>
          </p:cNvPicPr>
          <p:nvPr>
            <p:ph type="body" idx="1"/>
          </p:nvPr>
        </p:nvPicPr>
        <p:blipFill rotWithShape="1">
          <a:blip r:embed="rId3">
            <a:alphaModFix/>
          </a:blip>
          <a:srcRect/>
          <a:stretch/>
        </p:blipFill>
        <p:spPr>
          <a:xfrm>
            <a:off x="540326" y="1316182"/>
            <a:ext cx="10945091" cy="5255472"/>
          </a:xfrm>
          <a:prstGeom prst="rect">
            <a:avLst/>
          </a:prstGeom>
          <a:noFill/>
          <a:ln>
            <a:noFill/>
          </a:ln>
        </p:spPr>
      </p:pic>
      <p:sp>
        <p:nvSpPr>
          <p:cNvPr id="208" name="Google Shape;20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209" name="Google Shape;20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210" name="Google Shape;2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4244514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IPV6 Packet: Fixed header</a:t>
            </a:r>
            <a:endParaRPr/>
          </a:p>
        </p:txBody>
      </p:sp>
      <p:sp>
        <p:nvSpPr>
          <p:cNvPr id="216" name="Google Shape;216;p15"/>
          <p:cNvSpPr txBox="1">
            <a:spLocks noGrp="1"/>
          </p:cNvSpPr>
          <p:nvPr>
            <p:ph type="body" idx="1"/>
          </p:nvPr>
        </p:nvSpPr>
        <p:spPr>
          <a:xfrm>
            <a:off x="838200" y="1440873"/>
            <a:ext cx="10515600" cy="473609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202122"/>
              </a:buClr>
              <a:buSzPts val="3200"/>
              <a:buChar char="•"/>
            </a:pPr>
            <a:r>
              <a:rPr lang="en-US" sz="3200" b="1" i="1">
                <a:solidFill>
                  <a:srgbClr val="202122"/>
                </a:solidFill>
                <a:latin typeface="Arial"/>
                <a:ea typeface="Arial"/>
                <a:cs typeface="Arial"/>
                <a:sym typeface="Arial"/>
              </a:rPr>
              <a:t>Hop Limit</a:t>
            </a:r>
            <a:r>
              <a:rPr lang="en-US" sz="3200" b="1">
                <a:solidFill>
                  <a:srgbClr val="202122"/>
                </a:solidFill>
                <a:latin typeface="Arial"/>
                <a:ea typeface="Arial"/>
                <a:cs typeface="Arial"/>
                <a:sym typeface="Arial"/>
              </a:rPr>
              <a:t> (8 bits)</a:t>
            </a:r>
            <a:endParaRPr/>
          </a:p>
          <a:p>
            <a:pPr marL="685800" lvl="1" indent="-228600" algn="just" rtl="0">
              <a:lnSpc>
                <a:spcPct val="90000"/>
              </a:lnSpc>
              <a:spcBef>
                <a:spcPts val="500"/>
              </a:spcBef>
              <a:spcAft>
                <a:spcPts val="0"/>
              </a:spcAft>
              <a:buClr>
                <a:srgbClr val="202122"/>
              </a:buClr>
              <a:buSzPts val="2800"/>
              <a:buChar char="•"/>
            </a:pPr>
            <a:r>
              <a:rPr lang="en-US" sz="2800">
                <a:solidFill>
                  <a:srgbClr val="202122"/>
                </a:solidFill>
                <a:latin typeface="Arial"/>
                <a:ea typeface="Arial"/>
                <a:cs typeface="Arial"/>
                <a:sym typeface="Arial"/>
              </a:rPr>
              <a:t>Replaces the </a:t>
            </a:r>
            <a:r>
              <a:rPr lang="en-US" sz="2800">
                <a:latin typeface="Arial"/>
                <a:ea typeface="Arial"/>
                <a:cs typeface="Arial"/>
                <a:sym typeface="Arial"/>
              </a:rPr>
              <a:t>time to live </a:t>
            </a:r>
            <a:r>
              <a:rPr lang="en-US" sz="2800">
                <a:solidFill>
                  <a:srgbClr val="202122"/>
                </a:solidFill>
                <a:latin typeface="Arial"/>
                <a:ea typeface="Arial"/>
                <a:cs typeface="Arial"/>
                <a:sym typeface="Arial"/>
              </a:rPr>
              <a:t>field in IPv4. This value is decremented by one at each forwarding node and the packet is discarded if it becomes 0. However, the destination node should process the packet normally even if received with a hop limit of 0.</a:t>
            </a:r>
            <a:endParaRPr sz="2800"/>
          </a:p>
          <a:p>
            <a:pPr marL="228600" lvl="0" indent="-228600" algn="l" rtl="0">
              <a:lnSpc>
                <a:spcPct val="90000"/>
              </a:lnSpc>
              <a:spcBef>
                <a:spcPts val="1000"/>
              </a:spcBef>
              <a:spcAft>
                <a:spcPts val="0"/>
              </a:spcAft>
              <a:buClr>
                <a:srgbClr val="202122"/>
              </a:buClr>
              <a:buSzPts val="2800"/>
              <a:buChar char="•"/>
            </a:pPr>
            <a:r>
              <a:rPr lang="en-US" b="1" i="1">
                <a:solidFill>
                  <a:srgbClr val="202122"/>
                </a:solidFill>
                <a:latin typeface="Arial"/>
                <a:ea typeface="Arial"/>
                <a:cs typeface="Arial"/>
                <a:sym typeface="Arial"/>
              </a:rPr>
              <a:t>Source Address</a:t>
            </a:r>
            <a:r>
              <a:rPr lang="en-US" b="1" i="0">
                <a:solidFill>
                  <a:srgbClr val="202122"/>
                </a:solidFill>
                <a:latin typeface="Arial"/>
                <a:ea typeface="Arial"/>
                <a:cs typeface="Arial"/>
                <a:sym typeface="Arial"/>
              </a:rPr>
              <a:t> (128 bits)</a:t>
            </a:r>
            <a:endParaRPr/>
          </a:p>
          <a:p>
            <a:pPr marL="685800" lvl="1" indent="-228600" algn="l" rtl="0">
              <a:lnSpc>
                <a:spcPct val="90000"/>
              </a:lnSpc>
              <a:spcBef>
                <a:spcPts val="500"/>
              </a:spcBef>
              <a:spcAft>
                <a:spcPts val="0"/>
              </a:spcAft>
              <a:buClr>
                <a:srgbClr val="202122"/>
              </a:buClr>
              <a:buSzPts val="2400"/>
              <a:buChar char="•"/>
            </a:pPr>
            <a:r>
              <a:rPr lang="en-US" b="0" i="0">
                <a:solidFill>
                  <a:srgbClr val="202122"/>
                </a:solidFill>
                <a:latin typeface="Arial"/>
                <a:ea typeface="Arial"/>
                <a:cs typeface="Arial"/>
                <a:sym typeface="Arial"/>
              </a:rPr>
              <a:t>As in IPv4, this specifies the sender’s IP 128-bit address.</a:t>
            </a:r>
            <a:endParaRPr b="1" i="0">
              <a:solidFill>
                <a:srgbClr val="202122"/>
              </a:solidFill>
              <a:latin typeface="Arial"/>
              <a:ea typeface="Arial"/>
              <a:cs typeface="Arial"/>
              <a:sym typeface="Arial"/>
            </a:endParaRPr>
          </a:p>
          <a:p>
            <a:pPr marL="228600" lvl="0" indent="-228600" algn="l" rtl="0">
              <a:lnSpc>
                <a:spcPct val="90000"/>
              </a:lnSpc>
              <a:spcBef>
                <a:spcPts val="1000"/>
              </a:spcBef>
              <a:spcAft>
                <a:spcPts val="0"/>
              </a:spcAft>
              <a:buClr>
                <a:srgbClr val="202122"/>
              </a:buClr>
              <a:buSzPts val="2800"/>
              <a:buChar char="•"/>
            </a:pPr>
            <a:r>
              <a:rPr lang="en-US" b="1" i="1">
                <a:solidFill>
                  <a:srgbClr val="202122"/>
                </a:solidFill>
                <a:latin typeface="Arial"/>
                <a:ea typeface="Arial"/>
                <a:cs typeface="Arial"/>
                <a:sym typeface="Arial"/>
              </a:rPr>
              <a:t>Destination Address</a:t>
            </a:r>
            <a:r>
              <a:rPr lang="en-US" b="1" i="0">
                <a:solidFill>
                  <a:srgbClr val="202122"/>
                </a:solidFill>
                <a:latin typeface="Arial"/>
                <a:ea typeface="Arial"/>
                <a:cs typeface="Arial"/>
                <a:sym typeface="Arial"/>
              </a:rPr>
              <a:t> (128 bits)</a:t>
            </a:r>
            <a:endParaRPr/>
          </a:p>
          <a:p>
            <a:pPr marL="685800" lvl="1" indent="-228600" algn="l" rtl="0">
              <a:lnSpc>
                <a:spcPct val="90000"/>
              </a:lnSpc>
              <a:spcBef>
                <a:spcPts val="500"/>
              </a:spcBef>
              <a:spcAft>
                <a:spcPts val="0"/>
              </a:spcAft>
              <a:buClr>
                <a:srgbClr val="202122"/>
              </a:buClr>
              <a:buSzPts val="2400"/>
              <a:buChar char="•"/>
            </a:pPr>
            <a:r>
              <a:rPr lang="en-US" b="0" i="0">
                <a:solidFill>
                  <a:srgbClr val="202122"/>
                </a:solidFill>
                <a:latin typeface="Arial"/>
                <a:ea typeface="Arial"/>
                <a:cs typeface="Arial"/>
                <a:sym typeface="Arial"/>
              </a:rPr>
              <a:t>Similar to IPv4, the destination’s IP address is denoted here.</a:t>
            </a:r>
            <a:endParaRPr/>
          </a:p>
        </p:txBody>
      </p:sp>
      <p:sp>
        <p:nvSpPr>
          <p:cNvPr id="217" name="Google Shape;21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218" name="Google Shape;21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219" name="Google Shape;21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099002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6"/>
          <p:cNvSpPr txBox="1">
            <a:spLocks noGrp="1"/>
          </p:cNvSpPr>
          <p:nvPr>
            <p:ph type="title"/>
          </p:nvPr>
        </p:nvSpPr>
        <p:spPr>
          <a:xfrm>
            <a:off x="838200" y="365126"/>
            <a:ext cx="10515600" cy="7016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IPv6 Extension  Header   </a:t>
            </a:r>
            <a:endParaRPr b="1"/>
          </a:p>
        </p:txBody>
      </p:sp>
      <p:sp>
        <p:nvSpPr>
          <p:cNvPr id="225" name="Google Shape;225;p16"/>
          <p:cNvSpPr txBox="1">
            <a:spLocks noGrp="1"/>
          </p:cNvSpPr>
          <p:nvPr>
            <p:ph type="body" idx="1"/>
          </p:nvPr>
        </p:nvSpPr>
        <p:spPr>
          <a:xfrm>
            <a:off x="838200" y="1524000"/>
            <a:ext cx="10515600" cy="4652963"/>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226" name="Google Shape;226;p16"/>
          <p:cNvPicPr preferRelativeResize="0"/>
          <p:nvPr/>
        </p:nvPicPr>
        <p:blipFill rotWithShape="1">
          <a:blip r:embed="rId3">
            <a:alphaModFix/>
          </a:blip>
          <a:srcRect/>
          <a:stretch/>
        </p:blipFill>
        <p:spPr>
          <a:xfrm>
            <a:off x="775855" y="1066801"/>
            <a:ext cx="10820399" cy="5356042"/>
          </a:xfrm>
          <a:prstGeom prst="rect">
            <a:avLst/>
          </a:prstGeom>
          <a:noFill/>
          <a:ln>
            <a:noFill/>
          </a:ln>
        </p:spPr>
      </p:pic>
      <p:sp>
        <p:nvSpPr>
          <p:cNvPr id="227" name="Google Shape;22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05-09-2023</a:t>
            </a:r>
            <a:endParaRPr/>
          </a:p>
        </p:txBody>
      </p:sp>
      <p:sp>
        <p:nvSpPr>
          <p:cNvPr id="228" name="Google Shape;22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229" name="Google Shape;22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1269298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2152650" y="365126"/>
            <a:ext cx="8286750" cy="84022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Extension Headers (EH) in IPv6 packets</a:t>
            </a:r>
            <a:endParaRPr/>
          </a:p>
        </p:txBody>
      </p:sp>
      <p:pic>
        <p:nvPicPr>
          <p:cNvPr id="98" name="Google Shape;98;p2"/>
          <p:cNvPicPr preferRelativeResize="0">
            <a:picLocks noGrp="1"/>
          </p:cNvPicPr>
          <p:nvPr>
            <p:ph type="body" idx="1"/>
          </p:nvPr>
        </p:nvPicPr>
        <p:blipFill rotWithShape="1">
          <a:blip r:embed="rId3">
            <a:alphaModFix/>
          </a:blip>
          <a:srcRect/>
          <a:stretch/>
        </p:blipFill>
        <p:spPr>
          <a:xfrm>
            <a:off x="1929245" y="1316182"/>
            <a:ext cx="8208818" cy="5255472"/>
          </a:xfrm>
          <a:prstGeom prst="rect">
            <a:avLst/>
          </a:prstGeom>
          <a:noFill/>
          <a:ln>
            <a:noFill/>
          </a:ln>
        </p:spPr>
      </p:pic>
      <p:sp>
        <p:nvSpPr>
          <p:cNvPr id="99" name="Google Shape;99;p2"/>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08-10-2022</a:t>
            </a:r>
            <a:endParaRPr/>
          </a:p>
        </p:txBody>
      </p:sp>
      <p:sp>
        <p:nvSpPr>
          <p:cNvPr id="100" name="Google Shape;100;p2"/>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01" name="Google Shape;101;p2"/>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30</a:t>
            </a:fld>
            <a:endParaRPr/>
          </a:p>
        </p:txBody>
      </p:sp>
    </p:spTree>
    <p:extLst>
      <p:ext uri="{BB962C8B-B14F-4D97-AF65-F5344CB8AC3E}">
        <p14:creationId xmlns:p14="http://schemas.microsoft.com/office/powerpoint/2010/main" val="4288077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1981200" y="76200"/>
            <a:ext cx="8229600" cy="8382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Extension Headers (EH) in IPv6 packets</a:t>
            </a:r>
            <a:endParaRPr/>
          </a:p>
        </p:txBody>
      </p:sp>
      <p:sp>
        <p:nvSpPr>
          <p:cNvPr id="107" name="Google Shape;107;p3"/>
          <p:cNvSpPr txBox="1">
            <a:spLocks noGrp="1"/>
          </p:cNvSpPr>
          <p:nvPr>
            <p:ph type="body" idx="1"/>
          </p:nvPr>
        </p:nvSpPr>
        <p:spPr>
          <a:xfrm>
            <a:off x="1981200" y="914401"/>
            <a:ext cx="8229600" cy="52117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a:t>In order to rectify the limitations of the </a:t>
            </a:r>
            <a:r>
              <a:rPr lang="en-US" i="1"/>
              <a:t>IPv4 Option Field</a:t>
            </a:r>
            <a:r>
              <a:rPr lang="en-US"/>
              <a:t>, Extension Headers are introduced in IP version 6. </a:t>
            </a:r>
            <a:endParaRPr/>
          </a:p>
          <a:p>
            <a:pPr marL="342900" indent="-342900" algn="just">
              <a:spcBef>
                <a:spcPts val="640"/>
              </a:spcBef>
              <a:buClr>
                <a:schemeClr val="dk1"/>
              </a:buClr>
              <a:buSzPts val="3200"/>
            </a:pPr>
            <a:r>
              <a:rPr lang="en-US"/>
              <a:t> The next Header field of IPv6 fixed header points to the first Extension Header and this first extension header points to the second extension header and so on. </a:t>
            </a:r>
            <a:endParaRPr/>
          </a:p>
          <a:p>
            <a:pPr marL="342900" indent="-342900" algn="just">
              <a:spcBef>
                <a:spcPts val="640"/>
              </a:spcBef>
              <a:buClr>
                <a:schemeClr val="dk1"/>
              </a:buClr>
              <a:buSzPts val="3200"/>
            </a:pPr>
            <a:r>
              <a:rPr lang="en-US"/>
              <a:t>The IPv6 header consists of a 40-byte header followed by up to six optional extension headers</a:t>
            </a:r>
            <a:endParaRPr/>
          </a:p>
        </p:txBody>
      </p:sp>
      <p:sp>
        <p:nvSpPr>
          <p:cNvPr id="108" name="Google Shape;108;p3"/>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09" name="Google Shape;109;p3"/>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10" name="Google Shape;110;p3"/>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31</a:t>
            </a:fld>
            <a:endParaRPr/>
          </a:p>
        </p:txBody>
      </p:sp>
    </p:spTree>
    <p:extLst>
      <p:ext uri="{BB962C8B-B14F-4D97-AF65-F5344CB8AC3E}">
        <p14:creationId xmlns:p14="http://schemas.microsoft.com/office/powerpoint/2010/main" val="3505245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Extension Headers (EH) in IPv6 packets</a:t>
            </a:r>
            <a:endParaRPr/>
          </a:p>
        </p:txBody>
      </p:sp>
      <p:sp>
        <p:nvSpPr>
          <p:cNvPr id="116" name="Google Shape;116;p4"/>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17" name="Google Shape;117;p4"/>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18" name="Google Shape;118;p4"/>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32</a:t>
            </a:fld>
            <a:endParaRPr/>
          </a:p>
        </p:txBody>
      </p:sp>
      <p:pic>
        <p:nvPicPr>
          <p:cNvPr id="119" name="Google Shape;119;p4"/>
          <p:cNvPicPr preferRelativeResize="0">
            <a:picLocks noGrp="1"/>
          </p:cNvPicPr>
          <p:nvPr>
            <p:ph type="body" idx="1"/>
          </p:nvPr>
        </p:nvPicPr>
        <p:blipFill rotWithShape="1">
          <a:blip r:embed="rId3">
            <a:alphaModFix/>
          </a:blip>
          <a:srcRect/>
          <a:stretch/>
        </p:blipFill>
        <p:spPr>
          <a:xfrm>
            <a:off x="1849677" y="1981201"/>
            <a:ext cx="8480120" cy="2290175"/>
          </a:xfrm>
          <a:prstGeom prst="rect">
            <a:avLst/>
          </a:prstGeom>
          <a:noFill/>
          <a:ln>
            <a:noFill/>
          </a:ln>
        </p:spPr>
      </p:pic>
    </p:spTree>
    <p:extLst>
      <p:ext uri="{BB962C8B-B14F-4D97-AF65-F5344CB8AC3E}">
        <p14:creationId xmlns:p14="http://schemas.microsoft.com/office/powerpoint/2010/main" val="766190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title"/>
          </p:nvPr>
        </p:nvSpPr>
        <p:spPr>
          <a:xfrm>
            <a:off x="2152650" y="76201"/>
            <a:ext cx="7886700" cy="8382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IPV6: Extension Header (EH)</a:t>
            </a:r>
            <a:endParaRPr b="1"/>
          </a:p>
        </p:txBody>
      </p:sp>
      <p:sp>
        <p:nvSpPr>
          <p:cNvPr id="125" name="Google Shape;125;p5"/>
          <p:cNvSpPr txBox="1">
            <a:spLocks noGrp="1"/>
          </p:cNvSpPr>
          <p:nvPr>
            <p:ph type="body" idx="1"/>
          </p:nvPr>
        </p:nvSpPr>
        <p:spPr>
          <a:xfrm>
            <a:off x="1752600" y="990601"/>
            <a:ext cx="8610600" cy="5186364"/>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202122"/>
              </a:buClr>
              <a:buSzPct val="100000"/>
            </a:pPr>
            <a:r>
              <a:rPr lang="en-US" b="0" i="0">
                <a:solidFill>
                  <a:srgbClr val="202122"/>
                </a:solidFill>
                <a:latin typeface="Arial"/>
                <a:ea typeface="Arial"/>
                <a:cs typeface="Arial"/>
                <a:sym typeface="Arial"/>
              </a:rPr>
              <a:t>Extension headers (EH) carry optional </a:t>
            </a:r>
            <a:r>
              <a:rPr lang="en-US" b="0" i="0" u="none" strike="noStrike">
                <a:latin typeface="Arial"/>
                <a:ea typeface="Arial"/>
                <a:cs typeface="Arial"/>
                <a:sym typeface="Arial"/>
              </a:rPr>
              <a:t>internet layer</a:t>
            </a:r>
            <a:r>
              <a:rPr lang="en-US" b="0" i="0">
                <a:latin typeface="Arial"/>
                <a:ea typeface="Arial"/>
                <a:cs typeface="Arial"/>
                <a:sym typeface="Arial"/>
              </a:rPr>
              <a:t> </a:t>
            </a:r>
            <a:r>
              <a:rPr lang="en-US" b="0" i="0">
                <a:solidFill>
                  <a:srgbClr val="202122"/>
                </a:solidFill>
                <a:latin typeface="Arial"/>
                <a:ea typeface="Arial"/>
                <a:cs typeface="Arial"/>
                <a:sym typeface="Arial"/>
              </a:rPr>
              <a:t>information and are placed between the fixed header and the upper-layer protocol header. </a:t>
            </a:r>
            <a:endParaRPr b="0" i="0">
              <a:solidFill>
                <a:srgbClr val="202122"/>
              </a:solidFill>
              <a:latin typeface="Arial"/>
              <a:ea typeface="Arial"/>
              <a:cs typeface="Arial"/>
              <a:sym typeface="Arial"/>
            </a:endParaRPr>
          </a:p>
          <a:p>
            <a:pPr marL="342900" indent="-342900" algn="just">
              <a:spcBef>
                <a:spcPts val="592"/>
              </a:spcBef>
              <a:buClr>
                <a:srgbClr val="202122"/>
              </a:buClr>
              <a:buSzPct val="100000"/>
            </a:pPr>
            <a:r>
              <a:rPr lang="en-US" b="0" i="0">
                <a:solidFill>
                  <a:srgbClr val="202122"/>
                </a:solidFill>
                <a:latin typeface="Arial"/>
                <a:ea typeface="Arial"/>
                <a:cs typeface="Arial"/>
                <a:sym typeface="Arial"/>
              </a:rPr>
              <a:t>Extension headers form a chain, using the </a:t>
            </a:r>
            <a:r>
              <a:rPr lang="en-US" b="0" i="1">
                <a:solidFill>
                  <a:srgbClr val="202122"/>
                </a:solidFill>
                <a:latin typeface="Arial"/>
                <a:ea typeface="Arial"/>
                <a:cs typeface="Arial"/>
                <a:sym typeface="Arial"/>
              </a:rPr>
              <a:t>Next Header</a:t>
            </a:r>
            <a:r>
              <a:rPr lang="en-US" b="0" i="0">
                <a:solidFill>
                  <a:srgbClr val="202122"/>
                </a:solidFill>
                <a:latin typeface="Arial"/>
                <a:ea typeface="Arial"/>
                <a:cs typeface="Arial"/>
                <a:sym typeface="Arial"/>
              </a:rPr>
              <a:t> fields.</a:t>
            </a:r>
            <a:endParaRPr/>
          </a:p>
          <a:p>
            <a:pPr marL="342900" indent="-342900" algn="just">
              <a:spcBef>
                <a:spcPts val="592"/>
              </a:spcBef>
              <a:buClr>
                <a:srgbClr val="202122"/>
              </a:buClr>
              <a:buSzPct val="100000"/>
            </a:pPr>
            <a:r>
              <a:rPr lang="en-US" b="0" i="0">
                <a:solidFill>
                  <a:srgbClr val="202122"/>
                </a:solidFill>
                <a:latin typeface="Arial"/>
                <a:ea typeface="Arial"/>
                <a:cs typeface="Arial"/>
                <a:sym typeface="Arial"/>
              </a:rPr>
              <a:t>The </a:t>
            </a:r>
            <a:r>
              <a:rPr lang="en-US" b="0" i="1">
                <a:solidFill>
                  <a:srgbClr val="202122"/>
                </a:solidFill>
                <a:latin typeface="Arial"/>
                <a:ea typeface="Arial"/>
                <a:cs typeface="Arial"/>
                <a:sym typeface="Arial"/>
              </a:rPr>
              <a:t>Next Header</a:t>
            </a:r>
            <a:r>
              <a:rPr lang="en-US" b="0" i="0">
                <a:solidFill>
                  <a:srgbClr val="202122"/>
                </a:solidFill>
                <a:latin typeface="Arial"/>
                <a:ea typeface="Arial"/>
                <a:cs typeface="Arial"/>
                <a:sym typeface="Arial"/>
              </a:rPr>
              <a:t> field in the fixed header indicates the type of the first extension header; the </a:t>
            </a:r>
            <a:r>
              <a:rPr lang="en-US" b="0" i="1">
                <a:solidFill>
                  <a:srgbClr val="202122"/>
                </a:solidFill>
                <a:latin typeface="Arial"/>
                <a:ea typeface="Arial"/>
                <a:cs typeface="Arial"/>
                <a:sym typeface="Arial"/>
              </a:rPr>
              <a:t>Next Header</a:t>
            </a:r>
            <a:r>
              <a:rPr lang="en-US" b="0" i="0">
                <a:solidFill>
                  <a:srgbClr val="202122"/>
                </a:solidFill>
                <a:latin typeface="Arial"/>
                <a:ea typeface="Arial"/>
                <a:cs typeface="Arial"/>
                <a:sym typeface="Arial"/>
              </a:rPr>
              <a:t> field of the last extension header indicates the type of the upper-layer protocol header in the payload of the packet.</a:t>
            </a:r>
            <a:endParaRPr/>
          </a:p>
        </p:txBody>
      </p:sp>
      <p:sp>
        <p:nvSpPr>
          <p:cNvPr id="126" name="Google Shape;126;p5"/>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27" name="Google Shape;127;p5"/>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28" name="Google Shape;128;p5"/>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33</a:t>
            </a:fld>
            <a:endParaRPr/>
          </a:p>
        </p:txBody>
      </p:sp>
    </p:spTree>
    <p:extLst>
      <p:ext uri="{BB962C8B-B14F-4D97-AF65-F5344CB8AC3E}">
        <p14:creationId xmlns:p14="http://schemas.microsoft.com/office/powerpoint/2010/main" val="3444431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1981200" y="76200"/>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a:t>IPV6: Extension Headers and Their Recommended Order in a Packet</a:t>
            </a:r>
            <a:endParaRPr/>
          </a:p>
        </p:txBody>
      </p:sp>
      <p:sp>
        <p:nvSpPr>
          <p:cNvPr id="134" name="Google Shape;134;p6"/>
          <p:cNvSpPr txBox="1">
            <a:spLocks noGrp="1"/>
          </p:cNvSpPr>
          <p:nvPr>
            <p:ph type="body" idx="1"/>
          </p:nvPr>
        </p:nvSpPr>
        <p:spPr>
          <a:xfrm>
            <a:off x="1981200" y="1143001"/>
            <a:ext cx="8229600" cy="49831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a:t>IPv6 packet may contain zero, one or more extension headers but these should be present in their recommended order: </a:t>
            </a:r>
            <a:endParaRPr/>
          </a:p>
          <a:p>
            <a:pPr marL="342900" indent="-139700" algn="just">
              <a:spcBef>
                <a:spcPts val="640"/>
              </a:spcBef>
              <a:buClr>
                <a:schemeClr val="dk1"/>
              </a:buClr>
              <a:buSzPts val="3200"/>
              <a:buNone/>
            </a:pPr>
            <a:endParaRPr/>
          </a:p>
        </p:txBody>
      </p:sp>
      <p:sp>
        <p:nvSpPr>
          <p:cNvPr id="135" name="Google Shape;135;p6"/>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36" name="Google Shape;136;p6"/>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37" name="Google Shape;137;p6"/>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34</a:t>
            </a:fld>
            <a:endParaRPr/>
          </a:p>
        </p:txBody>
      </p:sp>
      <p:pic>
        <p:nvPicPr>
          <p:cNvPr id="138" name="Google Shape;138;p6"/>
          <p:cNvPicPr preferRelativeResize="0"/>
          <p:nvPr/>
        </p:nvPicPr>
        <p:blipFill rotWithShape="1">
          <a:blip r:embed="rId3">
            <a:alphaModFix/>
          </a:blip>
          <a:srcRect/>
          <a:stretch/>
        </p:blipFill>
        <p:spPr>
          <a:xfrm>
            <a:off x="2286000" y="2743200"/>
            <a:ext cx="8077200" cy="3733800"/>
          </a:xfrm>
          <a:prstGeom prst="rect">
            <a:avLst/>
          </a:prstGeom>
          <a:noFill/>
          <a:ln>
            <a:noFill/>
          </a:ln>
        </p:spPr>
      </p:pic>
    </p:spTree>
    <p:extLst>
      <p:ext uri="{BB962C8B-B14F-4D97-AF65-F5344CB8AC3E}">
        <p14:creationId xmlns:p14="http://schemas.microsoft.com/office/powerpoint/2010/main" val="4209340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1981200" y="152400"/>
            <a:ext cx="8229600" cy="9144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IPv6: Extension Header</a:t>
            </a:r>
            <a:endParaRPr b="1"/>
          </a:p>
        </p:txBody>
      </p:sp>
      <p:sp>
        <p:nvSpPr>
          <p:cNvPr id="144" name="Google Shape;144;p7"/>
          <p:cNvSpPr txBox="1">
            <a:spLocks noGrp="1"/>
          </p:cNvSpPr>
          <p:nvPr>
            <p:ph type="body" idx="1"/>
          </p:nvPr>
        </p:nvSpPr>
        <p:spPr>
          <a:xfrm>
            <a:off x="1828800" y="1066801"/>
            <a:ext cx="8763000" cy="5110164"/>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202122"/>
              </a:buClr>
              <a:buSzPts val="2600"/>
            </a:pPr>
            <a:r>
              <a:rPr lang="en-US" sz="2600">
                <a:solidFill>
                  <a:srgbClr val="202122"/>
                </a:solidFill>
                <a:latin typeface="Arial"/>
                <a:ea typeface="Arial"/>
                <a:cs typeface="Arial"/>
                <a:sym typeface="Arial"/>
              </a:rPr>
              <a:t>There are several extension headers defined, and new extension headers may be defined in the future. </a:t>
            </a:r>
            <a:endParaRPr sz="2600">
              <a:solidFill>
                <a:srgbClr val="202122"/>
              </a:solidFill>
              <a:latin typeface="Arial"/>
              <a:ea typeface="Arial"/>
              <a:cs typeface="Arial"/>
              <a:sym typeface="Arial"/>
            </a:endParaRPr>
          </a:p>
          <a:p>
            <a:pPr marL="342900" indent="-342900" algn="just">
              <a:spcBef>
                <a:spcPts val="520"/>
              </a:spcBef>
              <a:buClr>
                <a:srgbClr val="202122"/>
              </a:buClr>
              <a:buSzPts val="2600"/>
            </a:pPr>
            <a:r>
              <a:rPr lang="en-US" sz="2600">
                <a:solidFill>
                  <a:srgbClr val="202122"/>
                </a:solidFill>
                <a:latin typeface="Arial"/>
                <a:ea typeface="Arial"/>
                <a:cs typeface="Arial"/>
                <a:sym typeface="Arial"/>
              </a:rPr>
              <a:t>Most extension headers are examined and processed at the packet's destination. </a:t>
            </a:r>
            <a:endParaRPr sz="2600">
              <a:solidFill>
                <a:srgbClr val="202122"/>
              </a:solidFill>
              <a:latin typeface="Arial"/>
              <a:ea typeface="Arial"/>
              <a:cs typeface="Arial"/>
              <a:sym typeface="Arial"/>
            </a:endParaRPr>
          </a:p>
          <a:p>
            <a:pPr marL="342900" indent="-342900" algn="just">
              <a:spcBef>
                <a:spcPts val="520"/>
              </a:spcBef>
              <a:buClr>
                <a:srgbClr val="202122"/>
              </a:buClr>
              <a:buSzPts val="2600"/>
            </a:pPr>
            <a:r>
              <a:rPr lang="en-US" sz="2600" i="1">
                <a:solidFill>
                  <a:srgbClr val="202122"/>
                </a:solidFill>
                <a:latin typeface="Arial"/>
                <a:ea typeface="Arial"/>
                <a:cs typeface="Arial"/>
                <a:sym typeface="Arial"/>
              </a:rPr>
              <a:t>Hop-by-Hop Options</a:t>
            </a:r>
            <a:r>
              <a:rPr lang="en-US" sz="2600">
                <a:solidFill>
                  <a:srgbClr val="202122"/>
                </a:solidFill>
                <a:latin typeface="Arial"/>
                <a:ea typeface="Arial"/>
                <a:cs typeface="Arial"/>
                <a:sym typeface="Arial"/>
              </a:rPr>
              <a:t> can be processed and modified by intermediate nodes and, if present, </a:t>
            </a:r>
            <a:r>
              <a:rPr lang="en-US" sz="2600" b="1">
                <a:solidFill>
                  <a:srgbClr val="202122"/>
                </a:solidFill>
                <a:latin typeface="Arial"/>
                <a:ea typeface="Arial"/>
                <a:cs typeface="Arial"/>
                <a:sym typeface="Arial"/>
              </a:rPr>
              <a:t>must</a:t>
            </a:r>
            <a:r>
              <a:rPr lang="en-US" sz="2600">
                <a:solidFill>
                  <a:srgbClr val="202122"/>
                </a:solidFill>
                <a:latin typeface="Arial"/>
                <a:ea typeface="Arial"/>
                <a:cs typeface="Arial"/>
                <a:sym typeface="Arial"/>
              </a:rPr>
              <a:t> be the first extension.</a:t>
            </a:r>
            <a:endParaRPr/>
          </a:p>
          <a:p>
            <a:pPr marL="342900" indent="-342900" algn="just">
              <a:spcBef>
                <a:spcPts val="520"/>
              </a:spcBef>
              <a:buClr>
                <a:srgbClr val="202122"/>
              </a:buClr>
              <a:buSzPts val="2600"/>
            </a:pPr>
            <a:r>
              <a:rPr lang="en-US" sz="2600">
                <a:solidFill>
                  <a:srgbClr val="202122"/>
                </a:solidFill>
                <a:latin typeface="Arial"/>
                <a:ea typeface="Arial"/>
                <a:cs typeface="Arial"/>
                <a:sym typeface="Arial"/>
              </a:rPr>
              <a:t> All extension headers are optional and should only appear at most once, except for the </a:t>
            </a:r>
            <a:r>
              <a:rPr lang="en-US" sz="2600" i="1">
                <a:solidFill>
                  <a:srgbClr val="202122"/>
                </a:solidFill>
                <a:latin typeface="Arial"/>
                <a:ea typeface="Arial"/>
                <a:cs typeface="Arial"/>
                <a:sym typeface="Arial"/>
              </a:rPr>
              <a:t>Destination Options</a:t>
            </a:r>
            <a:r>
              <a:rPr lang="en-US" sz="2600">
                <a:solidFill>
                  <a:srgbClr val="202122"/>
                </a:solidFill>
                <a:latin typeface="Arial"/>
                <a:ea typeface="Arial"/>
                <a:cs typeface="Arial"/>
                <a:sym typeface="Arial"/>
              </a:rPr>
              <a:t> header extension, which may appear twice.</a:t>
            </a:r>
            <a:endParaRPr sz="2600"/>
          </a:p>
        </p:txBody>
      </p:sp>
      <p:sp>
        <p:nvSpPr>
          <p:cNvPr id="145" name="Google Shape;145;p7"/>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46" name="Google Shape;146;p7"/>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47" name="Google Shape;147;p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35</a:t>
            </a:fld>
            <a:endParaRPr/>
          </a:p>
        </p:txBody>
      </p:sp>
    </p:spTree>
    <p:extLst>
      <p:ext uri="{BB962C8B-B14F-4D97-AF65-F5344CB8AC3E}">
        <p14:creationId xmlns:p14="http://schemas.microsoft.com/office/powerpoint/2010/main" val="20843248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2152650" y="365126"/>
            <a:ext cx="7886700" cy="881784"/>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EHs of IPv6</a:t>
            </a:r>
            <a:endParaRPr b="1"/>
          </a:p>
        </p:txBody>
      </p:sp>
      <p:sp>
        <p:nvSpPr>
          <p:cNvPr id="153" name="Google Shape;153;p8"/>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54" name="Google Shape;154;p8"/>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55" name="Google Shape;155;p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36</a:t>
            </a:fld>
            <a:endParaRPr/>
          </a:p>
        </p:txBody>
      </p:sp>
      <p:pic>
        <p:nvPicPr>
          <p:cNvPr id="156" name="Google Shape;156;p8"/>
          <p:cNvPicPr preferRelativeResize="0">
            <a:picLocks noGrp="1"/>
          </p:cNvPicPr>
          <p:nvPr>
            <p:ph type="body" idx="1"/>
          </p:nvPr>
        </p:nvPicPr>
        <p:blipFill rotWithShape="1">
          <a:blip r:embed="rId3">
            <a:alphaModFix/>
          </a:blip>
          <a:srcRect/>
          <a:stretch/>
        </p:blipFill>
        <p:spPr>
          <a:xfrm>
            <a:off x="1524001" y="1104067"/>
            <a:ext cx="9067799" cy="5366006"/>
          </a:xfrm>
          <a:prstGeom prst="rect">
            <a:avLst/>
          </a:prstGeom>
          <a:noFill/>
          <a:ln>
            <a:noFill/>
          </a:ln>
        </p:spPr>
      </p:pic>
    </p:spTree>
    <p:extLst>
      <p:ext uri="{BB962C8B-B14F-4D97-AF65-F5344CB8AC3E}">
        <p14:creationId xmlns:p14="http://schemas.microsoft.com/office/powerpoint/2010/main" val="1868300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
          <p:cNvSpPr txBox="1">
            <a:spLocks noGrp="1"/>
          </p:cNvSpPr>
          <p:nvPr>
            <p:ph type="title"/>
          </p:nvPr>
        </p:nvSpPr>
        <p:spPr>
          <a:xfrm>
            <a:off x="1981200" y="304800"/>
            <a:ext cx="8229600" cy="762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IPV6: Extension Header</a:t>
            </a:r>
            <a:endParaRPr b="1"/>
          </a:p>
        </p:txBody>
      </p:sp>
      <p:sp>
        <p:nvSpPr>
          <p:cNvPr id="162" name="Google Shape;162;p9"/>
          <p:cNvSpPr txBox="1">
            <a:spLocks noGrp="1"/>
          </p:cNvSpPr>
          <p:nvPr>
            <p:ph type="body" idx="1"/>
          </p:nvPr>
        </p:nvSpPr>
        <p:spPr>
          <a:xfrm>
            <a:off x="1981200" y="1143001"/>
            <a:ext cx="8229600" cy="4983163"/>
          </a:xfrm>
          <a:prstGeom prst="rect">
            <a:avLst/>
          </a:prstGeom>
          <a:noFill/>
          <a:ln>
            <a:noFill/>
          </a:ln>
        </p:spPr>
        <p:txBody>
          <a:bodyPr spcFirstLastPara="1" vert="horz" wrap="square" lIns="91425" tIns="45700" rIns="91425" bIns="45700" rtlCol="0" anchor="t" anchorCtr="0">
            <a:normAutofit lnSpcReduction="10000"/>
          </a:bodyPr>
          <a:lstStyle/>
          <a:p>
            <a:pPr marL="342900" indent="-342900" algn="just">
              <a:spcBef>
                <a:spcPts val="0"/>
              </a:spcBef>
              <a:buClr>
                <a:srgbClr val="202122"/>
              </a:buClr>
              <a:buSzPct val="100000"/>
            </a:pPr>
            <a:r>
              <a:rPr lang="en-US" b="0" i="0">
                <a:solidFill>
                  <a:srgbClr val="202122"/>
                </a:solidFill>
                <a:latin typeface="Arial"/>
                <a:ea typeface="Arial"/>
                <a:cs typeface="Arial"/>
                <a:sym typeface="Arial"/>
              </a:rPr>
              <a:t>Value 59 (No Next Header) in the Next Header field indicates that there is no next header </a:t>
            </a:r>
            <a:r>
              <a:rPr lang="en-US" b="0" i="1">
                <a:solidFill>
                  <a:srgbClr val="202122"/>
                </a:solidFill>
                <a:latin typeface="Arial"/>
                <a:ea typeface="Arial"/>
                <a:cs typeface="Arial"/>
                <a:sym typeface="Arial"/>
              </a:rPr>
              <a:t>whatsoever</a:t>
            </a:r>
            <a:r>
              <a:rPr lang="en-US" b="0" i="0">
                <a:solidFill>
                  <a:srgbClr val="202122"/>
                </a:solidFill>
                <a:latin typeface="Arial"/>
                <a:ea typeface="Arial"/>
                <a:cs typeface="Arial"/>
                <a:sym typeface="Arial"/>
              </a:rPr>
              <a:t> following this one, not even a header of an upper-layer protocol. </a:t>
            </a:r>
            <a:endParaRPr b="0" i="0">
              <a:solidFill>
                <a:srgbClr val="202122"/>
              </a:solidFill>
              <a:latin typeface="Arial"/>
              <a:ea typeface="Arial"/>
              <a:cs typeface="Arial"/>
              <a:sym typeface="Arial"/>
            </a:endParaRPr>
          </a:p>
          <a:p>
            <a:pPr marL="342900" indent="-342900" algn="just">
              <a:spcBef>
                <a:spcPts val="544"/>
              </a:spcBef>
              <a:buClr>
                <a:srgbClr val="202122"/>
              </a:buClr>
              <a:buSzPct val="100000"/>
            </a:pPr>
            <a:r>
              <a:rPr lang="en-US" b="0" i="0">
                <a:solidFill>
                  <a:srgbClr val="202122"/>
                </a:solidFill>
                <a:latin typeface="Arial"/>
                <a:ea typeface="Arial"/>
                <a:cs typeface="Arial"/>
                <a:sym typeface="Arial"/>
              </a:rPr>
              <a:t>It means that, from the header's point of view, the IPv6 packet ends right after it: the payload should be empty.</a:t>
            </a:r>
            <a:endParaRPr/>
          </a:p>
          <a:p>
            <a:pPr marL="342900" indent="-342900" algn="just">
              <a:spcBef>
                <a:spcPts val="544"/>
              </a:spcBef>
              <a:buClr>
                <a:srgbClr val="202122"/>
              </a:buClr>
              <a:buSzPct val="100000"/>
            </a:pPr>
            <a:r>
              <a:rPr lang="en-US" b="0" i="0">
                <a:solidFill>
                  <a:srgbClr val="202122"/>
                </a:solidFill>
                <a:latin typeface="Arial"/>
                <a:ea typeface="Arial"/>
                <a:cs typeface="Arial"/>
                <a:sym typeface="Arial"/>
              </a:rPr>
              <a:t> There could, still be data in the payload if the payload length in the first header of the packet is greater than the length of all extension headers in the packet. </a:t>
            </a:r>
            <a:endParaRPr b="0" i="0">
              <a:solidFill>
                <a:srgbClr val="202122"/>
              </a:solidFill>
              <a:latin typeface="Arial"/>
              <a:ea typeface="Arial"/>
              <a:cs typeface="Arial"/>
              <a:sym typeface="Arial"/>
            </a:endParaRPr>
          </a:p>
          <a:p>
            <a:pPr marL="342900" indent="-342900" algn="just">
              <a:spcBef>
                <a:spcPts val="544"/>
              </a:spcBef>
              <a:buClr>
                <a:srgbClr val="202122"/>
              </a:buClr>
              <a:buSzPct val="100000"/>
            </a:pPr>
            <a:r>
              <a:rPr lang="en-US" b="0" i="0">
                <a:solidFill>
                  <a:srgbClr val="202122"/>
                </a:solidFill>
                <a:latin typeface="Arial"/>
                <a:ea typeface="Arial"/>
                <a:cs typeface="Arial"/>
                <a:sym typeface="Arial"/>
              </a:rPr>
              <a:t>This data should be ignored by hosts, but passed unaltered by routers.</a:t>
            </a:r>
            <a:endParaRPr/>
          </a:p>
        </p:txBody>
      </p:sp>
      <p:sp>
        <p:nvSpPr>
          <p:cNvPr id="163" name="Google Shape;163;p9"/>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64" name="Google Shape;164;p9"/>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65" name="Google Shape;165;p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37</a:t>
            </a:fld>
            <a:endParaRPr/>
          </a:p>
        </p:txBody>
      </p:sp>
    </p:spTree>
    <p:extLst>
      <p:ext uri="{BB962C8B-B14F-4D97-AF65-F5344CB8AC3E}">
        <p14:creationId xmlns:p14="http://schemas.microsoft.com/office/powerpoint/2010/main" val="1283008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a:spLocks noGrp="1"/>
          </p:cNvSpPr>
          <p:nvPr>
            <p:ph type="title"/>
          </p:nvPr>
        </p:nvSpPr>
        <p:spPr>
          <a:xfrm>
            <a:off x="1981200" y="152400"/>
            <a:ext cx="8229600" cy="9906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rgbClr val="000000"/>
              </a:buClr>
              <a:buSzPct val="100000"/>
            </a:pPr>
            <a:r>
              <a:rPr lang="en-US" b="1" i="0">
                <a:solidFill>
                  <a:srgbClr val="000000"/>
                </a:solidFill>
                <a:latin typeface="Arial"/>
                <a:ea typeface="Arial"/>
                <a:cs typeface="Arial"/>
                <a:sym typeface="Arial"/>
              </a:rPr>
              <a:t/>
            </a:r>
            <a:br>
              <a:rPr lang="en-US" b="1" i="0">
                <a:solidFill>
                  <a:srgbClr val="000000"/>
                </a:solidFill>
                <a:latin typeface="Arial"/>
                <a:ea typeface="Arial"/>
                <a:cs typeface="Arial"/>
                <a:sym typeface="Arial"/>
              </a:rPr>
            </a:br>
            <a:r>
              <a:rPr lang="en-US" b="1" i="0">
                <a:solidFill>
                  <a:srgbClr val="000000"/>
                </a:solidFill>
                <a:latin typeface="Arial"/>
                <a:ea typeface="Arial"/>
                <a:cs typeface="Arial"/>
                <a:sym typeface="Arial"/>
              </a:rPr>
              <a:t>IPV6 Extension Header: </a:t>
            </a:r>
            <a:r>
              <a:rPr lang="en-US" sz="3600" b="1">
                <a:solidFill>
                  <a:srgbClr val="000000"/>
                </a:solidFill>
                <a:latin typeface="Arial"/>
                <a:ea typeface="Arial"/>
                <a:cs typeface="Arial"/>
                <a:sym typeface="Arial"/>
              </a:rPr>
              <a:t>Hop-by-hop options </a:t>
            </a:r>
            <a:r>
              <a:rPr lang="en-US" b="1" i="0">
                <a:solidFill>
                  <a:srgbClr val="000000"/>
                </a:solidFill>
                <a:latin typeface="Arial"/>
                <a:ea typeface="Arial"/>
                <a:cs typeface="Arial"/>
                <a:sym typeface="Arial"/>
              </a:rPr>
              <a:t/>
            </a:r>
            <a:br>
              <a:rPr lang="en-US" b="1" i="0">
                <a:solidFill>
                  <a:srgbClr val="000000"/>
                </a:solidFill>
                <a:latin typeface="Arial"/>
                <a:ea typeface="Arial"/>
                <a:cs typeface="Arial"/>
                <a:sym typeface="Arial"/>
              </a:rPr>
            </a:br>
            <a:endParaRPr/>
          </a:p>
        </p:txBody>
      </p:sp>
      <p:sp>
        <p:nvSpPr>
          <p:cNvPr id="171" name="Google Shape;171;p10"/>
          <p:cNvSpPr txBox="1">
            <a:spLocks noGrp="1"/>
          </p:cNvSpPr>
          <p:nvPr>
            <p:ph type="body" idx="1"/>
          </p:nvPr>
        </p:nvSpPr>
        <p:spPr>
          <a:xfrm>
            <a:off x="1752600" y="1371601"/>
            <a:ext cx="8686800" cy="47545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202122"/>
              </a:buClr>
              <a:buSzPts val="3200"/>
            </a:pPr>
            <a:r>
              <a:rPr lang="en-US" b="0" i="0">
                <a:solidFill>
                  <a:srgbClr val="202122"/>
                </a:solidFill>
                <a:latin typeface="Arial"/>
                <a:ea typeface="Arial"/>
                <a:cs typeface="Arial"/>
                <a:sym typeface="Arial"/>
              </a:rPr>
              <a:t>The </a:t>
            </a:r>
            <a:r>
              <a:rPr lang="en-US" b="0" i="1">
                <a:solidFill>
                  <a:srgbClr val="202122"/>
                </a:solidFill>
                <a:latin typeface="Arial"/>
                <a:ea typeface="Arial"/>
                <a:cs typeface="Arial"/>
                <a:sym typeface="Arial"/>
              </a:rPr>
              <a:t>Hop-by-Hop Options</a:t>
            </a:r>
            <a:r>
              <a:rPr lang="en-US" b="0" i="0">
                <a:solidFill>
                  <a:srgbClr val="202122"/>
                </a:solidFill>
                <a:latin typeface="Arial"/>
                <a:ea typeface="Arial"/>
                <a:cs typeface="Arial"/>
                <a:sym typeface="Arial"/>
              </a:rPr>
              <a:t> extension header may be examined and altered by all nodes on the packet's path, including sending and receiving nodes.</a:t>
            </a:r>
            <a:endParaRPr/>
          </a:p>
          <a:p>
            <a:pPr marL="0" indent="0" algn="just">
              <a:spcBef>
                <a:spcPts val="0"/>
              </a:spcBef>
              <a:buClr>
                <a:schemeClr val="dk1"/>
              </a:buClr>
              <a:buSzPts val="3200"/>
              <a:buNone/>
            </a:pPr>
            <a:endParaRPr/>
          </a:p>
        </p:txBody>
      </p:sp>
      <p:sp>
        <p:nvSpPr>
          <p:cNvPr id="172" name="Google Shape;172;p10"/>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73" name="Google Shape;173;p10"/>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74" name="Google Shape;174;p10"/>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38</a:t>
            </a:fld>
            <a:endParaRPr/>
          </a:p>
        </p:txBody>
      </p:sp>
    </p:spTree>
    <p:extLst>
      <p:ext uri="{BB962C8B-B14F-4D97-AF65-F5344CB8AC3E}">
        <p14:creationId xmlns:p14="http://schemas.microsoft.com/office/powerpoint/2010/main" val="2413972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1"/>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rgbClr val="000000"/>
              </a:buClr>
              <a:buSzPct val="100000"/>
            </a:pPr>
            <a:r>
              <a:rPr lang="en-US" b="1">
                <a:solidFill>
                  <a:srgbClr val="000000"/>
                </a:solidFill>
                <a:latin typeface="Arial"/>
                <a:ea typeface="Arial"/>
                <a:cs typeface="Arial"/>
                <a:sym typeface="Arial"/>
              </a:rPr>
              <a:t>IPV6 Extension Header: Destination options</a:t>
            </a:r>
            <a:endParaRPr/>
          </a:p>
        </p:txBody>
      </p:sp>
      <p:sp>
        <p:nvSpPr>
          <p:cNvPr id="180" name="Google Shape;180;p11"/>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202122"/>
              </a:buClr>
              <a:buSzPts val="3200"/>
            </a:pPr>
            <a:r>
              <a:rPr lang="en-US">
                <a:solidFill>
                  <a:srgbClr val="202122"/>
                </a:solidFill>
                <a:latin typeface="Arial"/>
                <a:ea typeface="Arial"/>
                <a:cs typeface="Arial"/>
                <a:sym typeface="Arial"/>
              </a:rPr>
              <a:t>The </a:t>
            </a:r>
            <a:r>
              <a:rPr lang="en-US" i="1">
                <a:solidFill>
                  <a:srgbClr val="202122"/>
                </a:solidFill>
                <a:latin typeface="Arial"/>
                <a:ea typeface="Arial"/>
                <a:cs typeface="Arial"/>
                <a:sym typeface="Arial"/>
              </a:rPr>
              <a:t>Destination Options</a:t>
            </a:r>
            <a:r>
              <a:rPr lang="en-US">
                <a:solidFill>
                  <a:srgbClr val="202122"/>
                </a:solidFill>
                <a:latin typeface="Arial"/>
                <a:ea typeface="Arial"/>
                <a:cs typeface="Arial"/>
                <a:sym typeface="Arial"/>
              </a:rPr>
              <a:t> extension header needs to be examined by the destination node(s) only. </a:t>
            </a:r>
            <a:endParaRPr>
              <a:solidFill>
                <a:srgbClr val="202122"/>
              </a:solidFill>
              <a:latin typeface="Arial"/>
              <a:ea typeface="Arial"/>
              <a:cs typeface="Arial"/>
              <a:sym typeface="Arial"/>
            </a:endParaRPr>
          </a:p>
          <a:p>
            <a:pPr marL="342900" indent="-342900" algn="just">
              <a:spcBef>
                <a:spcPts val="640"/>
              </a:spcBef>
              <a:buClr>
                <a:schemeClr val="dk1"/>
              </a:buClr>
              <a:buSzPts val="3200"/>
            </a:pPr>
            <a:r>
              <a:rPr lang="en-US"/>
              <a:t>The possible use of this header, intended only for the destination, has not been defined so far.</a:t>
            </a:r>
            <a:endParaRPr/>
          </a:p>
        </p:txBody>
      </p:sp>
      <p:sp>
        <p:nvSpPr>
          <p:cNvPr id="181" name="Google Shape;181;p11"/>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82" name="Google Shape;182;p11"/>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83" name="Google Shape;183;p11"/>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39</a:t>
            </a:fld>
            <a:endParaRPr/>
          </a:p>
        </p:txBody>
      </p:sp>
    </p:spTree>
    <p:extLst>
      <p:ext uri="{BB962C8B-B14F-4D97-AF65-F5344CB8AC3E}">
        <p14:creationId xmlns:p14="http://schemas.microsoft.com/office/powerpoint/2010/main" val="1042014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2"/>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IPV6: Extension Header: Routing</a:t>
            </a:r>
            <a:endParaRPr b="1"/>
          </a:p>
        </p:txBody>
      </p:sp>
      <p:sp>
        <p:nvSpPr>
          <p:cNvPr id="189" name="Google Shape;189;p12"/>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202122"/>
              </a:buClr>
              <a:buSzPts val="2800"/>
            </a:pPr>
            <a:r>
              <a:rPr lang="en-US">
                <a:solidFill>
                  <a:srgbClr val="202122"/>
                </a:solidFill>
                <a:latin typeface="Arial"/>
                <a:ea typeface="Arial"/>
                <a:cs typeface="Arial"/>
                <a:sym typeface="Arial"/>
              </a:rPr>
              <a:t>The </a:t>
            </a:r>
            <a:r>
              <a:rPr lang="en-US" i="1">
                <a:solidFill>
                  <a:srgbClr val="202122"/>
                </a:solidFill>
                <a:latin typeface="Arial"/>
                <a:ea typeface="Arial"/>
                <a:cs typeface="Arial"/>
                <a:sym typeface="Arial"/>
              </a:rPr>
              <a:t>Routing</a:t>
            </a:r>
            <a:r>
              <a:rPr lang="en-US">
                <a:solidFill>
                  <a:srgbClr val="202122"/>
                </a:solidFill>
                <a:latin typeface="Arial"/>
                <a:ea typeface="Arial"/>
                <a:cs typeface="Arial"/>
                <a:sym typeface="Arial"/>
              </a:rPr>
              <a:t> extension header is used to direct a packet to one or more intermediate nodes before being sent to its destination. </a:t>
            </a:r>
            <a:endParaRPr>
              <a:solidFill>
                <a:srgbClr val="202122"/>
              </a:solidFill>
              <a:latin typeface="Arial"/>
              <a:ea typeface="Arial"/>
              <a:cs typeface="Arial"/>
              <a:sym typeface="Arial"/>
            </a:endParaRPr>
          </a:p>
          <a:p>
            <a:pPr marL="342900" indent="-342900" algn="just">
              <a:spcBef>
                <a:spcPts val="560"/>
              </a:spcBef>
              <a:buClr>
                <a:schemeClr val="dk1"/>
              </a:buClr>
              <a:buSzPts val="2800"/>
            </a:pPr>
            <a:r>
              <a:rPr lang="en-US"/>
              <a:t>Specifies a set of routers that the </a:t>
            </a:r>
            <a:r>
              <a:rPr lang="en-US" u="sng">
                <a:solidFill>
                  <a:schemeClr val="hlink"/>
                </a:solidFill>
                <a:hlinkClick r:id="rId3"/>
              </a:rPr>
              <a:t>datagram</a:t>
            </a:r>
            <a:r>
              <a:rPr lang="en-US"/>
              <a:t> must visit.</a:t>
            </a:r>
            <a:endParaRPr/>
          </a:p>
          <a:p>
            <a:pPr marL="342900" indent="-165100" algn="just">
              <a:spcBef>
                <a:spcPts val="560"/>
              </a:spcBef>
              <a:buClr>
                <a:schemeClr val="dk1"/>
              </a:buClr>
              <a:buSzPts val="2800"/>
              <a:buNone/>
            </a:pPr>
            <a:endParaRPr>
              <a:latin typeface="Arial"/>
              <a:ea typeface="Arial"/>
              <a:cs typeface="Arial"/>
              <a:sym typeface="Arial"/>
            </a:endParaRPr>
          </a:p>
        </p:txBody>
      </p:sp>
      <p:sp>
        <p:nvSpPr>
          <p:cNvPr id="190" name="Google Shape;190;p12"/>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191" name="Google Shape;191;p12"/>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92" name="Google Shape;192;p12"/>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40</a:t>
            </a:fld>
            <a:endParaRPr/>
          </a:p>
        </p:txBody>
      </p:sp>
    </p:spTree>
    <p:extLst>
      <p:ext uri="{BB962C8B-B14F-4D97-AF65-F5344CB8AC3E}">
        <p14:creationId xmlns:p14="http://schemas.microsoft.com/office/powerpoint/2010/main" val="8763325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1981200" y="274638"/>
            <a:ext cx="8229600" cy="563562"/>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a:t>IPV6 Extension Header: Fragment</a:t>
            </a:r>
            <a:endParaRPr b="1"/>
          </a:p>
        </p:txBody>
      </p:sp>
      <p:sp>
        <p:nvSpPr>
          <p:cNvPr id="198" name="Google Shape;198;p13"/>
          <p:cNvSpPr txBox="1">
            <a:spLocks noGrp="1"/>
          </p:cNvSpPr>
          <p:nvPr>
            <p:ph type="body" idx="1"/>
          </p:nvPr>
        </p:nvSpPr>
        <p:spPr>
          <a:xfrm>
            <a:off x="1981200" y="1295401"/>
            <a:ext cx="8229600" cy="48307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ct val="100000"/>
            </a:pPr>
            <a:r>
              <a:rPr lang="en-US"/>
              <a:t>In IPv6, the routers do not fragment packets. When a packet is too long for a router to handle, the router sends an ICMP message to the source asking it to fragment the packet and resend it.</a:t>
            </a:r>
            <a:endParaRPr b="0" i="0">
              <a:solidFill>
                <a:srgbClr val="202122"/>
              </a:solidFill>
              <a:latin typeface="Arial"/>
              <a:ea typeface="Arial"/>
              <a:cs typeface="Arial"/>
              <a:sym typeface="Arial"/>
            </a:endParaRPr>
          </a:p>
          <a:p>
            <a:pPr marL="342900" indent="-342900" algn="just">
              <a:spcBef>
                <a:spcPts val="592"/>
              </a:spcBef>
              <a:buClr>
                <a:srgbClr val="202122"/>
              </a:buClr>
              <a:buSzPct val="100000"/>
            </a:pPr>
            <a:r>
              <a:rPr lang="en-US" b="0" i="0">
                <a:solidFill>
                  <a:srgbClr val="202122"/>
                </a:solidFill>
                <a:latin typeface="Arial"/>
                <a:ea typeface="Arial"/>
                <a:cs typeface="Arial"/>
                <a:sym typeface="Arial"/>
              </a:rPr>
              <a:t>In order to send a packet that is larger than the path </a:t>
            </a:r>
            <a:r>
              <a:rPr lang="en-US" b="0" i="0" u="sng" strike="noStrike">
                <a:solidFill>
                  <a:srgbClr val="0645AD"/>
                </a:solidFill>
                <a:latin typeface="Arial"/>
                <a:ea typeface="Arial"/>
                <a:cs typeface="Arial"/>
                <a:sym typeface="Arial"/>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MTU</a:t>
            </a:r>
            <a:r>
              <a:rPr lang="en-US" b="0" i="0">
                <a:solidFill>
                  <a:srgbClr val="202122"/>
                </a:solidFill>
                <a:latin typeface="Arial"/>
                <a:ea typeface="Arial"/>
                <a:cs typeface="Arial"/>
                <a:sym typeface="Arial"/>
              </a:rPr>
              <a:t>, the sending node splits the packet into fragments.</a:t>
            </a:r>
            <a:endParaRPr/>
          </a:p>
          <a:p>
            <a:pPr marL="342900" indent="-342900" algn="just">
              <a:spcBef>
                <a:spcPts val="592"/>
              </a:spcBef>
              <a:buClr>
                <a:schemeClr val="dk1"/>
              </a:buClr>
              <a:buSzPct val="100000"/>
            </a:pPr>
            <a:r>
              <a:rPr lang="en-US"/>
              <a:t>This header specifies which fragment of a larger packet this IPv6 packet contains. By using this extension header, the destination can reassemble the packet as in IPv4.</a:t>
            </a:r>
            <a:endParaRPr/>
          </a:p>
        </p:txBody>
      </p:sp>
      <p:sp>
        <p:nvSpPr>
          <p:cNvPr id="199" name="Google Shape;199;p13"/>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200" name="Google Shape;200;p13"/>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01" name="Google Shape;201;p13"/>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41</a:t>
            </a:fld>
            <a:endParaRPr/>
          </a:p>
        </p:txBody>
      </p:sp>
    </p:spTree>
    <p:extLst>
      <p:ext uri="{BB962C8B-B14F-4D97-AF65-F5344CB8AC3E}">
        <p14:creationId xmlns:p14="http://schemas.microsoft.com/office/powerpoint/2010/main" val="9793991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IPV6 Extension Header: Fragment</a:t>
            </a:r>
            <a:endParaRPr/>
          </a:p>
        </p:txBody>
      </p:sp>
      <p:sp>
        <p:nvSpPr>
          <p:cNvPr id="207" name="Google Shape;207;p14"/>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208" name="Google Shape;208;p14"/>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09" name="Google Shape;209;p14"/>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42</a:t>
            </a:fld>
            <a:endParaRPr/>
          </a:p>
        </p:txBody>
      </p:sp>
      <p:pic>
        <p:nvPicPr>
          <p:cNvPr id="210" name="Google Shape;210;p14"/>
          <p:cNvPicPr preferRelativeResize="0">
            <a:picLocks noGrp="1"/>
          </p:cNvPicPr>
          <p:nvPr>
            <p:ph type="body" idx="1"/>
          </p:nvPr>
        </p:nvPicPr>
        <p:blipFill rotWithShape="1">
          <a:blip r:embed="rId3">
            <a:alphaModFix/>
          </a:blip>
          <a:srcRect/>
          <a:stretch/>
        </p:blipFill>
        <p:spPr>
          <a:xfrm>
            <a:off x="1981200" y="1981200"/>
            <a:ext cx="8305800" cy="3124200"/>
          </a:xfrm>
          <a:prstGeom prst="rect">
            <a:avLst/>
          </a:prstGeom>
          <a:noFill/>
          <a:ln>
            <a:noFill/>
          </a:ln>
        </p:spPr>
      </p:pic>
    </p:spTree>
    <p:extLst>
      <p:ext uri="{BB962C8B-B14F-4D97-AF65-F5344CB8AC3E}">
        <p14:creationId xmlns:p14="http://schemas.microsoft.com/office/powerpoint/2010/main" val="3310013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5"/>
          <p:cNvSpPr txBox="1">
            <a:spLocks noGrp="1"/>
          </p:cNvSpPr>
          <p:nvPr>
            <p:ph type="title"/>
          </p:nvPr>
        </p:nvSpPr>
        <p:spPr>
          <a:xfrm>
            <a:off x="2152650" y="152402"/>
            <a:ext cx="7886700" cy="914399"/>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IPV6 Extension Header: Fragment</a:t>
            </a:r>
            <a:endParaRPr/>
          </a:p>
        </p:txBody>
      </p:sp>
      <p:sp>
        <p:nvSpPr>
          <p:cNvPr id="216" name="Google Shape;216;p15"/>
          <p:cNvSpPr txBox="1">
            <a:spLocks noGrp="1"/>
          </p:cNvSpPr>
          <p:nvPr>
            <p:ph type="body" idx="1"/>
          </p:nvPr>
        </p:nvSpPr>
        <p:spPr>
          <a:xfrm>
            <a:off x="2152650" y="1143001"/>
            <a:ext cx="7886700" cy="5033964"/>
          </a:xfrm>
          <a:prstGeom prst="rect">
            <a:avLst/>
          </a:prstGeom>
          <a:noFill/>
          <a:ln>
            <a:noFill/>
          </a:ln>
        </p:spPr>
        <p:txBody>
          <a:bodyPr spcFirstLastPara="1" vert="horz" wrap="square" lIns="91425" tIns="45700" rIns="91425" bIns="45700" rtlCol="0" anchor="t" anchorCtr="0">
            <a:normAutofit fontScale="92500" lnSpcReduction="10000"/>
          </a:bodyPr>
          <a:lstStyle/>
          <a:p>
            <a:pPr marL="342900" indent="-342900">
              <a:spcBef>
                <a:spcPts val="0"/>
              </a:spcBef>
              <a:buClr>
                <a:srgbClr val="202122"/>
              </a:buClr>
              <a:buSzPct val="100000"/>
            </a:pPr>
            <a:r>
              <a:rPr lang="en-US" i="1">
                <a:solidFill>
                  <a:srgbClr val="202122"/>
                </a:solidFill>
                <a:latin typeface="Arial"/>
                <a:ea typeface="Arial"/>
                <a:cs typeface="Arial"/>
                <a:sym typeface="Arial"/>
              </a:rPr>
              <a:t>Next header</a:t>
            </a:r>
            <a:r>
              <a:rPr lang="en-US" i="0">
                <a:solidFill>
                  <a:srgbClr val="202122"/>
                </a:solidFill>
                <a:latin typeface="Arial"/>
                <a:ea typeface="Arial"/>
                <a:cs typeface="Arial"/>
                <a:sym typeface="Arial"/>
              </a:rPr>
              <a:t> (8 bits)</a:t>
            </a:r>
            <a:endParaRPr/>
          </a:p>
          <a:p>
            <a:pPr marL="742950" lvl="1" indent="-285750">
              <a:spcBef>
                <a:spcPts val="434"/>
              </a:spcBef>
              <a:buClr>
                <a:srgbClr val="202122"/>
              </a:buClr>
              <a:buSzPct val="100000"/>
              <a:buChar char="–"/>
            </a:pPr>
            <a:r>
              <a:rPr lang="en-US" i="0">
                <a:solidFill>
                  <a:srgbClr val="202122"/>
                </a:solidFill>
                <a:latin typeface="Arial"/>
                <a:ea typeface="Arial"/>
                <a:cs typeface="Arial"/>
                <a:sym typeface="Arial"/>
              </a:rPr>
              <a:t>Identifies the type of the next header.</a:t>
            </a:r>
            <a:endParaRPr i="0">
              <a:solidFill>
                <a:srgbClr val="202122"/>
              </a:solidFill>
              <a:latin typeface="Arial"/>
              <a:ea typeface="Arial"/>
              <a:cs typeface="Arial"/>
              <a:sym typeface="Arial"/>
            </a:endParaRPr>
          </a:p>
          <a:p>
            <a:pPr marL="342900" indent="-342900">
              <a:spcBef>
                <a:spcPts val="496"/>
              </a:spcBef>
              <a:buClr>
                <a:srgbClr val="202122"/>
              </a:buClr>
              <a:buSzPct val="100000"/>
            </a:pPr>
            <a:r>
              <a:rPr lang="en-US" i="1">
                <a:solidFill>
                  <a:srgbClr val="202122"/>
                </a:solidFill>
                <a:latin typeface="Arial"/>
                <a:ea typeface="Arial"/>
                <a:cs typeface="Arial"/>
                <a:sym typeface="Arial"/>
              </a:rPr>
              <a:t>Reserved</a:t>
            </a:r>
            <a:r>
              <a:rPr lang="en-US" i="0">
                <a:solidFill>
                  <a:srgbClr val="202122"/>
                </a:solidFill>
                <a:latin typeface="Arial"/>
                <a:ea typeface="Arial"/>
                <a:cs typeface="Arial"/>
                <a:sym typeface="Arial"/>
              </a:rPr>
              <a:t> (8 bits)</a:t>
            </a:r>
            <a:endParaRPr/>
          </a:p>
          <a:p>
            <a:pPr marL="742950" lvl="1" indent="-285750">
              <a:spcBef>
                <a:spcPts val="434"/>
              </a:spcBef>
              <a:buClr>
                <a:srgbClr val="202122"/>
              </a:buClr>
              <a:buSzPct val="100000"/>
              <a:buChar char="–"/>
            </a:pPr>
            <a:r>
              <a:rPr lang="en-US" i="0">
                <a:solidFill>
                  <a:srgbClr val="202122"/>
                </a:solidFill>
                <a:latin typeface="Arial"/>
                <a:ea typeface="Arial"/>
                <a:cs typeface="Arial"/>
                <a:sym typeface="Arial"/>
              </a:rPr>
              <a:t>Initialized to all zeroes.</a:t>
            </a:r>
            <a:endParaRPr>
              <a:solidFill>
                <a:srgbClr val="202122"/>
              </a:solidFill>
              <a:latin typeface="Arial"/>
              <a:ea typeface="Arial"/>
              <a:cs typeface="Arial"/>
              <a:sym typeface="Arial"/>
            </a:endParaRPr>
          </a:p>
          <a:p>
            <a:pPr marL="342900" indent="-342900">
              <a:spcBef>
                <a:spcPts val="496"/>
              </a:spcBef>
              <a:buClr>
                <a:srgbClr val="202122"/>
              </a:buClr>
              <a:buSzPct val="100000"/>
            </a:pPr>
            <a:r>
              <a:rPr lang="en-US" i="1">
                <a:solidFill>
                  <a:srgbClr val="202122"/>
                </a:solidFill>
                <a:latin typeface="Arial"/>
                <a:ea typeface="Arial"/>
                <a:cs typeface="Arial"/>
                <a:sym typeface="Arial"/>
              </a:rPr>
              <a:t>Fragment offset</a:t>
            </a:r>
            <a:r>
              <a:rPr lang="en-US" i="0">
                <a:solidFill>
                  <a:srgbClr val="202122"/>
                </a:solidFill>
                <a:latin typeface="Arial"/>
                <a:ea typeface="Arial"/>
                <a:cs typeface="Arial"/>
                <a:sym typeface="Arial"/>
              </a:rPr>
              <a:t> (13 bits)</a:t>
            </a:r>
            <a:endParaRPr/>
          </a:p>
          <a:p>
            <a:pPr marL="742950" lvl="1" indent="-285750">
              <a:spcBef>
                <a:spcPts val="434"/>
              </a:spcBef>
              <a:buClr>
                <a:srgbClr val="202122"/>
              </a:buClr>
              <a:buSzPct val="100000"/>
              <a:buChar char="–"/>
            </a:pPr>
            <a:r>
              <a:rPr lang="en-US" i="0">
                <a:solidFill>
                  <a:srgbClr val="202122"/>
                </a:solidFill>
                <a:latin typeface="Arial"/>
                <a:ea typeface="Arial"/>
                <a:cs typeface="Arial"/>
                <a:sym typeface="Arial"/>
              </a:rPr>
              <a:t>Offset, in 8-octet units, relative to the start of the fragmentable part of the original packet.</a:t>
            </a:r>
            <a:endParaRPr i="0">
              <a:solidFill>
                <a:srgbClr val="202122"/>
              </a:solidFill>
              <a:latin typeface="Arial"/>
              <a:ea typeface="Arial"/>
              <a:cs typeface="Arial"/>
              <a:sym typeface="Arial"/>
            </a:endParaRPr>
          </a:p>
          <a:p>
            <a:pPr marL="342900" indent="-342900">
              <a:spcBef>
                <a:spcPts val="496"/>
              </a:spcBef>
              <a:buClr>
                <a:srgbClr val="202122"/>
              </a:buClr>
              <a:buSzPct val="100000"/>
            </a:pPr>
            <a:r>
              <a:rPr lang="en-US" i="1">
                <a:solidFill>
                  <a:srgbClr val="202122"/>
                </a:solidFill>
                <a:latin typeface="Arial"/>
                <a:ea typeface="Arial"/>
                <a:cs typeface="Arial"/>
                <a:sym typeface="Arial"/>
              </a:rPr>
              <a:t>Res</a:t>
            </a:r>
            <a:r>
              <a:rPr lang="en-US" i="0">
                <a:solidFill>
                  <a:srgbClr val="202122"/>
                </a:solidFill>
                <a:latin typeface="Arial"/>
                <a:ea typeface="Arial"/>
                <a:cs typeface="Arial"/>
                <a:sym typeface="Arial"/>
              </a:rPr>
              <a:t> (2 bits)</a:t>
            </a:r>
            <a:endParaRPr/>
          </a:p>
          <a:p>
            <a:pPr marL="742950" lvl="1" indent="-285750">
              <a:spcBef>
                <a:spcPts val="434"/>
              </a:spcBef>
              <a:buClr>
                <a:srgbClr val="202122"/>
              </a:buClr>
              <a:buSzPct val="100000"/>
              <a:buChar char="–"/>
            </a:pPr>
            <a:r>
              <a:rPr lang="en-US" i="0">
                <a:solidFill>
                  <a:srgbClr val="202122"/>
                </a:solidFill>
                <a:latin typeface="Arial"/>
                <a:ea typeface="Arial"/>
                <a:cs typeface="Arial"/>
                <a:sym typeface="Arial"/>
              </a:rPr>
              <a:t>Reserved; initialized to zeroes.</a:t>
            </a:r>
            <a:endParaRPr/>
          </a:p>
          <a:p>
            <a:pPr marL="342900" indent="-342900">
              <a:spcBef>
                <a:spcPts val="496"/>
              </a:spcBef>
              <a:buClr>
                <a:srgbClr val="202122"/>
              </a:buClr>
              <a:buSzPct val="100000"/>
            </a:pPr>
            <a:r>
              <a:rPr lang="en-US" i="1">
                <a:solidFill>
                  <a:srgbClr val="202122"/>
                </a:solidFill>
                <a:latin typeface="Arial"/>
                <a:ea typeface="Arial"/>
                <a:cs typeface="Arial"/>
                <a:sym typeface="Arial"/>
              </a:rPr>
              <a:t>M Flag</a:t>
            </a:r>
            <a:r>
              <a:rPr lang="en-US" i="0">
                <a:solidFill>
                  <a:srgbClr val="202122"/>
                </a:solidFill>
                <a:latin typeface="Arial"/>
                <a:ea typeface="Arial"/>
                <a:cs typeface="Arial"/>
                <a:sym typeface="Arial"/>
              </a:rPr>
              <a:t> (1 bit)</a:t>
            </a:r>
            <a:endParaRPr/>
          </a:p>
          <a:p>
            <a:pPr marL="742950" lvl="1" indent="-285750">
              <a:spcBef>
                <a:spcPts val="434"/>
              </a:spcBef>
              <a:buClr>
                <a:srgbClr val="202122"/>
              </a:buClr>
              <a:buSzPct val="100000"/>
              <a:buChar char="–"/>
            </a:pPr>
            <a:r>
              <a:rPr lang="en-US" i="0">
                <a:solidFill>
                  <a:srgbClr val="202122"/>
                </a:solidFill>
                <a:latin typeface="Arial"/>
                <a:ea typeface="Arial"/>
                <a:cs typeface="Arial"/>
                <a:sym typeface="Arial"/>
              </a:rPr>
              <a:t>1 means more fragments follow; 0 means last fragment.</a:t>
            </a:r>
            <a:endParaRPr>
              <a:solidFill>
                <a:srgbClr val="202122"/>
              </a:solidFill>
              <a:latin typeface="Arial"/>
              <a:ea typeface="Arial"/>
              <a:cs typeface="Arial"/>
              <a:sym typeface="Arial"/>
            </a:endParaRPr>
          </a:p>
          <a:p>
            <a:pPr marL="342900" indent="-342900">
              <a:spcBef>
                <a:spcPts val="496"/>
              </a:spcBef>
              <a:buClr>
                <a:srgbClr val="202122"/>
              </a:buClr>
              <a:buSzPct val="100000"/>
            </a:pPr>
            <a:r>
              <a:rPr lang="en-US" i="1">
                <a:solidFill>
                  <a:srgbClr val="202122"/>
                </a:solidFill>
                <a:latin typeface="Arial"/>
                <a:ea typeface="Arial"/>
                <a:cs typeface="Arial"/>
                <a:sym typeface="Arial"/>
              </a:rPr>
              <a:t>Identification</a:t>
            </a:r>
            <a:r>
              <a:rPr lang="en-US" i="0">
                <a:solidFill>
                  <a:srgbClr val="202122"/>
                </a:solidFill>
                <a:latin typeface="Arial"/>
                <a:ea typeface="Arial"/>
                <a:cs typeface="Arial"/>
                <a:sym typeface="Arial"/>
              </a:rPr>
              <a:t> (32 bits)</a:t>
            </a:r>
            <a:endParaRPr/>
          </a:p>
          <a:p>
            <a:pPr marL="742950" lvl="1" indent="-285750">
              <a:spcBef>
                <a:spcPts val="434"/>
              </a:spcBef>
              <a:buClr>
                <a:srgbClr val="202122"/>
              </a:buClr>
              <a:buSzPct val="100000"/>
              <a:buChar char="–"/>
            </a:pPr>
            <a:r>
              <a:rPr lang="en-US" i="0">
                <a:solidFill>
                  <a:srgbClr val="202122"/>
                </a:solidFill>
                <a:latin typeface="Arial"/>
                <a:ea typeface="Arial"/>
                <a:cs typeface="Arial"/>
                <a:sym typeface="Arial"/>
              </a:rPr>
              <a:t>Packet identification value, generated by the source node. Needed for reassembly of the original packet.</a:t>
            </a:r>
            <a:endParaRPr/>
          </a:p>
        </p:txBody>
      </p:sp>
      <p:sp>
        <p:nvSpPr>
          <p:cNvPr id="217" name="Google Shape;217;p15"/>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218" name="Google Shape;218;p15"/>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19" name="Google Shape;219;p15"/>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43</a:t>
            </a:fld>
            <a:endParaRPr/>
          </a:p>
        </p:txBody>
      </p:sp>
    </p:spTree>
    <p:extLst>
      <p:ext uri="{BB962C8B-B14F-4D97-AF65-F5344CB8AC3E}">
        <p14:creationId xmlns:p14="http://schemas.microsoft.com/office/powerpoint/2010/main" val="40348529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6839" y="125260"/>
            <a:ext cx="8793270" cy="939452"/>
          </a:xfrm>
        </p:spPr>
        <p:txBody>
          <a:bodyPr>
            <a:normAutofit fontScale="90000"/>
          </a:bodyPr>
          <a:lstStyle/>
          <a:p>
            <a:r>
              <a:rPr lang="en-US" dirty="0" smtClean="0"/>
              <a:t>Example of Next Headers (Fragmentation) </a:t>
            </a:r>
            <a:endParaRPr lang="en-US" dirty="0"/>
          </a:p>
        </p:txBody>
      </p:sp>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44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6839" y="1265129"/>
            <a:ext cx="8793271" cy="49603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785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IPV6 Extension Header: Authentication</a:t>
            </a:r>
            <a:endParaRPr/>
          </a:p>
        </p:txBody>
      </p:sp>
      <p:sp>
        <p:nvSpPr>
          <p:cNvPr id="225" name="Google Shape;225;p16"/>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a:t>This header contains a checksum that enables the destination to authenticate the sender.</a:t>
            </a:r>
            <a:endParaRPr/>
          </a:p>
        </p:txBody>
      </p:sp>
      <p:sp>
        <p:nvSpPr>
          <p:cNvPr id="226" name="Google Shape;226;p16"/>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227" name="Google Shape;227;p16"/>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28" name="Google Shape;228;p16"/>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45</a:t>
            </a:fld>
            <a:endParaRPr/>
          </a:p>
        </p:txBody>
      </p:sp>
    </p:spTree>
    <p:extLst>
      <p:ext uri="{BB962C8B-B14F-4D97-AF65-F5344CB8AC3E}">
        <p14:creationId xmlns:p14="http://schemas.microsoft.com/office/powerpoint/2010/main" val="3072278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a:t>IPV6 Extension Header: Encapsulating Security Payload</a:t>
            </a:r>
            <a:endParaRPr/>
          </a:p>
        </p:txBody>
      </p:sp>
      <p:sp>
        <p:nvSpPr>
          <p:cNvPr id="234" name="Google Shape;234;p17"/>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a:t>This header contains the encryption key number and the encrypted payload. </a:t>
            </a:r>
            <a:endParaRPr/>
          </a:p>
          <a:p>
            <a:pPr marL="342900" indent="-342900" algn="just">
              <a:spcBef>
                <a:spcPts val="640"/>
              </a:spcBef>
              <a:buClr>
                <a:schemeClr val="dk1"/>
              </a:buClr>
              <a:buSzPts val="3200"/>
            </a:pPr>
            <a:r>
              <a:rPr lang="en-US"/>
              <a:t>The destination can recover the original payload from these two items using a decryption algorithm that is left to the choice of the user.</a:t>
            </a:r>
            <a:endParaRPr/>
          </a:p>
        </p:txBody>
      </p:sp>
      <p:sp>
        <p:nvSpPr>
          <p:cNvPr id="235" name="Google Shape;235;p17"/>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r>
              <a:rPr lang="en-US"/>
              <a:t>10/8/2022</a:t>
            </a:r>
            <a:endParaRPr/>
          </a:p>
        </p:txBody>
      </p:sp>
      <p:sp>
        <p:nvSpPr>
          <p:cNvPr id="236" name="Google Shape;236;p17"/>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37" name="Google Shape;237;p1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46</a:t>
            </a:fld>
            <a:endParaRPr/>
          </a:p>
        </p:txBody>
      </p:sp>
    </p:spTree>
    <p:extLst>
      <p:ext uri="{BB962C8B-B14F-4D97-AF65-F5344CB8AC3E}">
        <p14:creationId xmlns:p14="http://schemas.microsoft.com/office/powerpoint/2010/main" val="261628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TotalTime>
  <Words>2888</Words>
  <Application>Microsoft Office PowerPoint</Application>
  <PresentationFormat>Widescreen</PresentationFormat>
  <Paragraphs>345</Paragraphs>
  <Slides>46</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Calibri Light</vt:lpstr>
      <vt:lpstr>IBM Plex Mono</vt:lpstr>
      <vt:lpstr>IBM Plex Sans</vt:lpstr>
      <vt:lpstr>Office Theme</vt:lpstr>
      <vt:lpstr>Internet of Things: IPV6 Lect #09 - 11</vt:lpstr>
      <vt:lpstr>IPV6 address format</vt:lpstr>
      <vt:lpstr> IPv6 address formats </vt:lpstr>
      <vt:lpstr>IPv6 address formats</vt:lpstr>
      <vt:lpstr>Prefixes in IPV6</vt:lpstr>
      <vt:lpstr>Embedding IPV4 into IPV6</vt:lpstr>
      <vt:lpstr>Embedding IPV4 into IPV6</vt:lpstr>
      <vt:lpstr> IPv6 address types </vt:lpstr>
      <vt:lpstr>Unicast address </vt:lpstr>
      <vt:lpstr>Unicast Address:</vt:lpstr>
      <vt:lpstr>Special unicast address</vt:lpstr>
      <vt:lpstr>IPV6: Anycast Address</vt:lpstr>
      <vt:lpstr>Anycast Addressing in IPV6</vt:lpstr>
      <vt:lpstr>IPV6: Multicast Address</vt:lpstr>
      <vt:lpstr> IPV6: Neighbour discovery Protocol </vt:lpstr>
      <vt:lpstr>IPV6: Neighbour discovery</vt:lpstr>
      <vt:lpstr>IPV6: Neighbour discovery</vt:lpstr>
      <vt:lpstr>IPV6: Neighbour discovery</vt:lpstr>
      <vt:lpstr>IPV6 Packet</vt:lpstr>
      <vt:lpstr>IPV6 Packet</vt:lpstr>
      <vt:lpstr>IPv4 vs IPv6 Header</vt:lpstr>
      <vt:lpstr>IPv6 Packet: Fixed header</vt:lpstr>
      <vt:lpstr>IPv6 Packet: Fixed header</vt:lpstr>
      <vt:lpstr>IPv6 Packet: Fixed header</vt:lpstr>
      <vt:lpstr>IPv6 Packet: Fixed header</vt:lpstr>
      <vt:lpstr>Next Header (8 bits) </vt:lpstr>
      <vt:lpstr>Extension Headers (EH) in IPv6 packets</vt:lpstr>
      <vt:lpstr>IPV6 Packet: Fixed header</vt:lpstr>
      <vt:lpstr>IPv6 Extension  Header   </vt:lpstr>
      <vt:lpstr>Extension Headers (EH) in IPv6 packets</vt:lpstr>
      <vt:lpstr>Extension Headers (EH) in IPv6 packets</vt:lpstr>
      <vt:lpstr>Extension Headers (EH) in IPv6 packets</vt:lpstr>
      <vt:lpstr>IPV6: Extension Header (EH)</vt:lpstr>
      <vt:lpstr>IPV6: Extension Headers and Their Recommended Order in a Packet</vt:lpstr>
      <vt:lpstr>IPv6: Extension Header</vt:lpstr>
      <vt:lpstr>EHs of IPv6</vt:lpstr>
      <vt:lpstr>IPV6: Extension Header</vt:lpstr>
      <vt:lpstr> IPV6 Extension Header: Hop-by-hop options  </vt:lpstr>
      <vt:lpstr>IPV6 Extension Header: Destination options</vt:lpstr>
      <vt:lpstr>IPV6: Extension Header: Routing</vt:lpstr>
      <vt:lpstr>IPV6 Extension Header: Fragment</vt:lpstr>
      <vt:lpstr>IPV6 Extension Header: Fragment</vt:lpstr>
      <vt:lpstr>IPV6 Extension Header: Fragment</vt:lpstr>
      <vt:lpstr>Example of Next Headers (Fragmentation) </vt:lpstr>
      <vt:lpstr>IPV6 Extension Header: Authentication</vt:lpstr>
      <vt:lpstr>IPV6 Extension Header: Encapsulating Security Payload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Introduction to Microcontrollers 8051 Lect #6</dc:title>
  <dc:creator>suchismita chinara</dc:creator>
  <cp:lastModifiedBy>PC</cp:lastModifiedBy>
  <cp:revision>15</cp:revision>
  <dcterms:created xsi:type="dcterms:W3CDTF">2021-09-20T00:29:57Z</dcterms:created>
  <dcterms:modified xsi:type="dcterms:W3CDTF">2026-08-28T08:43:51Z</dcterms:modified>
</cp:coreProperties>
</file>